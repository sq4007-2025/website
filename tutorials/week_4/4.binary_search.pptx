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>
      <p:cViewPr varScale="1">
        <p:scale>
          <a:sx n="111" d="100"/>
          <a:sy n="111" d="100"/>
        </p:scale>
        <p:origin x="558" y="96"/>
      </p:cViewPr>
      <p:guideLst>
        <p:guide orient="horz" pos="2160"/>
        <p:guide pos="288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tableStyles" Target="tableStyle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theme" Target="theme/theme1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>
            <a:defPPr/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defPPr/>
            <a:lvl1pPr/>
            <a:lvl2pPr/>
            <a:lvl3pPr/>
            <a:lvl4pPr/>
            <a:lvl5pPr/>
            <a:lvl6pPr/>
            <a:lvl7pPr/>
            <a:lvl8pPr/>
            <a:lvl9pPr/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defPPr/>
          </a:lstStyle>
          <a:p>
            <a:fld id="{E8FD0B7A-F5DD-4F40-B4CB-3B2C354B893A}" type="datetimeFigureOut">
              <a:rPr lang="en-US" smtClean="0"/>
              <a:t>10/16/2025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defPPr/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defPPr/>
          </a:lstStyle>
          <a:p>
            <a:fld id="{93AE1883-0942-4AA3-9DB2-9C7C3A0314B1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defPPr/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>
            <a:defPPr/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defPPr/>
          </a:lstStyle>
          <a:p>
            <a:fld id="{E8FD0B7A-F5DD-4F40-B4CB-3B2C354B893A}" type="datetimeFigureOut">
              <a:rPr lang="en-US" smtClean="0"/>
              <a:t>10/16/2025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defPPr/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defPPr/>
          </a:lstStyle>
          <a:p>
            <a:fld id="{93AE1883-0942-4AA3-9DB2-9C7C3A0314B1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defPPr/>
            <a:lvl1pPr/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defPPr/>
            <a:lvl1pPr/>
            <a:lvl2pPr/>
            <a:lvl3pPr/>
            <a:lvl4pPr/>
            <a:lvl5pPr/>
            <a:lvl6pPr/>
            <a:lvl7pPr/>
            <a:lvl8pPr/>
            <a:lvl9pPr/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defPPr/>
          </a:lstStyle>
          <a:p>
            <a:fld id="{E8FD0B7A-F5DD-4F40-B4CB-3B2C354B893A}" type="datetimeFigureOut">
              <a:rPr lang="en-US" smtClean="0"/>
              <a:t>10/16/2025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defPPr/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defPPr/>
          </a:lstStyle>
          <a:p>
            <a:fld id="{93AE1883-0942-4AA3-9DB2-9C7C3A0314B1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defPPr/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defPPr/>
            <a:lvl1pPr/>
            <a:lvl2pPr/>
            <a:lvl3pPr/>
            <a:lvl4pPr/>
            <a:lvl5pPr/>
            <a:lvl6pPr/>
            <a:lvl7pPr/>
            <a:lvl8pPr/>
            <a:lvl9pPr/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defPPr/>
            <a:lvl1pPr/>
            <a:lvl2pPr/>
            <a:lvl3pPr/>
            <a:lvl4pPr/>
            <a:lvl5pPr/>
            <a:lvl6pPr/>
            <a:lvl7pPr/>
            <a:lvl8pPr/>
            <a:lvl9pPr/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defPPr/>
          </a:lstStyle>
          <a:p>
            <a:fld id="{E8FD0B7A-F5DD-4F40-B4CB-3B2C354B893A}" type="datetimeFigureOut">
              <a:rPr lang="en-US" smtClean="0"/>
              <a:t>10/16/2025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defPPr/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defPPr/>
          </a:lstStyle>
          <a:p>
            <a:fld id="{93AE1883-0942-4AA3-9DB2-9C7C3A0314B1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defPPr/>
            <a:lvl1pPr/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defPPr/>
            <a:lvl1pPr/>
            <a:lvl2pPr/>
            <a:lvl3pPr/>
            <a:lvl4pPr/>
            <a:lvl5pPr/>
            <a:lvl6pPr/>
            <a:lvl7pPr/>
            <a:lvl8pPr/>
            <a:lvl9pPr/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defPPr/>
            <a:lvl1pPr/>
            <a:lvl2pPr/>
            <a:lvl3pPr/>
            <a:lvl4pPr/>
            <a:lvl5pPr/>
            <a:lvl6pPr/>
            <a:lvl7pPr/>
            <a:lvl8pPr/>
            <a:lvl9pPr/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defPPr/>
            <a:lvl1pPr/>
            <a:lvl2pPr/>
            <a:lvl3pPr/>
            <a:lvl4pPr/>
            <a:lvl5pPr/>
            <a:lvl6pPr/>
            <a:lvl7pPr/>
            <a:lvl8pPr/>
            <a:lvl9pPr/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defPPr/>
            <a:lvl1pPr/>
            <a:lvl2pPr/>
            <a:lvl3pPr/>
            <a:lvl4pPr/>
            <a:lvl5pPr/>
            <a:lvl6pPr/>
            <a:lvl7pPr/>
            <a:lvl8pPr/>
            <a:lvl9pPr/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defPPr/>
          </a:lstStyle>
          <a:p>
            <a:fld id="{E8FD0B7A-F5DD-4F40-B4CB-3B2C354B893A}" type="datetimeFigureOut">
              <a:rPr lang="en-US" smtClean="0"/>
              <a:t>10/16/2025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defPPr/>
          </a:lstStyle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defPPr/>
          </a:lstStyle>
          <a:p>
            <a:fld id="{93AE1883-0942-4AA3-9DB2-9C7C3A0314B1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defPPr/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defPPr/>
          </a:lstStyle>
          <a:p>
            <a:fld id="{E8FD0B7A-F5DD-4F40-B4CB-3B2C354B893A}" type="datetimeFigureOut">
              <a:rPr lang="en-US" smtClean="0"/>
              <a:t>10/16/2025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defPPr/>
          </a:lstStyle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defPPr/>
          </a:lstStyle>
          <a:p>
            <a:fld id="{93AE1883-0942-4AA3-9DB2-9C7C3A0314B1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defPPr/>
          </a:lstStyle>
          <a:p>
            <a:fld id="{E8FD0B7A-F5DD-4F40-B4CB-3B2C354B893A}" type="datetimeFigureOut">
              <a:rPr lang="en-US" smtClean="0"/>
              <a:t>10/16/2025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defPPr/>
          </a:lstStyle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defPPr/>
          </a:lstStyle>
          <a:p>
            <a:fld id="{93AE1883-0942-4AA3-9DB2-9C7C3A0314B1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defPPr/>
            <a:lvl1pPr/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defPPr/>
            <a:lvl1pPr/>
            <a:lvl2pPr/>
            <a:lvl3pPr/>
            <a:lvl4pPr/>
            <a:lvl5pPr/>
            <a:lvl6pPr/>
            <a:lvl7pPr/>
            <a:lvl8pPr/>
            <a:lvl9pPr/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defPPr/>
            <a:lvl1pPr/>
            <a:lvl2pPr/>
            <a:lvl3pPr/>
            <a:lvl4pPr/>
            <a:lvl5pPr/>
            <a:lvl6pPr/>
            <a:lvl7pPr/>
            <a:lvl8pPr/>
            <a:lvl9pPr/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defPPr/>
          </a:lstStyle>
          <a:p>
            <a:fld id="{E8FD0B7A-F5DD-4F40-B4CB-3B2C354B893A}" type="datetimeFigureOut">
              <a:rPr lang="en-US" smtClean="0"/>
              <a:t>10/16/2025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defPPr/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defPPr/>
          </a:lstStyle>
          <a:p>
            <a:fld id="{93AE1883-0942-4AA3-9DB2-9C7C3A0314B1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defPPr/>
            <a:lvl1pPr/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defPPr/>
            <a:lvl1pPr/>
            <a:lvl2pPr/>
            <a:lvl3pPr/>
            <a:lvl4pPr/>
            <a:lvl5pPr/>
            <a:lvl6pPr/>
            <a:lvl7pPr/>
            <a:lvl8pPr/>
            <a:lvl9pPr/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defPPr/>
            <a:lvl1pPr/>
            <a:lvl2pPr/>
            <a:lvl3pPr/>
            <a:lvl4pPr/>
            <a:lvl5pPr/>
            <a:lvl6pPr/>
            <a:lvl7pPr/>
            <a:lvl8pPr/>
            <a:lvl9pPr/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defPPr/>
          </a:lstStyle>
          <a:p>
            <a:fld id="{E8FD0B7A-F5DD-4F40-B4CB-3B2C354B893A}" type="datetimeFigureOut">
              <a:rPr lang="en-US" smtClean="0"/>
              <a:t>10/16/2025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defPPr/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defPPr/>
          </a:lstStyle>
          <a:p>
            <a:fld id="{93AE1883-0942-4AA3-9DB2-9C7C3A0314B1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defPPr/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/>
          <a:lstStyle>
            <a:defPPr/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defPPr/>
          </a:lstStyle>
          <a:p>
            <a:fld id="{E8FD0B7A-F5DD-4F40-B4CB-3B2C354B893A}" type="datetimeFigureOut">
              <a:rPr lang="en-US" smtClean="0"/>
              <a:t>10/16/2025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defPPr/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defPPr/>
          </a:lstStyle>
          <a:p>
            <a:fld id="{93AE1883-0942-4AA3-9DB2-9C7C3A0314B1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/>
          <a:lstStyle>
            <a:defPPr/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/>
          <a:lstStyle>
            <a:defPPr/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defPPr/>
          </a:lstStyle>
          <a:p>
            <a:fld id="{E8FD0B7A-F5DD-4F40-B4CB-3B2C354B893A}" type="datetimeFigureOut">
              <a:rPr lang="en-US" smtClean="0"/>
              <a:t>10/16/2025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defPPr/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defPPr/>
          </a:lstStyle>
          <a:p>
            <a:fld id="{93AE1883-0942-4AA3-9DB2-9C7C3A0314B1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lIns="91440" tIns="45720" rIns="91440" bIns="45720" rtlCol="0" anchor="ctr">
            <a:normAutofit/>
          </a:bodyPr>
          <a:lstStyle>
            <a:defPPr/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lIns="91440" tIns="45720" rIns="91440" bIns="45720" rtlCol="0">
            <a:normAutofit/>
          </a:bodyPr>
          <a:lstStyle>
            <a:defPPr/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lIns="91440" tIns="45720" rIns="91440" bIns="45720" rtlCol="0" anchor="ctr"/>
          <a:lstStyle>
            <a:defPPr/>
            <a:lvl1pPr/>
          </a:lstStyle>
          <a:p>
            <a:fld id="{E8FD0B7A-F5DD-4F40-B4CB-3B2C354B893A}" type="datetimeFigureOut">
              <a:rPr lang="en-US" smtClean="0"/>
              <a:t>10/16/2025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lIns="91440" tIns="45720" rIns="91440" bIns="45720" rtlCol="0" anchor="ctr"/>
          <a:lstStyle>
            <a:defPPr/>
            <a:lvl1pPr/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lIns="91440" tIns="45720" rIns="91440" bIns="45720" rtlCol="0" anchor="ctr"/>
          <a:lstStyle>
            <a:defPPr/>
            <a:lvl1pPr/>
          </a:lstStyle>
          <a:p>
            <a:fld id="{93AE1883-0942-4AA3-9DB2-9C7C3A0314B1}" type="slidenum">
              <a:rPr lang="en-US" smtClean="0"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ew shape"/>
          <p:cNvSpPr/>
          <p:nvPr/>
        </p:nvSpPr>
        <p:spPr>
          <a:xfrm>
            <a:off x="0" y="-1"/>
            <a:ext cx="12192000" cy="6857999"/>
          </a:xfrm>
          <a:prstGeom prst="rect">
            <a:avLst/>
          </a:prstGeom>
          <a:solidFill>
            <a:srgbClr val="FFFFFF"/>
          </a:solidFill>
          <a:ln w="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/>
          </a:lstStyle>
          <a:p>
            <a:endParaRPr lang="en-US"/>
          </a:p>
        </p:txBody>
      </p:sp>
      <p:sp>
        <p:nvSpPr>
          <p:cNvPr id="3" name="New shape"/>
          <p:cNvSpPr/>
          <p:nvPr/>
        </p:nvSpPr>
        <p:spPr>
          <a:xfrm>
            <a:off x="929640" y="703804"/>
            <a:ext cx="3057104" cy="683121"/>
          </a:xfrm>
          <a:prstGeom prst="rect">
            <a:avLst/>
          </a:prstGeom>
          <a:noFill/>
        </p:spPr>
        <p:style>
          <a:lnRef idx="2">
            <a:srgbClr val="000000">
              <a:alpha val="0"/>
            </a:srgb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lIns="0" tIns="0" rtlCol="0" anchor="ctr">
            <a:spAutoFit/>
          </a:bodyPr>
          <a:lstStyle>
            <a:defPPr/>
          </a:lstStyle>
          <a:p>
            <a:r>
              <a:rPr lang="en-US" sz="4406">
                <a:solidFill>
                  <a:srgbClr val="00AFEF"/>
                </a:solidFill>
                <a:latin typeface="Calibri Light"/>
              </a:rPr>
              <a:t>Binary Search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ew shape"/>
          <p:cNvSpPr/>
          <p:nvPr/>
        </p:nvSpPr>
        <p:spPr>
          <a:xfrm>
            <a:off x="0" y="-1"/>
            <a:ext cx="12192000" cy="6857999"/>
          </a:xfrm>
          <a:prstGeom prst="rect">
            <a:avLst/>
          </a:prstGeom>
          <a:solidFill>
            <a:srgbClr val="FFFFFF"/>
          </a:solidFill>
          <a:ln w="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/>
          </a:lstStyle>
          <a:p>
            <a:endParaRPr lang="en-US"/>
          </a:p>
        </p:txBody>
      </p:sp>
      <p:sp>
        <p:nvSpPr>
          <p:cNvPr id="3" name="New shape"/>
          <p:cNvSpPr/>
          <p:nvPr/>
        </p:nvSpPr>
        <p:spPr>
          <a:xfrm>
            <a:off x="929640" y="703804"/>
            <a:ext cx="3057104" cy="683121"/>
          </a:xfrm>
          <a:prstGeom prst="rect">
            <a:avLst/>
          </a:prstGeom>
          <a:noFill/>
        </p:spPr>
        <p:style>
          <a:lnRef idx="2">
            <a:srgbClr val="000000">
              <a:alpha val="0"/>
            </a:srgb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lIns="0" tIns="0" rtlCol="0" anchor="ctr">
            <a:spAutoFit/>
          </a:bodyPr>
          <a:lstStyle>
            <a:defPPr/>
          </a:lstStyle>
          <a:p>
            <a:r>
              <a:rPr lang="en-US" sz="4406">
                <a:solidFill>
                  <a:srgbClr val="00AFEF"/>
                </a:solidFill>
                <a:latin typeface="Calibri Light"/>
              </a:rPr>
              <a:t>Binary Search</a:t>
            </a:r>
          </a:p>
        </p:txBody>
      </p:sp>
      <p:sp>
        <p:nvSpPr>
          <p:cNvPr id="4" name="New shape"/>
          <p:cNvSpPr/>
          <p:nvPr/>
        </p:nvSpPr>
        <p:spPr>
          <a:xfrm>
            <a:off x="929640" y="1885505"/>
            <a:ext cx="142365" cy="454933"/>
          </a:xfrm>
          <a:prstGeom prst="rect">
            <a:avLst/>
          </a:prstGeom>
          <a:noFill/>
        </p:spPr>
        <p:style>
          <a:lnRef idx="2">
            <a:srgbClr val="000000">
              <a:alpha val="0"/>
            </a:srgb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lIns="0" tIns="0" rtlCol="0" anchor="ctr">
            <a:spAutoFit/>
          </a:bodyPr>
          <a:lstStyle>
            <a:defPPr/>
          </a:lstStyle>
          <a:p>
            <a:r>
              <a:rPr lang="en-US" sz="3206">
                <a:solidFill>
                  <a:srgbClr val="000000"/>
                </a:solidFill>
                <a:latin typeface="Arial"/>
              </a:rPr>
              <a:t>•</a:t>
            </a:r>
          </a:p>
        </p:txBody>
      </p:sp>
      <p:sp>
        <p:nvSpPr>
          <p:cNvPr id="5" name="New shape"/>
          <p:cNvSpPr/>
          <p:nvPr/>
        </p:nvSpPr>
        <p:spPr>
          <a:xfrm>
            <a:off x="1158240" y="1855998"/>
            <a:ext cx="9629350" cy="497086"/>
          </a:xfrm>
          <a:prstGeom prst="rect">
            <a:avLst/>
          </a:prstGeom>
          <a:noFill/>
        </p:spPr>
        <p:style>
          <a:lnRef idx="2">
            <a:srgbClr val="000000">
              <a:alpha val="0"/>
            </a:srgb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lIns="0" tIns="0" rtlCol="0" anchor="ctr">
            <a:spAutoFit/>
          </a:bodyPr>
          <a:lstStyle>
            <a:defPPr/>
          </a:lstStyle>
          <a:p>
            <a:r>
              <a:rPr lang="en-US" sz="3206">
                <a:solidFill>
                  <a:srgbClr val="000000"/>
                </a:solidFill>
                <a:latin typeface="Calibri"/>
              </a:rPr>
              <a:t>In binary search, the idea of the algorithm is to divide and </a:t>
            </a:r>
          </a:p>
        </p:txBody>
      </p:sp>
      <p:sp>
        <p:nvSpPr>
          <p:cNvPr id="6" name="New shape"/>
          <p:cNvSpPr/>
          <p:nvPr/>
        </p:nvSpPr>
        <p:spPr>
          <a:xfrm>
            <a:off x="1158240" y="2295552"/>
            <a:ext cx="9829769" cy="496714"/>
          </a:xfrm>
          <a:prstGeom prst="rect">
            <a:avLst/>
          </a:prstGeom>
          <a:noFill/>
        </p:spPr>
        <p:style>
          <a:lnRef idx="2">
            <a:srgbClr val="000000">
              <a:alpha val="0"/>
            </a:srgb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lIns="0" tIns="0" rtlCol="0" anchor="ctr">
            <a:spAutoFit/>
          </a:bodyPr>
          <a:lstStyle>
            <a:defPPr/>
          </a:lstStyle>
          <a:p>
            <a:r>
              <a:rPr lang="en-US" sz="3204">
                <a:solidFill>
                  <a:srgbClr val="000000"/>
                </a:solidFill>
                <a:latin typeface="Calibri"/>
              </a:rPr>
              <a:t>conquer, reducing the search area by half each time, trying </a:t>
            </a:r>
          </a:p>
        </p:txBody>
      </p:sp>
      <p:sp>
        <p:nvSpPr>
          <p:cNvPr id="7" name="New shape"/>
          <p:cNvSpPr/>
          <p:nvPr/>
        </p:nvSpPr>
        <p:spPr>
          <a:xfrm>
            <a:off x="1158240" y="2734463"/>
            <a:ext cx="3973115" cy="496714"/>
          </a:xfrm>
          <a:prstGeom prst="rect">
            <a:avLst/>
          </a:prstGeom>
          <a:noFill/>
        </p:spPr>
        <p:style>
          <a:lnRef idx="2">
            <a:srgbClr val="000000">
              <a:alpha val="0"/>
            </a:srgb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lIns="0" tIns="0" rtlCol="0" anchor="ctr">
            <a:spAutoFit/>
          </a:bodyPr>
          <a:lstStyle>
            <a:defPPr/>
          </a:lstStyle>
          <a:p>
            <a:r>
              <a:rPr lang="en-US" sz="3204">
                <a:solidFill>
                  <a:srgbClr val="000000"/>
                </a:solidFill>
                <a:latin typeface="Calibri"/>
              </a:rPr>
              <a:t>to find a target number.</a:t>
            </a:r>
          </a:p>
        </p:txBody>
      </p:sp>
      <p:sp>
        <p:nvSpPr>
          <p:cNvPr id="8" name="New shape"/>
          <p:cNvSpPr/>
          <p:nvPr/>
        </p:nvSpPr>
        <p:spPr>
          <a:xfrm>
            <a:off x="1387094" y="3262661"/>
            <a:ext cx="106667" cy="340859"/>
          </a:xfrm>
          <a:prstGeom prst="rect">
            <a:avLst/>
          </a:prstGeom>
          <a:noFill/>
        </p:spPr>
        <p:style>
          <a:lnRef idx="2">
            <a:srgbClr val="000000">
              <a:alpha val="0"/>
            </a:srgb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lIns="0" tIns="0" rtlCol="0" anchor="ctr">
            <a:spAutoFit/>
          </a:bodyPr>
          <a:lstStyle>
            <a:defPPr/>
          </a:lstStyle>
          <a:p>
            <a:r>
              <a:rPr lang="en-US" sz="2402">
                <a:solidFill>
                  <a:srgbClr val="000000"/>
                </a:solidFill>
                <a:latin typeface="Arial"/>
              </a:rPr>
              <a:t>•</a:t>
            </a:r>
          </a:p>
        </p:txBody>
      </p:sp>
      <p:sp>
        <p:nvSpPr>
          <p:cNvPr id="9" name="New shape"/>
          <p:cNvSpPr/>
          <p:nvPr/>
        </p:nvSpPr>
        <p:spPr>
          <a:xfrm>
            <a:off x="1615694" y="3240554"/>
            <a:ext cx="9488192" cy="372442"/>
          </a:xfrm>
          <a:prstGeom prst="rect">
            <a:avLst/>
          </a:prstGeom>
          <a:noFill/>
        </p:spPr>
        <p:style>
          <a:lnRef idx="2">
            <a:srgbClr val="000000">
              <a:alpha val="0"/>
            </a:srgb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lIns="0" tIns="0" rtlCol="0" anchor="ctr">
            <a:spAutoFit/>
          </a:bodyPr>
          <a:lstStyle>
            <a:defPPr/>
          </a:lstStyle>
          <a:p>
            <a:r>
              <a:rPr lang="en-US" sz="2402">
                <a:solidFill>
                  <a:srgbClr val="000000"/>
                </a:solidFill>
                <a:latin typeface="Calibri"/>
              </a:rPr>
              <a:t>In order to leverage this power however, our array must first be sorted, else </a:t>
            </a:r>
          </a:p>
        </p:txBody>
      </p:sp>
      <p:sp>
        <p:nvSpPr>
          <p:cNvPr id="10" name="New shape"/>
          <p:cNvSpPr/>
          <p:nvPr/>
        </p:nvSpPr>
        <p:spPr>
          <a:xfrm>
            <a:off x="1615694" y="3570252"/>
            <a:ext cx="7087939" cy="372070"/>
          </a:xfrm>
          <a:prstGeom prst="rect">
            <a:avLst/>
          </a:prstGeom>
          <a:noFill/>
        </p:spPr>
        <p:style>
          <a:lnRef idx="2">
            <a:srgbClr val="000000">
              <a:alpha val="0"/>
            </a:srgb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lIns="0" tIns="0" rtlCol="0" anchor="ctr">
            <a:spAutoFit/>
          </a:bodyPr>
          <a:lstStyle>
            <a:defPPr/>
          </a:lstStyle>
          <a:p>
            <a:r>
              <a:rPr lang="en-US" sz="2400">
                <a:solidFill>
                  <a:srgbClr val="000000"/>
                </a:solidFill>
                <a:latin typeface="Calibri"/>
              </a:rPr>
              <a:t>we cannot make assumptions about the array’s contents.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ew shape"/>
          <p:cNvSpPr/>
          <p:nvPr/>
        </p:nvSpPr>
        <p:spPr>
          <a:xfrm>
            <a:off x="0" y="-1"/>
            <a:ext cx="12192000" cy="6857999"/>
          </a:xfrm>
          <a:prstGeom prst="rect">
            <a:avLst/>
          </a:prstGeom>
          <a:solidFill>
            <a:srgbClr val="FFFFFF"/>
          </a:solidFill>
          <a:ln w="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/>
          </a:lstStyle>
          <a:p>
            <a:endParaRPr lang="en-US"/>
          </a:p>
        </p:txBody>
      </p:sp>
      <p:sp>
        <p:nvSpPr>
          <p:cNvPr id="3" name="New shape"/>
          <p:cNvSpPr/>
          <p:nvPr/>
        </p:nvSpPr>
        <p:spPr>
          <a:xfrm>
            <a:off x="929640" y="2249297"/>
            <a:ext cx="2532888" cy="25908"/>
          </a:xfrm>
          <a:prstGeom prst="rect">
            <a:avLst/>
          </a:prstGeom>
          <a:solidFill>
            <a:srgbClr val="000000"/>
          </a:solidFill>
          <a:ln w="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/>
          </a:lstStyle>
          <a:p>
            <a:endParaRPr lang="en-US"/>
          </a:p>
        </p:txBody>
      </p:sp>
      <p:sp>
        <p:nvSpPr>
          <p:cNvPr id="4" name="New shape"/>
          <p:cNvSpPr/>
          <p:nvPr/>
        </p:nvSpPr>
        <p:spPr>
          <a:xfrm>
            <a:off x="929640" y="703804"/>
            <a:ext cx="3057104" cy="683121"/>
          </a:xfrm>
          <a:prstGeom prst="rect">
            <a:avLst/>
          </a:prstGeom>
          <a:noFill/>
        </p:spPr>
        <p:style>
          <a:lnRef idx="2">
            <a:srgbClr val="000000">
              <a:alpha val="0"/>
            </a:srgb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lIns="0" tIns="0" rtlCol="0" anchor="ctr">
            <a:spAutoFit/>
          </a:bodyPr>
          <a:lstStyle>
            <a:defPPr/>
          </a:lstStyle>
          <a:p>
            <a:r>
              <a:rPr lang="en-US" sz="4406">
                <a:solidFill>
                  <a:srgbClr val="00AFEF"/>
                </a:solidFill>
                <a:latin typeface="Calibri Light"/>
              </a:rPr>
              <a:t>Binary Search</a:t>
            </a:r>
          </a:p>
        </p:txBody>
      </p:sp>
      <p:sp>
        <p:nvSpPr>
          <p:cNvPr id="5" name="New shape"/>
          <p:cNvSpPr/>
          <p:nvPr/>
        </p:nvSpPr>
        <p:spPr>
          <a:xfrm>
            <a:off x="929640" y="1855998"/>
            <a:ext cx="2537723" cy="497086"/>
          </a:xfrm>
          <a:prstGeom prst="rect">
            <a:avLst/>
          </a:prstGeom>
          <a:noFill/>
        </p:spPr>
        <p:style>
          <a:lnRef idx="2">
            <a:srgbClr val="000000">
              <a:alpha val="0"/>
            </a:srgb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lIns="0" tIns="0" rtlCol="0" anchor="ctr">
            <a:spAutoFit/>
          </a:bodyPr>
          <a:lstStyle>
            <a:defPPr/>
          </a:lstStyle>
          <a:p>
            <a:r>
              <a:rPr lang="en-US" sz="3206">
                <a:solidFill>
                  <a:srgbClr val="000000"/>
                </a:solidFill>
                <a:latin typeface="Calibri"/>
              </a:rPr>
              <a:t>In pseudocode:</a:t>
            </a:r>
          </a:p>
        </p:txBody>
      </p:sp>
      <p:sp>
        <p:nvSpPr>
          <p:cNvPr id="6" name="New shape"/>
          <p:cNvSpPr/>
          <p:nvPr/>
        </p:nvSpPr>
        <p:spPr>
          <a:xfrm>
            <a:off x="929640" y="3016694"/>
            <a:ext cx="142365" cy="454933"/>
          </a:xfrm>
          <a:prstGeom prst="rect">
            <a:avLst/>
          </a:prstGeom>
          <a:noFill/>
        </p:spPr>
        <p:style>
          <a:lnRef idx="2">
            <a:srgbClr val="000000">
              <a:alpha val="0"/>
            </a:srgb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lIns="0" tIns="0" rtlCol="0" anchor="ctr">
            <a:spAutoFit/>
          </a:bodyPr>
          <a:lstStyle>
            <a:defPPr/>
          </a:lstStyle>
          <a:p>
            <a:r>
              <a:rPr lang="en-US" sz="3206">
                <a:solidFill>
                  <a:srgbClr val="000000"/>
                </a:solidFill>
                <a:latin typeface="Arial"/>
              </a:rPr>
              <a:t>•</a:t>
            </a:r>
          </a:p>
        </p:txBody>
      </p:sp>
      <p:sp>
        <p:nvSpPr>
          <p:cNvPr id="7" name="New shape"/>
          <p:cNvSpPr/>
          <p:nvPr/>
        </p:nvSpPr>
        <p:spPr>
          <a:xfrm>
            <a:off x="1158240" y="2987187"/>
            <a:ext cx="6332079" cy="497086"/>
          </a:xfrm>
          <a:prstGeom prst="rect">
            <a:avLst/>
          </a:prstGeom>
          <a:noFill/>
        </p:spPr>
        <p:style>
          <a:lnRef idx="2">
            <a:srgbClr val="000000">
              <a:alpha val="0"/>
            </a:srgb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lIns="0" tIns="0" rtlCol="0" anchor="ctr">
            <a:spAutoFit/>
          </a:bodyPr>
          <a:lstStyle>
            <a:defPPr/>
          </a:lstStyle>
          <a:p>
            <a:r>
              <a:rPr lang="en-US" sz="3206">
                <a:solidFill>
                  <a:srgbClr val="000000"/>
                </a:solidFill>
                <a:latin typeface="Calibri"/>
              </a:rPr>
              <a:t>Repeat until the (sub)array is of size 0:</a:t>
            </a:r>
          </a:p>
        </p:txBody>
      </p:sp>
      <p:sp>
        <p:nvSpPr>
          <p:cNvPr id="8" name="New shape"/>
          <p:cNvSpPr/>
          <p:nvPr/>
        </p:nvSpPr>
        <p:spPr>
          <a:xfrm>
            <a:off x="1387094" y="3519480"/>
            <a:ext cx="124143" cy="396704"/>
          </a:xfrm>
          <a:prstGeom prst="rect">
            <a:avLst/>
          </a:prstGeom>
          <a:noFill/>
        </p:spPr>
        <p:style>
          <a:lnRef idx="2">
            <a:srgbClr val="000000">
              <a:alpha val="0"/>
            </a:srgb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lIns="0" tIns="0" rtlCol="0" anchor="ctr">
            <a:spAutoFit/>
          </a:bodyPr>
          <a:lstStyle>
            <a:defPPr/>
          </a:lstStyle>
          <a:p>
            <a:r>
              <a:rPr lang="en-US" sz="2796">
                <a:solidFill>
                  <a:srgbClr val="000000"/>
                </a:solidFill>
                <a:latin typeface="Arial"/>
              </a:rPr>
              <a:t>•</a:t>
            </a:r>
          </a:p>
        </p:txBody>
      </p:sp>
      <p:sp>
        <p:nvSpPr>
          <p:cNvPr id="9" name="New shape"/>
          <p:cNvSpPr/>
          <p:nvPr/>
        </p:nvSpPr>
        <p:spPr>
          <a:xfrm>
            <a:off x="1615694" y="3493750"/>
            <a:ext cx="7531660" cy="433462"/>
          </a:xfrm>
          <a:prstGeom prst="rect">
            <a:avLst/>
          </a:prstGeom>
          <a:noFill/>
        </p:spPr>
        <p:style>
          <a:lnRef idx="2">
            <a:srgbClr val="000000">
              <a:alpha val="0"/>
            </a:srgb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lIns="0" tIns="0" rtlCol="0" anchor="ctr">
            <a:spAutoFit/>
          </a:bodyPr>
          <a:lstStyle>
            <a:defPPr/>
          </a:lstStyle>
          <a:p>
            <a:r>
              <a:rPr lang="en-US" sz="2796">
                <a:solidFill>
                  <a:srgbClr val="000000"/>
                </a:solidFill>
                <a:latin typeface="Calibri"/>
              </a:rPr>
              <a:t>Calculate the middle point of the current (sub)array.</a:t>
            </a:r>
          </a:p>
        </p:txBody>
      </p:sp>
      <p:sp>
        <p:nvSpPr>
          <p:cNvPr id="10" name="New shape"/>
          <p:cNvSpPr/>
          <p:nvPr/>
        </p:nvSpPr>
        <p:spPr>
          <a:xfrm>
            <a:off x="1387094" y="3966011"/>
            <a:ext cx="124143" cy="396704"/>
          </a:xfrm>
          <a:prstGeom prst="rect">
            <a:avLst/>
          </a:prstGeom>
          <a:noFill/>
        </p:spPr>
        <p:style>
          <a:lnRef idx="2">
            <a:srgbClr val="000000">
              <a:alpha val="0"/>
            </a:srgb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lIns="0" tIns="0" rtlCol="0" anchor="ctr">
            <a:spAutoFit/>
          </a:bodyPr>
          <a:lstStyle>
            <a:defPPr/>
          </a:lstStyle>
          <a:p>
            <a:r>
              <a:rPr lang="en-US" sz="2796">
                <a:solidFill>
                  <a:srgbClr val="000000"/>
                </a:solidFill>
                <a:latin typeface="Arial"/>
              </a:rPr>
              <a:t>•</a:t>
            </a:r>
          </a:p>
        </p:txBody>
      </p:sp>
      <p:sp>
        <p:nvSpPr>
          <p:cNvPr id="11" name="New shape"/>
          <p:cNvSpPr/>
          <p:nvPr/>
        </p:nvSpPr>
        <p:spPr>
          <a:xfrm>
            <a:off x="1615694" y="3940282"/>
            <a:ext cx="4912857" cy="433462"/>
          </a:xfrm>
          <a:prstGeom prst="rect">
            <a:avLst/>
          </a:prstGeom>
          <a:noFill/>
        </p:spPr>
        <p:style>
          <a:lnRef idx="2">
            <a:srgbClr val="000000">
              <a:alpha val="0"/>
            </a:srgb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lIns="0" tIns="0" rtlCol="0" anchor="ctr">
            <a:spAutoFit/>
          </a:bodyPr>
          <a:lstStyle>
            <a:defPPr/>
          </a:lstStyle>
          <a:p>
            <a:r>
              <a:rPr lang="en-US" sz="2796">
                <a:solidFill>
                  <a:srgbClr val="000000"/>
                </a:solidFill>
                <a:latin typeface="Calibri"/>
              </a:rPr>
              <a:t>If the target is at the middle, stop.</a:t>
            </a:r>
          </a:p>
        </p:txBody>
      </p:sp>
      <p:sp>
        <p:nvSpPr>
          <p:cNvPr id="12" name="New shape"/>
          <p:cNvSpPr/>
          <p:nvPr/>
        </p:nvSpPr>
        <p:spPr>
          <a:xfrm>
            <a:off x="1387094" y="4413829"/>
            <a:ext cx="124250" cy="397045"/>
          </a:xfrm>
          <a:prstGeom prst="rect">
            <a:avLst/>
          </a:prstGeom>
          <a:noFill/>
        </p:spPr>
        <p:style>
          <a:lnRef idx="2">
            <a:srgbClr val="000000">
              <a:alpha val="0"/>
            </a:srgb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lIns="0" tIns="0" rtlCol="0" anchor="ctr">
            <a:spAutoFit/>
          </a:bodyPr>
          <a:lstStyle>
            <a:defPPr/>
          </a:lstStyle>
          <a:p>
            <a:r>
              <a:rPr lang="en-US" sz="2798">
                <a:solidFill>
                  <a:srgbClr val="000000"/>
                </a:solidFill>
                <a:latin typeface="Arial"/>
              </a:rPr>
              <a:t>•</a:t>
            </a:r>
          </a:p>
        </p:txBody>
      </p:sp>
      <p:sp>
        <p:nvSpPr>
          <p:cNvPr id="13" name="New shape"/>
          <p:cNvSpPr/>
          <p:nvPr/>
        </p:nvSpPr>
        <p:spPr>
          <a:xfrm>
            <a:off x="1615694" y="4388077"/>
            <a:ext cx="9368558" cy="433834"/>
          </a:xfrm>
          <a:prstGeom prst="rect">
            <a:avLst/>
          </a:prstGeom>
          <a:noFill/>
        </p:spPr>
        <p:style>
          <a:lnRef idx="2">
            <a:srgbClr val="000000">
              <a:alpha val="0"/>
            </a:srgb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lIns="0" tIns="0" rtlCol="0" anchor="ctr">
            <a:spAutoFit/>
          </a:bodyPr>
          <a:lstStyle>
            <a:defPPr/>
          </a:lstStyle>
          <a:p>
            <a:r>
              <a:rPr lang="en-US" sz="2798">
                <a:solidFill>
                  <a:srgbClr val="000000"/>
                </a:solidFill>
                <a:latin typeface="Calibri"/>
              </a:rPr>
              <a:t>Otherwise, if the target is less than what’s at the middle, repeat, </a:t>
            </a:r>
          </a:p>
        </p:txBody>
      </p:sp>
      <p:sp>
        <p:nvSpPr>
          <p:cNvPr id="14" name="New shape"/>
          <p:cNvSpPr/>
          <p:nvPr/>
        </p:nvSpPr>
        <p:spPr>
          <a:xfrm>
            <a:off x="1615694" y="4772767"/>
            <a:ext cx="8382981" cy="433462"/>
          </a:xfrm>
          <a:prstGeom prst="rect">
            <a:avLst/>
          </a:prstGeom>
          <a:noFill/>
        </p:spPr>
        <p:style>
          <a:lnRef idx="2">
            <a:srgbClr val="000000">
              <a:alpha val="0"/>
            </a:srgb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lIns="0" tIns="0" rtlCol="0" anchor="ctr">
            <a:spAutoFit/>
          </a:bodyPr>
          <a:lstStyle>
            <a:defPPr/>
          </a:lstStyle>
          <a:p>
            <a:r>
              <a:rPr lang="en-US" sz="2796">
                <a:solidFill>
                  <a:srgbClr val="000000"/>
                </a:solidFill>
                <a:latin typeface="Calibri"/>
              </a:rPr>
              <a:t>changing the end point to be just to the left of the middle.</a:t>
            </a:r>
          </a:p>
        </p:txBody>
      </p:sp>
      <p:sp>
        <p:nvSpPr>
          <p:cNvPr id="15" name="New shape"/>
          <p:cNvSpPr/>
          <p:nvPr/>
        </p:nvSpPr>
        <p:spPr>
          <a:xfrm>
            <a:off x="1387094" y="5246553"/>
            <a:ext cx="124143" cy="396704"/>
          </a:xfrm>
          <a:prstGeom prst="rect">
            <a:avLst/>
          </a:prstGeom>
          <a:noFill/>
        </p:spPr>
        <p:style>
          <a:lnRef idx="2">
            <a:srgbClr val="000000">
              <a:alpha val="0"/>
            </a:srgb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lIns="0" tIns="0" rtlCol="0" anchor="ctr">
            <a:spAutoFit/>
          </a:bodyPr>
          <a:lstStyle>
            <a:defPPr/>
          </a:lstStyle>
          <a:p>
            <a:r>
              <a:rPr lang="en-US" sz="2796">
                <a:solidFill>
                  <a:srgbClr val="000000"/>
                </a:solidFill>
                <a:latin typeface="Arial"/>
              </a:rPr>
              <a:t>•</a:t>
            </a:r>
          </a:p>
        </p:txBody>
      </p:sp>
      <p:sp>
        <p:nvSpPr>
          <p:cNvPr id="16" name="New shape"/>
          <p:cNvSpPr/>
          <p:nvPr/>
        </p:nvSpPr>
        <p:spPr>
          <a:xfrm>
            <a:off x="1615694" y="5220823"/>
            <a:ext cx="8680335" cy="433462"/>
          </a:xfrm>
          <a:prstGeom prst="rect">
            <a:avLst/>
          </a:prstGeom>
          <a:noFill/>
        </p:spPr>
        <p:style>
          <a:lnRef idx="2">
            <a:srgbClr val="000000">
              <a:alpha val="0"/>
            </a:srgb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lIns="0" tIns="0" rtlCol="0" anchor="ctr">
            <a:spAutoFit/>
          </a:bodyPr>
          <a:lstStyle>
            <a:defPPr/>
          </a:lstStyle>
          <a:p>
            <a:r>
              <a:rPr lang="en-US" sz="2796">
                <a:solidFill>
                  <a:srgbClr val="000000"/>
                </a:solidFill>
                <a:latin typeface="Calibri"/>
              </a:rPr>
              <a:t>Otherwise, if thetarget is greater than what’s at the middle, </a:t>
            </a:r>
          </a:p>
        </p:txBody>
      </p:sp>
      <p:sp>
        <p:nvSpPr>
          <p:cNvPr id="17" name="New shape"/>
          <p:cNvSpPr/>
          <p:nvPr/>
        </p:nvSpPr>
        <p:spPr>
          <a:xfrm>
            <a:off x="1615694" y="5604559"/>
            <a:ext cx="8739151" cy="433834"/>
          </a:xfrm>
          <a:prstGeom prst="rect">
            <a:avLst/>
          </a:prstGeom>
          <a:noFill/>
        </p:spPr>
        <p:style>
          <a:lnRef idx="2">
            <a:srgbClr val="000000">
              <a:alpha val="0"/>
            </a:srgb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lIns="0" tIns="0" rtlCol="0" anchor="ctr">
            <a:spAutoFit/>
          </a:bodyPr>
          <a:lstStyle>
            <a:defPPr/>
          </a:lstStyle>
          <a:p>
            <a:r>
              <a:rPr lang="en-US" sz="2798">
                <a:solidFill>
                  <a:srgbClr val="000000"/>
                </a:solidFill>
                <a:latin typeface="Calibri"/>
              </a:rPr>
              <a:t>repeat, changing the start point to be just to the right of the </a:t>
            </a:r>
          </a:p>
        </p:txBody>
      </p:sp>
      <p:sp>
        <p:nvSpPr>
          <p:cNvPr id="18" name="New shape"/>
          <p:cNvSpPr/>
          <p:nvPr/>
        </p:nvSpPr>
        <p:spPr>
          <a:xfrm>
            <a:off x="1615694" y="5989173"/>
            <a:ext cx="1085909" cy="433462"/>
          </a:xfrm>
          <a:prstGeom prst="rect">
            <a:avLst/>
          </a:prstGeom>
          <a:noFill/>
        </p:spPr>
        <p:style>
          <a:lnRef idx="2">
            <a:srgbClr val="000000">
              <a:alpha val="0"/>
            </a:srgb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lIns="0" tIns="0" rtlCol="0" anchor="ctr">
            <a:spAutoFit/>
          </a:bodyPr>
          <a:lstStyle>
            <a:defPPr/>
          </a:lstStyle>
          <a:p>
            <a:r>
              <a:rPr lang="en-US" sz="2796">
                <a:solidFill>
                  <a:srgbClr val="000000"/>
                </a:solidFill>
                <a:latin typeface="Calibri"/>
              </a:rPr>
              <a:t>middle.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ew shape"/>
          <p:cNvSpPr/>
          <p:nvPr/>
        </p:nvSpPr>
        <p:spPr>
          <a:xfrm>
            <a:off x="0" y="-1"/>
            <a:ext cx="12192000" cy="6857999"/>
          </a:xfrm>
          <a:prstGeom prst="rect">
            <a:avLst/>
          </a:prstGeom>
          <a:solidFill>
            <a:srgbClr val="FFFFFF"/>
          </a:solidFill>
          <a:ln w="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/>
          </a:lstStyle>
          <a:p>
            <a:endParaRPr lang="en-US"/>
          </a:p>
        </p:txBody>
      </p:sp>
      <p:sp>
        <p:nvSpPr>
          <p:cNvPr id="3" name="New shape"/>
          <p:cNvSpPr/>
          <p:nvPr/>
        </p:nvSpPr>
        <p:spPr>
          <a:xfrm>
            <a:off x="838200" y="2155825"/>
            <a:ext cx="701040" cy="579120"/>
          </a:xfrm>
          <a:prstGeom prst="rect">
            <a:avLst/>
          </a:prstGeom>
          <a:solidFill>
            <a:srgbClr val="FF0000"/>
          </a:solidFill>
          <a:ln w="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/>
          </a:lstStyle>
          <a:p>
            <a:endParaRPr lang="en-US"/>
          </a:p>
        </p:txBody>
      </p:sp>
      <p:sp>
        <p:nvSpPr>
          <p:cNvPr id="4" name="New shape"/>
          <p:cNvSpPr/>
          <p:nvPr/>
        </p:nvSpPr>
        <p:spPr>
          <a:xfrm>
            <a:off x="1539240" y="2155825"/>
            <a:ext cx="701040" cy="579120"/>
          </a:xfrm>
          <a:prstGeom prst="rect">
            <a:avLst/>
          </a:prstGeom>
          <a:solidFill>
            <a:srgbClr val="FF0000"/>
          </a:solidFill>
          <a:ln w="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/>
          </a:lstStyle>
          <a:p>
            <a:endParaRPr lang="en-US"/>
          </a:p>
        </p:txBody>
      </p:sp>
      <p:sp>
        <p:nvSpPr>
          <p:cNvPr id="5" name="New shape"/>
          <p:cNvSpPr/>
          <p:nvPr/>
        </p:nvSpPr>
        <p:spPr>
          <a:xfrm>
            <a:off x="2240280" y="2155825"/>
            <a:ext cx="701040" cy="579120"/>
          </a:xfrm>
          <a:prstGeom prst="rect">
            <a:avLst/>
          </a:prstGeom>
          <a:solidFill>
            <a:srgbClr val="FF0000"/>
          </a:solidFill>
          <a:ln w="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/>
          </a:lstStyle>
          <a:p>
            <a:endParaRPr lang="en-US"/>
          </a:p>
        </p:txBody>
      </p:sp>
      <p:sp>
        <p:nvSpPr>
          <p:cNvPr id="6" name="New shape"/>
          <p:cNvSpPr/>
          <p:nvPr/>
        </p:nvSpPr>
        <p:spPr>
          <a:xfrm>
            <a:off x="2941320" y="2155825"/>
            <a:ext cx="701040" cy="579120"/>
          </a:xfrm>
          <a:prstGeom prst="rect">
            <a:avLst/>
          </a:prstGeom>
          <a:solidFill>
            <a:srgbClr val="FF0000"/>
          </a:solidFill>
          <a:ln w="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/>
          </a:lstStyle>
          <a:p>
            <a:endParaRPr lang="en-US"/>
          </a:p>
        </p:txBody>
      </p:sp>
      <p:sp>
        <p:nvSpPr>
          <p:cNvPr id="7" name="New shape"/>
          <p:cNvSpPr/>
          <p:nvPr/>
        </p:nvSpPr>
        <p:spPr>
          <a:xfrm>
            <a:off x="3642360" y="2155825"/>
            <a:ext cx="701040" cy="579120"/>
          </a:xfrm>
          <a:prstGeom prst="rect">
            <a:avLst/>
          </a:prstGeom>
          <a:solidFill>
            <a:srgbClr val="FF0000"/>
          </a:solidFill>
          <a:ln w="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/>
          </a:lstStyle>
          <a:p>
            <a:endParaRPr lang="en-US"/>
          </a:p>
        </p:txBody>
      </p:sp>
      <p:sp>
        <p:nvSpPr>
          <p:cNvPr id="8" name="New shape"/>
          <p:cNvSpPr/>
          <p:nvPr/>
        </p:nvSpPr>
        <p:spPr>
          <a:xfrm>
            <a:off x="4343400" y="2155825"/>
            <a:ext cx="701040" cy="579120"/>
          </a:xfrm>
          <a:prstGeom prst="rect">
            <a:avLst/>
          </a:prstGeom>
          <a:solidFill>
            <a:srgbClr val="FF0000"/>
          </a:solidFill>
          <a:ln w="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/>
          </a:lstStyle>
          <a:p>
            <a:endParaRPr lang="en-US"/>
          </a:p>
        </p:txBody>
      </p:sp>
      <p:sp>
        <p:nvSpPr>
          <p:cNvPr id="9" name="New shape"/>
          <p:cNvSpPr/>
          <p:nvPr/>
        </p:nvSpPr>
        <p:spPr>
          <a:xfrm>
            <a:off x="5044440" y="2155825"/>
            <a:ext cx="701040" cy="579120"/>
          </a:xfrm>
          <a:prstGeom prst="rect">
            <a:avLst/>
          </a:prstGeom>
          <a:solidFill>
            <a:srgbClr val="FF0000"/>
          </a:solidFill>
          <a:ln w="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/>
          </a:lstStyle>
          <a:p>
            <a:endParaRPr lang="en-US"/>
          </a:p>
        </p:txBody>
      </p:sp>
      <p:sp>
        <p:nvSpPr>
          <p:cNvPr id="10" name="New shape"/>
          <p:cNvSpPr/>
          <p:nvPr/>
        </p:nvSpPr>
        <p:spPr>
          <a:xfrm>
            <a:off x="5745480" y="2155825"/>
            <a:ext cx="701040" cy="579120"/>
          </a:xfrm>
          <a:prstGeom prst="rect">
            <a:avLst/>
          </a:prstGeom>
          <a:solidFill>
            <a:srgbClr val="FF0000"/>
          </a:solidFill>
          <a:ln w="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/>
          </a:lstStyle>
          <a:p>
            <a:endParaRPr lang="en-US"/>
          </a:p>
        </p:txBody>
      </p:sp>
      <p:sp>
        <p:nvSpPr>
          <p:cNvPr id="11" name="New shape"/>
          <p:cNvSpPr/>
          <p:nvPr/>
        </p:nvSpPr>
        <p:spPr>
          <a:xfrm>
            <a:off x="6446520" y="2155825"/>
            <a:ext cx="701040" cy="579120"/>
          </a:xfrm>
          <a:prstGeom prst="rect">
            <a:avLst/>
          </a:prstGeom>
          <a:solidFill>
            <a:srgbClr val="FF0000"/>
          </a:solidFill>
          <a:ln w="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/>
          </a:lstStyle>
          <a:p>
            <a:endParaRPr lang="en-US"/>
          </a:p>
        </p:txBody>
      </p:sp>
      <p:sp>
        <p:nvSpPr>
          <p:cNvPr id="12" name="New shape"/>
          <p:cNvSpPr/>
          <p:nvPr/>
        </p:nvSpPr>
        <p:spPr>
          <a:xfrm>
            <a:off x="7147561" y="2155825"/>
            <a:ext cx="701040" cy="579120"/>
          </a:xfrm>
          <a:prstGeom prst="rect">
            <a:avLst/>
          </a:prstGeom>
          <a:solidFill>
            <a:srgbClr val="FF0000"/>
          </a:solidFill>
          <a:ln w="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/>
          </a:lstStyle>
          <a:p>
            <a:endParaRPr lang="en-US"/>
          </a:p>
        </p:txBody>
      </p:sp>
      <p:sp>
        <p:nvSpPr>
          <p:cNvPr id="13" name="New shape"/>
          <p:cNvSpPr/>
          <p:nvPr/>
        </p:nvSpPr>
        <p:spPr>
          <a:xfrm>
            <a:off x="7848600" y="2155825"/>
            <a:ext cx="701040" cy="579120"/>
          </a:xfrm>
          <a:prstGeom prst="rect">
            <a:avLst/>
          </a:prstGeom>
          <a:solidFill>
            <a:srgbClr val="FF0000"/>
          </a:solidFill>
          <a:ln w="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/>
          </a:lstStyle>
          <a:p>
            <a:endParaRPr lang="en-US"/>
          </a:p>
        </p:txBody>
      </p:sp>
      <p:sp>
        <p:nvSpPr>
          <p:cNvPr id="14" name="New shape"/>
          <p:cNvSpPr/>
          <p:nvPr/>
        </p:nvSpPr>
        <p:spPr>
          <a:xfrm>
            <a:off x="8549641" y="2155825"/>
            <a:ext cx="701040" cy="579120"/>
          </a:xfrm>
          <a:prstGeom prst="rect">
            <a:avLst/>
          </a:prstGeom>
          <a:solidFill>
            <a:srgbClr val="FF0000"/>
          </a:solidFill>
          <a:ln w="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/>
          </a:lstStyle>
          <a:p>
            <a:endParaRPr lang="en-US"/>
          </a:p>
        </p:txBody>
      </p:sp>
      <p:sp>
        <p:nvSpPr>
          <p:cNvPr id="15" name="New shape"/>
          <p:cNvSpPr/>
          <p:nvPr/>
        </p:nvSpPr>
        <p:spPr>
          <a:xfrm>
            <a:off x="9250680" y="2155825"/>
            <a:ext cx="701040" cy="579120"/>
          </a:xfrm>
          <a:prstGeom prst="rect">
            <a:avLst/>
          </a:prstGeom>
          <a:solidFill>
            <a:srgbClr val="FF0000"/>
          </a:solidFill>
          <a:ln w="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/>
          </a:lstStyle>
          <a:p>
            <a:endParaRPr lang="en-US"/>
          </a:p>
        </p:txBody>
      </p:sp>
      <p:sp>
        <p:nvSpPr>
          <p:cNvPr id="16" name="New shape"/>
          <p:cNvSpPr/>
          <p:nvPr/>
        </p:nvSpPr>
        <p:spPr>
          <a:xfrm>
            <a:off x="9951720" y="2155825"/>
            <a:ext cx="701040" cy="579120"/>
          </a:xfrm>
          <a:prstGeom prst="rect">
            <a:avLst/>
          </a:prstGeom>
          <a:solidFill>
            <a:srgbClr val="FF0000"/>
          </a:solidFill>
          <a:ln w="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/>
          </a:lstStyle>
          <a:p>
            <a:endParaRPr lang="en-US"/>
          </a:p>
        </p:txBody>
      </p:sp>
      <p:sp>
        <p:nvSpPr>
          <p:cNvPr id="17" name="New shape"/>
          <p:cNvSpPr/>
          <p:nvPr/>
        </p:nvSpPr>
        <p:spPr>
          <a:xfrm>
            <a:off x="10652761" y="2155825"/>
            <a:ext cx="701040" cy="579120"/>
          </a:xfrm>
          <a:prstGeom prst="rect">
            <a:avLst/>
          </a:prstGeom>
          <a:solidFill>
            <a:srgbClr val="FF0000"/>
          </a:solidFill>
          <a:ln w="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/>
          </a:lstStyle>
          <a:p>
            <a:endParaRPr lang="en-US"/>
          </a:p>
        </p:txBody>
      </p:sp>
      <p:sp>
        <p:nvSpPr>
          <p:cNvPr id="18" name="New shape"/>
          <p:cNvSpPr/>
          <p:nvPr/>
        </p:nvSpPr>
        <p:spPr>
          <a:xfrm>
            <a:off x="1539240" y="2149475"/>
            <a:ext cx="0" cy="604520"/>
          </a:xfrm>
          <a:prstGeom prst="line">
            <a:avLst/>
          </a:prstGeom>
          <a:ln w="12700">
            <a:solidFill>
              <a:srgbClr val="FFFFFF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>
            <a:defPPr/>
          </a:lstStyle>
          <a:p>
            <a:endParaRPr lang="en-US"/>
          </a:p>
        </p:txBody>
      </p:sp>
      <p:sp>
        <p:nvSpPr>
          <p:cNvPr id="19" name="New shape"/>
          <p:cNvSpPr/>
          <p:nvPr/>
        </p:nvSpPr>
        <p:spPr>
          <a:xfrm>
            <a:off x="2240280" y="2149475"/>
            <a:ext cx="0" cy="604520"/>
          </a:xfrm>
          <a:prstGeom prst="line">
            <a:avLst/>
          </a:prstGeom>
          <a:ln w="12700">
            <a:solidFill>
              <a:srgbClr val="FFFFFF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>
            <a:defPPr/>
          </a:lstStyle>
          <a:p>
            <a:endParaRPr lang="en-US"/>
          </a:p>
        </p:txBody>
      </p:sp>
      <p:sp>
        <p:nvSpPr>
          <p:cNvPr id="20" name="New shape"/>
          <p:cNvSpPr/>
          <p:nvPr/>
        </p:nvSpPr>
        <p:spPr>
          <a:xfrm>
            <a:off x="2941320" y="2149475"/>
            <a:ext cx="0" cy="604520"/>
          </a:xfrm>
          <a:prstGeom prst="line">
            <a:avLst/>
          </a:prstGeom>
          <a:ln w="12700">
            <a:solidFill>
              <a:srgbClr val="FFFFFF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>
            <a:defPPr/>
          </a:lstStyle>
          <a:p>
            <a:endParaRPr lang="en-US"/>
          </a:p>
        </p:txBody>
      </p:sp>
      <p:sp>
        <p:nvSpPr>
          <p:cNvPr id="21" name="New shape"/>
          <p:cNvSpPr/>
          <p:nvPr/>
        </p:nvSpPr>
        <p:spPr>
          <a:xfrm>
            <a:off x="3642360" y="2149475"/>
            <a:ext cx="0" cy="604520"/>
          </a:xfrm>
          <a:prstGeom prst="line">
            <a:avLst/>
          </a:prstGeom>
          <a:ln w="12700">
            <a:solidFill>
              <a:srgbClr val="FFFFFF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>
            <a:defPPr/>
          </a:lstStyle>
          <a:p>
            <a:endParaRPr lang="en-US"/>
          </a:p>
        </p:txBody>
      </p:sp>
      <p:sp>
        <p:nvSpPr>
          <p:cNvPr id="22" name="New shape"/>
          <p:cNvSpPr/>
          <p:nvPr/>
        </p:nvSpPr>
        <p:spPr>
          <a:xfrm>
            <a:off x="4343400" y="2149475"/>
            <a:ext cx="0" cy="604520"/>
          </a:xfrm>
          <a:prstGeom prst="line">
            <a:avLst/>
          </a:prstGeom>
          <a:ln w="12700">
            <a:solidFill>
              <a:srgbClr val="FFFFFF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>
            <a:defPPr/>
          </a:lstStyle>
          <a:p>
            <a:endParaRPr lang="en-US"/>
          </a:p>
        </p:txBody>
      </p:sp>
      <p:sp>
        <p:nvSpPr>
          <p:cNvPr id="23" name="New shape"/>
          <p:cNvSpPr/>
          <p:nvPr/>
        </p:nvSpPr>
        <p:spPr>
          <a:xfrm>
            <a:off x="5044440" y="2149475"/>
            <a:ext cx="0" cy="604520"/>
          </a:xfrm>
          <a:prstGeom prst="line">
            <a:avLst/>
          </a:prstGeom>
          <a:ln w="12700">
            <a:solidFill>
              <a:srgbClr val="FFFFFF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>
            <a:defPPr/>
          </a:lstStyle>
          <a:p>
            <a:endParaRPr lang="en-US"/>
          </a:p>
        </p:txBody>
      </p:sp>
      <p:sp>
        <p:nvSpPr>
          <p:cNvPr id="24" name="New shape"/>
          <p:cNvSpPr/>
          <p:nvPr/>
        </p:nvSpPr>
        <p:spPr>
          <a:xfrm>
            <a:off x="5745480" y="2149475"/>
            <a:ext cx="0" cy="604520"/>
          </a:xfrm>
          <a:prstGeom prst="line">
            <a:avLst/>
          </a:prstGeom>
          <a:ln w="12700">
            <a:solidFill>
              <a:srgbClr val="FFFFFF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>
            <a:defPPr/>
          </a:lstStyle>
          <a:p>
            <a:endParaRPr lang="en-US"/>
          </a:p>
        </p:txBody>
      </p:sp>
      <p:sp>
        <p:nvSpPr>
          <p:cNvPr id="25" name="New shape"/>
          <p:cNvSpPr/>
          <p:nvPr/>
        </p:nvSpPr>
        <p:spPr>
          <a:xfrm>
            <a:off x="6446520" y="2149475"/>
            <a:ext cx="0" cy="604520"/>
          </a:xfrm>
          <a:prstGeom prst="line">
            <a:avLst/>
          </a:prstGeom>
          <a:ln w="12700">
            <a:solidFill>
              <a:srgbClr val="FFFFFF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>
            <a:defPPr/>
          </a:lstStyle>
          <a:p>
            <a:endParaRPr lang="en-US"/>
          </a:p>
        </p:txBody>
      </p:sp>
      <p:sp>
        <p:nvSpPr>
          <p:cNvPr id="26" name="New shape"/>
          <p:cNvSpPr/>
          <p:nvPr/>
        </p:nvSpPr>
        <p:spPr>
          <a:xfrm>
            <a:off x="7147560" y="2149475"/>
            <a:ext cx="0" cy="604520"/>
          </a:xfrm>
          <a:prstGeom prst="line">
            <a:avLst/>
          </a:prstGeom>
          <a:ln w="12700">
            <a:solidFill>
              <a:srgbClr val="FFFFFF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>
            <a:defPPr/>
          </a:lstStyle>
          <a:p>
            <a:endParaRPr lang="en-US"/>
          </a:p>
        </p:txBody>
      </p:sp>
      <p:sp>
        <p:nvSpPr>
          <p:cNvPr id="27" name="New shape"/>
          <p:cNvSpPr/>
          <p:nvPr/>
        </p:nvSpPr>
        <p:spPr>
          <a:xfrm>
            <a:off x="7848600" y="2149475"/>
            <a:ext cx="0" cy="604520"/>
          </a:xfrm>
          <a:prstGeom prst="line">
            <a:avLst/>
          </a:prstGeom>
          <a:ln w="12700">
            <a:solidFill>
              <a:srgbClr val="FFFFFF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>
            <a:defPPr/>
          </a:lstStyle>
          <a:p>
            <a:endParaRPr lang="en-US"/>
          </a:p>
        </p:txBody>
      </p:sp>
      <p:sp>
        <p:nvSpPr>
          <p:cNvPr id="28" name="New shape"/>
          <p:cNvSpPr/>
          <p:nvPr/>
        </p:nvSpPr>
        <p:spPr>
          <a:xfrm>
            <a:off x="8549640" y="2149475"/>
            <a:ext cx="0" cy="604520"/>
          </a:xfrm>
          <a:prstGeom prst="line">
            <a:avLst/>
          </a:prstGeom>
          <a:ln w="12700">
            <a:solidFill>
              <a:srgbClr val="FFFFFF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>
            <a:defPPr/>
          </a:lstStyle>
          <a:p>
            <a:endParaRPr lang="en-US"/>
          </a:p>
        </p:txBody>
      </p:sp>
      <p:sp>
        <p:nvSpPr>
          <p:cNvPr id="29" name="New shape"/>
          <p:cNvSpPr/>
          <p:nvPr/>
        </p:nvSpPr>
        <p:spPr>
          <a:xfrm>
            <a:off x="9250680" y="2149475"/>
            <a:ext cx="0" cy="604520"/>
          </a:xfrm>
          <a:prstGeom prst="line">
            <a:avLst/>
          </a:prstGeom>
          <a:ln w="12700">
            <a:solidFill>
              <a:srgbClr val="FFFFFF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>
            <a:defPPr/>
          </a:lstStyle>
          <a:p>
            <a:endParaRPr lang="en-US"/>
          </a:p>
        </p:txBody>
      </p:sp>
      <p:sp>
        <p:nvSpPr>
          <p:cNvPr id="30" name="New shape"/>
          <p:cNvSpPr/>
          <p:nvPr/>
        </p:nvSpPr>
        <p:spPr>
          <a:xfrm>
            <a:off x="9951720" y="2149475"/>
            <a:ext cx="0" cy="604520"/>
          </a:xfrm>
          <a:prstGeom prst="line">
            <a:avLst/>
          </a:prstGeom>
          <a:ln w="12700">
            <a:solidFill>
              <a:srgbClr val="FFFFFF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>
            <a:defPPr/>
          </a:lstStyle>
          <a:p>
            <a:endParaRPr lang="en-US"/>
          </a:p>
        </p:txBody>
      </p:sp>
      <p:sp>
        <p:nvSpPr>
          <p:cNvPr id="31" name="New shape"/>
          <p:cNvSpPr/>
          <p:nvPr/>
        </p:nvSpPr>
        <p:spPr>
          <a:xfrm>
            <a:off x="10652760" y="2149475"/>
            <a:ext cx="0" cy="604520"/>
          </a:xfrm>
          <a:prstGeom prst="line">
            <a:avLst/>
          </a:prstGeom>
          <a:ln w="12700">
            <a:solidFill>
              <a:srgbClr val="FFFFFF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>
            <a:defPPr/>
          </a:lstStyle>
          <a:p>
            <a:endParaRPr lang="en-US"/>
          </a:p>
        </p:txBody>
      </p:sp>
      <p:sp>
        <p:nvSpPr>
          <p:cNvPr id="32" name="New shape"/>
          <p:cNvSpPr/>
          <p:nvPr/>
        </p:nvSpPr>
        <p:spPr>
          <a:xfrm>
            <a:off x="838200" y="2149475"/>
            <a:ext cx="0" cy="604520"/>
          </a:xfrm>
          <a:prstGeom prst="line">
            <a:avLst/>
          </a:prstGeom>
          <a:ln w="12700">
            <a:solidFill>
              <a:srgbClr val="FFFFFF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>
            <a:defPPr/>
          </a:lstStyle>
          <a:p>
            <a:endParaRPr lang="en-US"/>
          </a:p>
        </p:txBody>
      </p:sp>
      <p:sp>
        <p:nvSpPr>
          <p:cNvPr id="33" name="New shape"/>
          <p:cNvSpPr/>
          <p:nvPr/>
        </p:nvSpPr>
        <p:spPr>
          <a:xfrm>
            <a:off x="11353800" y="2149475"/>
            <a:ext cx="0" cy="604520"/>
          </a:xfrm>
          <a:prstGeom prst="line">
            <a:avLst/>
          </a:prstGeom>
          <a:ln w="12700">
            <a:solidFill>
              <a:srgbClr val="FFFFFF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>
            <a:defPPr/>
          </a:lstStyle>
          <a:p>
            <a:endParaRPr lang="en-US"/>
          </a:p>
        </p:txBody>
      </p:sp>
      <p:sp>
        <p:nvSpPr>
          <p:cNvPr id="34" name="New shape"/>
          <p:cNvSpPr/>
          <p:nvPr/>
        </p:nvSpPr>
        <p:spPr>
          <a:xfrm>
            <a:off x="831850" y="2155825"/>
            <a:ext cx="10528300" cy="0"/>
          </a:xfrm>
          <a:prstGeom prst="line">
            <a:avLst/>
          </a:prstGeom>
          <a:ln w="12700">
            <a:solidFill>
              <a:srgbClr val="FFFFFF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>
            <a:defPPr/>
          </a:lstStyle>
          <a:p>
            <a:endParaRPr lang="en-US"/>
          </a:p>
        </p:txBody>
      </p:sp>
      <p:sp>
        <p:nvSpPr>
          <p:cNvPr id="35" name="New shape"/>
          <p:cNvSpPr/>
          <p:nvPr/>
        </p:nvSpPr>
        <p:spPr>
          <a:xfrm>
            <a:off x="831850" y="2734945"/>
            <a:ext cx="10528300" cy="0"/>
          </a:xfrm>
          <a:prstGeom prst="line">
            <a:avLst/>
          </a:prstGeom>
          <a:ln w="38100">
            <a:solidFill>
              <a:srgbClr val="FFFFFF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>
            <a:defPPr/>
          </a:lstStyle>
          <a:p>
            <a:endParaRPr lang="en-US"/>
          </a:p>
        </p:txBody>
      </p:sp>
      <p:sp>
        <p:nvSpPr>
          <p:cNvPr id="36" name="New shape"/>
          <p:cNvSpPr/>
          <p:nvPr/>
        </p:nvSpPr>
        <p:spPr>
          <a:xfrm>
            <a:off x="281940" y="4044061"/>
            <a:ext cx="2532888" cy="25908"/>
          </a:xfrm>
          <a:prstGeom prst="rect">
            <a:avLst/>
          </a:prstGeom>
          <a:solidFill>
            <a:srgbClr val="000000"/>
          </a:solidFill>
          <a:ln w="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/>
          </a:lstStyle>
          <a:p>
            <a:endParaRPr lang="en-US"/>
          </a:p>
        </p:txBody>
      </p:sp>
      <p:sp>
        <p:nvSpPr>
          <p:cNvPr id="37" name="New shape"/>
          <p:cNvSpPr/>
          <p:nvPr/>
        </p:nvSpPr>
        <p:spPr>
          <a:xfrm>
            <a:off x="7034276" y="861822"/>
            <a:ext cx="1079881" cy="457200"/>
          </a:xfrm>
          <a:prstGeom prst="rect">
            <a:avLst/>
          </a:prstGeom>
          <a:solidFill>
            <a:srgbClr val="5B9BD4"/>
          </a:solidFill>
          <a:ln w="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/>
          </a:lstStyle>
          <a:p>
            <a:endParaRPr lang="en-US"/>
          </a:p>
        </p:txBody>
      </p:sp>
      <p:sp>
        <p:nvSpPr>
          <p:cNvPr id="38" name="New shape"/>
          <p:cNvSpPr/>
          <p:nvPr/>
        </p:nvSpPr>
        <p:spPr>
          <a:xfrm>
            <a:off x="8114156" y="861822"/>
            <a:ext cx="1079881" cy="457200"/>
          </a:xfrm>
          <a:prstGeom prst="rect">
            <a:avLst/>
          </a:prstGeom>
          <a:solidFill>
            <a:srgbClr val="5B9BD4"/>
          </a:solidFill>
          <a:ln w="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/>
          </a:lstStyle>
          <a:p>
            <a:endParaRPr lang="en-US"/>
          </a:p>
        </p:txBody>
      </p:sp>
      <p:sp>
        <p:nvSpPr>
          <p:cNvPr id="39" name="New shape"/>
          <p:cNvSpPr/>
          <p:nvPr/>
        </p:nvSpPr>
        <p:spPr>
          <a:xfrm>
            <a:off x="9194037" y="861822"/>
            <a:ext cx="1079881" cy="457200"/>
          </a:xfrm>
          <a:prstGeom prst="rect">
            <a:avLst/>
          </a:prstGeom>
          <a:solidFill>
            <a:srgbClr val="5B9BD4"/>
          </a:solidFill>
          <a:ln w="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/>
          </a:lstStyle>
          <a:p>
            <a:endParaRPr lang="en-US"/>
          </a:p>
        </p:txBody>
      </p:sp>
      <p:sp>
        <p:nvSpPr>
          <p:cNvPr id="40" name="New shape"/>
          <p:cNvSpPr/>
          <p:nvPr/>
        </p:nvSpPr>
        <p:spPr>
          <a:xfrm>
            <a:off x="10273919" y="861822"/>
            <a:ext cx="1079881" cy="457200"/>
          </a:xfrm>
          <a:prstGeom prst="rect">
            <a:avLst/>
          </a:prstGeom>
          <a:solidFill>
            <a:srgbClr val="5B9BD4"/>
          </a:solidFill>
          <a:ln w="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/>
          </a:lstStyle>
          <a:p>
            <a:endParaRPr lang="en-US"/>
          </a:p>
        </p:txBody>
      </p:sp>
      <p:sp>
        <p:nvSpPr>
          <p:cNvPr id="41" name="New shape"/>
          <p:cNvSpPr/>
          <p:nvPr/>
        </p:nvSpPr>
        <p:spPr>
          <a:xfrm>
            <a:off x="7034276" y="1319022"/>
            <a:ext cx="1079881" cy="457200"/>
          </a:xfrm>
          <a:prstGeom prst="rect">
            <a:avLst/>
          </a:prstGeom>
          <a:solidFill>
            <a:srgbClr val="D2DEEE"/>
          </a:solidFill>
          <a:ln w="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/>
          </a:lstStyle>
          <a:p>
            <a:endParaRPr lang="en-US"/>
          </a:p>
        </p:txBody>
      </p:sp>
      <p:sp>
        <p:nvSpPr>
          <p:cNvPr id="42" name="New shape"/>
          <p:cNvSpPr/>
          <p:nvPr/>
        </p:nvSpPr>
        <p:spPr>
          <a:xfrm>
            <a:off x="8114156" y="1319022"/>
            <a:ext cx="1079881" cy="457200"/>
          </a:xfrm>
          <a:prstGeom prst="rect">
            <a:avLst/>
          </a:prstGeom>
          <a:solidFill>
            <a:srgbClr val="D2DEEE"/>
          </a:solidFill>
          <a:ln w="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/>
          </a:lstStyle>
          <a:p>
            <a:endParaRPr lang="en-US"/>
          </a:p>
        </p:txBody>
      </p:sp>
      <p:sp>
        <p:nvSpPr>
          <p:cNvPr id="43" name="New shape"/>
          <p:cNvSpPr/>
          <p:nvPr/>
        </p:nvSpPr>
        <p:spPr>
          <a:xfrm>
            <a:off x="9194037" y="1319022"/>
            <a:ext cx="1079881" cy="457200"/>
          </a:xfrm>
          <a:prstGeom prst="rect">
            <a:avLst/>
          </a:prstGeom>
          <a:solidFill>
            <a:srgbClr val="D2DEEE"/>
          </a:solidFill>
          <a:ln w="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/>
          </a:lstStyle>
          <a:p>
            <a:endParaRPr lang="en-US"/>
          </a:p>
        </p:txBody>
      </p:sp>
      <p:sp>
        <p:nvSpPr>
          <p:cNvPr id="44" name="New shape"/>
          <p:cNvSpPr/>
          <p:nvPr/>
        </p:nvSpPr>
        <p:spPr>
          <a:xfrm>
            <a:off x="10273919" y="1319022"/>
            <a:ext cx="1079881" cy="457200"/>
          </a:xfrm>
          <a:prstGeom prst="rect">
            <a:avLst/>
          </a:prstGeom>
          <a:solidFill>
            <a:srgbClr val="D2DEEE"/>
          </a:solidFill>
          <a:ln w="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/>
          </a:lstStyle>
          <a:p>
            <a:endParaRPr lang="en-US"/>
          </a:p>
        </p:txBody>
      </p:sp>
      <p:sp>
        <p:nvSpPr>
          <p:cNvPr id="45" name="New shape"/>
          <p:cNvSpPr/>
          <p:nvPr/>
        </p:nvSpPr>
        <p:spPr>
          <a:xfrm>
            <a:off x="8114157" y="855472"/>
            <a:ext cx="0" cy="927100"/>
          </a:xfrm>
          <a:prstGeom prst="line">
            <a:avLst/>
          </a:prstGeom>
          <a:ln w="12700">
            <a:solidFill>
              <a:srgbClr val="FFFFFF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>
            <a:defPPr/>
          </a:lstStyle>
          <a:p>
            <a:endParaRPr lang="en-US"/>
          </a:p>
        </p:txBody>
      </p:sp>
      <p:sp>
        <p:nvSpPr>
          <p:cNvPr id="46" name="New shape"/>
          <p:cNvSpPr/>
          <p:nvPr/>
        </p:nvSpPr>
        <p:spPr>
          <a:xfrm>
            <a:off x="9194038" y="855472"/>
            <a:ext cx="0" cy="927100"/>
          </a:xfrm>
          <a:prstGeom prst="line">
            <a:avLst/>
          </a:prstGeom>
          <a:ln w="12700">
            <a:solidFill>
              <a:srgbClr val="FFFFFF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>
            <a:defPPr/>
          </a:lstStyle>
          <a:p>
            <a:endParaRPr lang="en-US"/>
          </a:p>
        </p:txBody>
      </p:sp>
      <p:sp>
        <p:nvSpPr>
          <p:cNvPr id="47" name="New shape"/>
          <p:cNvSpPr/>
          <p:nvPr/>
        </p:nvSpPr>
        <p:spPr>
          <a:xfrm>
            <a:off x="10273919" y="855472"/>
            <a:ext cx="0" cy="927100"/>
          </a:xfrm>
          <a:prstGeom prst="line">
            <a:avLst/>
          </a:prstGeom>
          <a:ln w="12700">
            <a:solidFill>
              <a:srgbClr val="FFFFFF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>
            <a:defPPr/>
          </a:lstStyle>
          <a:p>
            <a:endParaRPr lang="en-US"/>
          </a:p>
        </p:txBody>
      </p:sp>
      <p:sp>
        <p:nvSpPr>
          <p:cNvPr id="48" name="New shape"/>
          <p:cNvSpPr/>
          <p:nvPr/>
        </p:nvSpPr>
        <p:spPr>
          <a:xfrm>
            <a:off x="7027926" y="1319022"/>
            <a:ext cx="4332224" cy="0"/>
          </a:xfrm>
          <a:prstGeom prst="line">
            <a:avLst/>
          </a:prstGeom>
          <a:ln w="38100">
            <a:solidFill>
              <a:srgbClr val="FFFFFF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>
            <a:defPPr/>
          </a:lstStyle>
          <a:p>
            <a:endParaRPr lang="en-US"/>
          </a:p>
        </p:txBody>
      </p:sp>
      <p:sp>
        <p:nvSpPr>
          <p:cNvPr id="49" name="New shape"/>
          <p:cNvSpPr/>
          <p:nvPr/>
        </p:nvSpPr>
        <p:spPr>
          <a:xfrm>
            <a:off x="7034276" y="855472"/>
            <a:ext cx="0" cy="927100"/>
          </a:xfrm>
          <a:prstGeom prst="line">
            <a:avLst/>
          </a:prstGeom>
          <a:ln w="12700">
            <a:solidFill>
              <a:srgbClr val="FFFFFF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>
            <a:defPPr/>
          </a:lstStyle>
          <a:p>
            <a:endParaRPr lang="en-US"/>
          </a:p>
        </p:txBody>
      </p:sp>
      <p:sp>
        <p:nvSpPr>
          <p:cNvPr id="50" name="New shape"/>
          <p:cNvSpPr/>
          <p:nvPr/>
        </p:nvSpPr>
        <p:spPr>
          <a:xfrm>
            <a:off x="11353800" y="855472"/>
            <a:ext cx="0" cy="927100"/>
          </a:xfrm>
          <a:prstGeom prst="line">
            <a:avLst/>
          </a:prstGeom>
          <a:ln w="12700">
            <a:solidFill>
              <a:srgbClr val="FFFFFF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>
            <a:defPPr/>
          </a:lstStyle>
          <a:p>
            <a:endParaRPr lang="en-US"/>
          </a:p>
        </p:txBody>
      </p:sp>
      <p:sp>
        <p:nvSpPr>
          <p:cNvPr id="51" name="New shape"/>
          <p:cNvSpPr/>
          <p:nvPr/>
        </p:nvSpPr>
        <p:spPr>
          <a:xfrm>
            <a:off x="7027926" y="861822"/>
            <a:ext cx="4332224" cy="0"/>
          </a:xfrm>
          <a:prstGeom prst="line">
            <a:avLst/>
          </a:prstGeom>
          <a:ln w="12700">
            <a:solidFill>
              <a:srgbClr val="FFFFFF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>
            <a:defPPr/>
          </a:lstStyle>
          <a:p>
            <a:endParaRPr lang="en-US"/>
          </a:p>
        </p:txBody>
      </p:sp>
      <p:sp>
        <p:nvSpPr>
          <p:cNvPr id="52" name="New shape"/>
          <p:cNvSpPr/>
          <p:nvPr/>
        </p:nvSpPr>
        <p:spPr>
          <a:xfrm>
            <a:off x="7027926" y="1776222"/>
            <a:ext cx="4332224" cy="0"/>
          </a:xfrm>
          <a:prstGeom prst="line">
            <a:avLst/>
          </a:prstGeom>
          <a:ln w="12700">
            <a:solidFill>
              <a:srgbClr val="FFFFFF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>
            <a:defPPr/>
          </a:lstStyle>
          <a:p>
            <a:endParaRPr lang="en-US"/>
          </a:p>
        </p:txBody>
      </p:sp>
      <p:sp>
        <p:nvSpPr>
          <p:cNvPr id="53" name="New shape"/>
          <p:cNvSpPr/>
          <p:nvPr/>
        </p:nvSpPr>
        <p:spPr>
          <a:xfrm>
            <a:off x="929640" y="703804"/>
            <a:ext cx="3057104" cy="683121"/>
          </a:xfrm>
          <a:prstGeom prst="rect">
            <a:avLst/>
          </a:prstGeom>
          <a:noFill/>
        </p:spPr>
        <p:style>
          <a:lnRef idx="2">
            <a:srgbClr val="000000">
              <a:alpha val="0"/>
            </a:srgb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lIns="0" tIns="0" rtlCol="0" anchor="ctr">
            <a:spAutoFit/>
          </a:bodyPr>
          <a:lstStyle>
            <a:defPPr/>
          </a:lstStyle>
          <a:p>
            <a:r>
              <a:rPr lang="en-US" sz="4406">
                <a:solidFill>
                  <a:srgbClr val="00AFEF"/>
                </a:solidFill>
                <a:latin typeface="Calibri Light"/>
              </a:rPr>
              <a:t>Binary Search</a:t>
            </a:r>
          </a:p>
        </p:txBody>
      </p:sp>
      <p:sp>
        <p:nvSpPr>
          <p:cNvPr id="54" name="New shape"/>
          <p:cNvSpPr/>
          <p:nvPr/>
        </p:nvSpPr>
        <p:spPr>
          <a:xfrm>
            <a:off x="983285" y="2214212"/>
            <a:ext cx="10345140" cy="539250"/>
          </a:xfrm>
          <a:prstGeom prst="rect">
            <a:avLst/>
          </a:prstGeom>
          <a:noFill/>
        </p:spPr>
        <p:style>
          <a:lnRef idx="2">
            <a:srgbClr val="000000">
              <a:alpha val="0"/>
            </a:srgb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lIns="0" tIns="0" rtlCol="0" anchor="ctr">
            <a:spAutoFit/>
          </a:bodyPr>
          <a:lstStyle>
            <a:defPPr/>
          </a:lstStyle>
          <a:p>
            <a:r>
              <a:rPr lang="en-US" sz="3204" b="1" dirty="0">
                <a:solidFill>
                  <a:srgbClr val="FFFFFF"/>
                </a:solidFill>
                <a:latin typeface="Calibri"/>
              </a:rPr>
              <a:t>11   23     8    14   30     9    6     17   22   28   25   15     7   10   19</a:t>
            </a:r>
          </a:p>
        </p:txBody>
      </p:sp>
      <p:sp>
        <p:nvSpPr>
          <p:cNvPr id="55" name="New shape"/>
          <p:cNvSpPr/>
          <p:nvPr/>
        </p:nvSpPr>
        <p:spPr>
          <a:xfrm>
            <a:off x="281940" y="3651530"/>
            <a:ext cx="2535824" cy="496714"/>
          </a:xfrm>
          <a:prstGeom prst="rect">
            <a:avLst/>
          </a:prstGeom>
          <a:noFill/>
        </p:spPr>
        <p:style>
          <a:lnRef idx="2">
            <a:srgbClr val="000000">
              <a:alpha val="0"/>
            </a:srgb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lIns="0" tIns="0" rtlCol="0" anchor="ctr">
            <a:spAutoFit/>
          </a:bodyPr>
          <a:lstStyle>
            <a:defPPr/>
          </a:lstStyle>
          <a:p>
            <a:r>
              <a:rPr lang="en-US" sz="3204">
                <a:solidFill>
                  <a:srgbClr val="000000"/>
                </a:solidFill>
                <a:latin typeface="Calibri"/>
              </a:rPr>
              <a:t>In pseudocode:</a:t>
            </a:r>
          </a:p>
        </p:txBody>
      </p:sp>
      <p:sp>
        <p:nvSpPr>
          <p:cNvPr id="56" name="New shape"/>
          <p:cNvSpPr/>
          <p:nvPr/>
        </p:nvSpPr>
        <p:spPr>
          <a:xfrm>
            <a:off x="739140" y="4134458"/>
            <a:ext cx="5526351" cy="433834"/>
          </a:xfrm>
          <a:prstGeom prst="rect">
            <a:avLst/>
          </a:prstGeom>
          <a:noFill/>
        </p:spPr>
        <p:style>
          <a:lnRef idx="2">
            <a:srgbClr val="000000">
              <a:alpha val="0"/>
            </a:srgb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lIns="0" tIns="0" rtlCol="0" anchor="ctr">
            <a:spAutoFit/>
          </a:bodyPr>
          <a:lstStyle>
            <a:defPPr/>
          </a:lstStyle>
          <a:p>
            <a:r>
              <a:rPr lang="en-US" sz="2798">
                <a:solidFill>
                  <a:srgbClr val="000000"/>
                </a:solidFill>
                <a:latin typeface="Calibri"/>
              </a:rPr>
              <a:t>Repeat until the (sub)array is of size 0:</a:t>
            </a:r>
          </a:p>
        </p:txBody>
      </p:sp>
      <p:sp>
        <p:nvSpPr>
          <p:cNvPr id="57" name="New shape"/>
          <p:cNvSpPr/>
          <p:nvPr/>
        </p:nvSpPr>
        <p:spPr>
          <a:xfrm>
            <a:off x="1196645" y="4557550"/>
            <a:ext cx="6464945" cy="372070"/>
          </a:xfrm>
          <a:prstGeom prst="rect">
            <a:avLst/>
          </a:prstGeom>
          <a:noFill/>
        </p:spPr>
        <p:style>
          <a:lnRef idx="2">
            <a:srgbClr val="000000">
              <a:alpha val="0"/>
            </a:srgb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lIns="0" tIns="0" rtlCol="0" anchor="ctr">
            <a:spAutoFit/>
          </a:bodyPr>
          <a:lstStyle>
            <a:defPPr/>
          </a:lstStyle>
          <a:p>
            <a:r>
              <a:rPr lang="en-US" sz="2400">
                <a:solidFill>
                  <a:srgbClr val="000000"/>
                </a:solidFill>
                <a:latin typeface="Calibri"/>
              </a:rPr>
              <a:t>Calculate the middle point of the current (sub)array.</a:t>
            </a:r>
          </a:p>
        </p:txBody>
      </p:sp>
      <p:sp>
        <p:nvSpPr>
          <p:cNvPr id="58" name="New shape"/>
          <p:cNvSpPr/>
          <p:nvPr/>
        </p:nvSpPr>
        <p:spPr>
          <a:xfrm>
            <a:off x="1196645" y="4923310"/>
            <a:ext cx="4217045" cy="372070"/>
          </a:xfrm>
          <a:prstGeom prst="rect">
            <a:avLst/>
          </a:prstGeom>
          <a:noFill/>
        </p:spPr>
        <p:style>
          <a:lnRef idx="2">
            <a:srgbClr val="000000">
              <a:alpha val="0"/>
            </a:srgb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lIns="0" tIns="0" rtlCol="0" anchor="ctr">
            <a:spAutoFit/>
          </a:bodyPr>
          <a:lstStyle>
            <a:defPPr/>
          </a:lstStyle>
          <a:p>
            <a:r>
              <a:rPr lang="en-US" sz="2400">
                <a:solidFill>
                  <a:srgbClr val="000000"/>
                </a:solidFill>
                <a:latin typeface="Calibri"/>
              </a:rPr>
              <a:t>If the target is at the middle, stop.</a:t>
            </a:r>
          </a:p>
        </p:txBody>
      </p:sp>
      <p:sp>
        <p:nvSpPr>
          <p:cNvPr id="59" name="New shape"/>
          <p:cNvSpPr/>
          <p:nvPr/>
        </p:nvSpPr>
        <p:spPr>
          <a:xfrm>
            <a:off x="1196645" y="5288810"/>
            <a:ext cx="10248423" cy="372442"/>
          </a:xfrm>
          <a:prstGeom prst="rect">
            <a:avLst/>
          </a:prstGeom>
          <a:noFill/>
        </p:spPr>
        <p:style>
          <a:lnRef idx="2">
            <a:srgbClr val="000000">
              <a:alpha val="0"/>
            </a:srgb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lIns="0" tIns="0" rtlCol="0" anchor="ctr">
            <a:spAutoFit/>
          </a:bodyPr>
          <a:lstStyle>
            <a:defPPr/>
          </a:lstStyle>
          <a:p>
            <a:r>
              <a:rPr lang="en-US" sz="2402">
                <a:solidFill>
                  <a:srgbClr val="000000"/>
                </a:solidFill>
                <a:latin typeface="Calibri"/>
              </a:rPr>
              <a:t>Otherwise, if the target is less than what’s at the middle, repeat, changing the end </a:t>
            </a:r>
          </a:p>
        </p:txBody>
      </p:sp>
      <p:sp>
        <p:nvSpPr>
          <p:cNvPr id="60" name="New shape"/>
          <p:cNvSpPr/>
          <p:nvPr/>
        </p:nvSpPr>
        <p:spPr>
          <a:xfrm>
            <a:off x="1196645" y="5655109"/>
            <a:ext cx="4992291" cy="372070"/>
          </a:xfrm>
          <a:prstGeom prst="rect">
            <a:avLst/>
          </a:prstGeom>
          <a:noFill/>
        </p:spPr>
        <p:style>
          <a:lnRef idx="2">
            <a:srgbClr val="000000">
              <a:alpha val="0"/>
            </a:srgb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lIns="0" tIns="0" rtlCol="0" anchor="ctr">
            <a:spAutoFit/>
          </a:bodyPr>
          <a:lstStyle>
            <a:defPPr/>
          </a:lstStyle>
          <a:p>
            <a:r>
              <a:rPr lang="en-US" sz="2400">
                <a:solidFill>
                  <a:srgbClr val="000000"/>
                </a:solidFill>
                <a:latin typeface="Calibri"/>
              </a:rPr>
              <a:t>point to be just to the left of the middle.</a:t>
            </a:r>
          </a:p>
        </p:txBody>
      </p:sp>
      <p:sp>
        <p:nvSpPr>
          <p:cNvPr id="61" name="New shape"/>
          <p:cNvSpPr/>
          <p:nvPr/>
        </p:nvSpPr>
        <p:spPr>
          <a:xfrm>
            <a:off x="1196645" y="6020870"/>
            <a:ext cx="10789295" cy="372070"/>
          </a:xfrm>
          <a:prstGeom prst="rect">
            <a:avLst/>
          </a:prstGeom>
          <a:noFill/>
        </p:spPr>
        <p:style>
          <a:lnRef idx="2">
            <a:srgbClr val="000000">
              <a:alpha val="0"/>
            </a:srgb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lIns="0" tIns="0" rtlCol="0" anchor="ctr">
            <a:spAutoFit/>
          </a:bodyPr>
          <a:lstStyle>
            <a:defPPr/>
          </a:lstStyle>
          <a:p>
            <a:r>
              <a:rPr lang="en-US" sz="2400">
                <a:solidFill>
                  <a:srgbClr val="000000"/>
                </a:solidFill>
                <a:latin typeface="Calibri"/>
              </a:rPr>
              <a:t>Otherwise, if the target is greater than what’s at the middle, repeat, changing the start </a:t>
            </a:r>
          </a:p>
        </p:txBody>
      </p:sp>
      <p:sp>
        <p:nvSpPr>
          <p:cNvPr id="62" name="New shape"/>
          <p:cNvSpPr/>
          <p:nvPr/>
        </p:nvSpPr>
        <p:spPr>
          <a:xfrm>
            <a:off x="1196645" y="6386630"/>
            <a:ext cx="5157490" cy="372070"/>
          </a:xfrm>
          <a:prstGeom prst="rect">
            <a:avLst/>
          </a:prstGeom>
          <a:noFill/>
        </p:spPr>
        <p:style>
          <a:lnRef idx="2">
            <a:srgbClr val="000000">
              <a:alpha val="0"/>
            </a:srgb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lIns="0" tIns="0" rtlCol="0" anchor="ctr">
            <a:spAutoFit/>
          </a:bodyPr>
          <a:lstStyle>
            <a:defPPr/>
          </a:lstStyle>
          <a:p>
            <a:r>
              <a:rPr lang="en-US" sz="2400">
                <a:solidFill>
                  <a:srgbClr val="000000"/>
                </a:solidFill>
                <a:latin typeface="Calibri"/>
              </a:rPr>
              <a:t>point to be just to the right of the middle.</a:t>
            </a:r>
          </a:p>
        </p:txBody>
      </p:sp>
      <p:sp>
        <p:nvSpPr>
          <p:cNvPr id="63" name="New shape"/>
          <p:cNvSpPr/>
          <p:nvPr/>
        </p:nvSpPr>
        <p:spPr>
          <a:xfrm>
            <a:off x="7182866" y="932589"/>
            <a:ext cx="1735782" cy="372070"/>
          </a:xfrm>
          <a:prstGeom prst="rect">
            <a:avLst/>
          </a:prstGeom>
          <a:noFill/>
        </p:spPr>
        <p:style>
          <a:lnRef idx="2">
            <a:srgbClr val="000000">
              <a:alpha val="0"/>
            </a:srgb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lIns="0" tIns="0" rtlCol="0" anchor="ctr">
            <a:spAutoFit/>
          </a:bodyPr>
          <a:lstStyle>
            <a:defPPr/>
          </a:lstStyle>
          <a:p>
            <a:r>
              <a:rPr lang="en-US" sz="2400" b="1">
                <a:solidFill>
                  <a:srgbClr val="FFFFFF"/>
                </a:solidFill>
                <a:latin typeface="Calibri"/>
              </a:rPr>
              <a:t>Target  Start</a:t>
            </a:r>
          </a:p>
        </p:txBody>
      </p:sp>
      <p:sp>
        <p:nvSpPr>
          <p:cNvPr id="64" name="New shape"/>
          <p:cNvSpPr/>
          <p:nvPr/>
        </p:nvSpPr>
        <p:spPr>
          <a:xfrm>
            <a:off x="9496933" y="932589"/>
            <a:ext cx="1835646" cy="372070"/>
          </a:xfrm>
          <a:prstGeom prst="rect">
            <a:avLst/>
          </a:prstGeom>
          <a:noFill/>
        </p:spPr>
        <p:style>
          <a:lnRef idx="2">
            <a:srgbClr val="000000">
              <a:alpha val="0"/>
            </a:srgb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lIns="0" tIns="0" rtlCol="0" anchor="ctr">
            <a:spAutoFit/>
          </a:bodyPr>
          <a:lstStyle>
            <a:defPPr/>
          </a:lstStyle>
          <a:p>
            <a:r>
              <a:rPr lang="en-US" sz="2400" b="1">
                <a:solidFill>
                  <a:srgbClr val="FFFFFF"/>
                </a:solidFill>
                <a:latin typeface="Calibri"/>
              </a:rPr>
              <a:t>End   Middle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ew shape"/>
          <p:cNvSpPr/>
          <p:nvPr/>
        </p:nvSpPr>
        <p:spPr>
          <a:xfrm>
            <a:off x="0" y="-1"/>
            <a:ext cx="12192000" cy="6857999"/>
          </a:xfrm>
          <a:prstGeom prst="rect">
            <a:avLst/>
          </a:prstGeom>
          <a:solidFill>
            <a:srgbClr val="FFFFFF"/>
          </a:solidFill>
          <a:ln w="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/>
          </a:lstStyle>
          <a:p>
            <a:endParaRPr lang="en-US"/>
          </a:p>
        </p:txBody>
      </p:sp>
      <p:sp>
        <p:nvSpPr>
          <p:cNvPr id="18" name="New shape"/>
          <p:cNvSpPr/>
          <p:nvPr/>
        </p:nvSpPr>
        <p:spPr>
          <a:xfrm>
            <a:off x="838200" y="2734945"/>
            <a:ext cx="701040" cy="370840"/>
          </a:xfrm>
          <a:prstGeom prst="rect">
            <a:avLst/>
          </a:prstGeom>
          <a:solidFill>
            <a:srgbClr val="FFFFFF"/>
          </a:solidFill>
          <a:ln w="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/>
          </a:lstStyle>
          <a:p>
            <a:endParaRPr lang="en-US"/>
          </a:p>
        </p:txBody>
      </p:sp>
      <p:sp>
        <p:nvSpPr>
          <p:cNvPr id="19" name="New shape"/>
          <p:cNvSpPr/>
          <p:nvPr/>
        </p:nvSpPr>
        <p:spPr>
          <a:xfrm>
            <a:off x="1539240" y="2734945"/>
            <a:ext cx="701040" cy="370840"/>
          </a:xfrm>
          <a:prstGeom prst="rect">
            <a:avLst/>
          </a:prstGeom>
          <a:solidFill>
            <a:srgbClr val="FFFFFF"/>
          </a:solidFill>
          <a:ln w="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/>
          </a:lstStyle>
          <a:p>
            <a:endParaRPr lang="en-US"/>
          </a:p>
        </p:txBody>
      </p:sp>
      <p:sp>
        <p:nvSpPr>
          <p:cNvPr id="20" name="New shape"/>
          <p:cNvSpPr/>
          <p:nvPr/>
        </p:nvSpPr>
        <p:spPr>
          <a:xfrm>
            <a:off x="2240280" y="2734945"/>
            <a:ext cx="701040" cy="370840"/>
          </a:xfrm>
          <a:prstGeom prst="rect">
            <a:avLst/>
          </a:prstGeom>
          <a:solidFill>
            <a:srgbClr val="FFFFFF"/>
          </a:solidFill>
          <a:ln w="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/>
          </a:lstStyle>
          <a:p>
            <a:endParaRPr lang="en-US"/>
          </a:p>
        </p:txBody>
      </p:sp>
      <p:sp>
        <p:nvSpPr>
          <p:cNvPr id="21" name="New shape"/>
          <p:cNvSpPr/>
          <p:nvPr/>
        </p:nvSpPr>
        <p:spPr>
          <a:xfrm>
            <a:off x="2941320" y="2734945"/>
            <a:ext cx="701040" cy="370840"/>
          </a:xfrm>
          <a:prstGeom prst="rect">
            <a:avLst/>
          </a:prstGeom>
          <a:solidFill>
            <a:srgbClr val="FFFFFF"/>
          </a:solidFill>
          <a:ln w="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/>
          </a:lstStyle>
          <a:p>
            <a:endParaRPr lang="en-US"/>
          </a:p>
        </p:txBody>
      </p:sp>
      <p:sp>
        <p:nvSpPr>
          <p:cNvPr id="22" name="New shape"/>
          <p:cNvSpPr/>
          <p:nvPr/>
        </p:nvSpPr>
        <p:spPr>
          <a:xfrm>
            <a:off x="3642360" y="2734945"/>
            <a:ext cx="701040" cy="370840"/>
          </a:xfrm>
          <a:prstGeom prst="rect">
            <a:avLst/>
          </a:prstGeom>
          <a:solidFill>
            <a:srgbClr val="FFFFFF"/>
          </a:solidFill>
          <a:ln w="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/>
          </a:lstStyle>
          <a:p>
            <a:endParaRPr lang="en-US"/>
          </a:p>
        </p:txBody>
      </p:sp>
      <p:sp>
        <p:nvSpPr>
          <p:cNvPr id="23" name="New shape"/>
          <p:cNvSpPr/>
          <p:nvPr/>
        </p:nvSpPr>
        <p:spPr>
          <a:xfrm>
            <a:off x="4343400" y="2734945"/>
            <a:ext cx="701040" cy="370840"/>
          </a:xfrm>
          <a:prstGeom prst="rect">
            <a:avLst/>
          </a:prstGeom>
          <a:solidFill>
            <a:srgbClr val="FFFFFF"/>
          </a:solidFill>
          <a:ln w="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/>
          </a:lstStyle>
          <a:p>
            <a:endParaRPr lang="en-US"/>
          </a:p>
        </p:txBody>
      </p:sp>
      <p:sp>
        <p:nvSpPr>
          <p:cNvPr id="24" name="New shape"/>
          <p:cNvSpPr/>
          <p:nvPr/>
        </p:nvSpPr>
        <p:spPr>
          <a:xfrm>
            <a:off x="5044440" y="2734945"/>
            <a:ext cx="701040" cy="370840"/>
          </a:xfrm>
          <a:prstGeom prst="rect">
            <a:avLst/>
          </a:prstGeom>
          <a:solidFill>
            <a:srgbClr val="FFFFFF"/>
          </a:solidFill>
          <a:ln w="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/>
          </a:lstStyle>
          <a:p>
            <a:endParaRPr lang="en-US"/>
          </a:p>
        </p:txBody>
      </p:sp>
      <p:sp>
        <p:nvSpPr>
          <p:cNvPr id="25" name="New shape"/>
          <p:cNvSpPr/>
          <p:nvPr/>
        </p:nvSpPr>
        <p:spPr>
          <a:xfrm>
            <a:off x="5745480" y="2734945"/>
            <a:ext cx="701040" cy="370840"/>
          </a:xfrm>
          <a:prstGeom prst="rect">
            <a:avLst/>
          </a:prstGeom>
          <a:solidFill>
            <a:srgbClr val="FFFFFF"/>
          </a:solidFill>
          <a:ln w="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/>
          </a:lstStyle>
          <a:p>
            <a:endParaRPr lang="en-US"/>
          </a:p>
        </p:txBody>
      </p:sp>
      <p:sp>
        <p:nvSpPr>
          <p:cNvPr id="26" name="New shape"/>
          <p:cNvSpPr/>
          <p:nvPr/>
        </p:nvSpPr>
        <p:spPr>
          <a:xfrm>
            <a:off x="6446520" y="2734945"/>
            <a:ext cx="701040" cy="370840"/>
          </a:xfrm>
          <a:prstGeom prst="rect">
            <a:avLst/>
          </a:prstGeom>
          <a:solidFill>
            <a:srgbClr val="FFFFFF"/>
          </a:solidFill>
          <a:ln w="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/>
          </a:lstStyle>
          <a:p>
            <a:endParaRPr lang="en-US"/>
          </a:p>
        </p:txBody>
      </p:sp>
      <p:sp>
        <p:nvSpPr>
          <p:cNvPr id="27" name="New shape"/>
          <p:cNvSpPr/>
          <p:nvPr/>
        </p:nvSpPr>
        <p:spPr>
          <a:xfrm>
            <a:off x="7147561" y="2734945"/>
            <a:ext cx="701040" cy="370840"/>
          </a:xfrm>
          <a:prstGeom prst="rect">
            <a:avLst/>
          </a:prstGeom>
          <a:solidFill>
            <a:srgbClr val="FFFFFF"/>
          </a:solidFill>
          <a:ln w="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/>
          </a:lstStyle>
          <a:p>
            <a:endParaRPr lang="en-US"/>
          </a:p>
        </p:txBody>
      </p:sp>
      <p:sp>
        <p:nvSpPr>
          <p:cNvPr id="28" name="New shape"/>
          <p:cNvSpPr/>
          <p:nvPr/>
        </p:nvSpPr>
        <p:spPr>
          <a:xfrm>
            <a:off x="7848600" y="2734945"/>
            <a:ext cx="701040" cy="370840"/>
          </a:xfrm>
          <a:prstGeom prst="rect">
            <a:avLst/>
          </a:prstGeom>
          <a:solidFill>
            <a:srgbClr val="FFFFFF"/>
          </a:solidFill>
          <a:ln w="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/>
          </a:lstStyle>
          <a:p>
            <a:endParaRPr lang="en-US"/>
          </a:p>
        </p:txBody>
      </p:sp>
      <p:sp>
        <p:nvSpPr>
          <p:cNvPr id="29" name="New shape"/>
          <p:cNvSpPr/>
          <p:nvPr/>
        </p:nvSpPr>
        <p:spPr>
          <a:xfrm>
            <a:off x="8549641" y="2734945"/>
            <a:ext cx="701040" cy="370840"/>
          </a:xfrm>
          <a:prstGeom prst="rect">
            <a:avLst/>
          </a:prstGeom>
          <a:solidFill>
            <a:srgbClr val="FFFFFF"/>
          </a:solidFill>
          <a:ln w="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/>
          </a:lstStyle>
          <a:p>
            <a:endParaRPr lang="en-US"/>
          </a:p>
        </p:txBody>
      </p:sp>
      <p:sp>
        <p:nvSpPr>
          <p:cNvPr id="30" name="New shape"/>
          <p:cNvSpPr/>
          <p:nvPr/>
        </p:nvSpPr>
        <p:spPr>
          <a:xfrm>
            <a:off x="9250680" y="2734945"/>
            <a:ext cx="701040" cy="370840"/>
          </a:xfrm>
          <a:prstGeom prst="rect">
            <a:avLst/>
          </a:prstGeom>
          <a:solidFill>
            <a:srgbClr val="FFFFFF"/>
          </a:solidFill>
          <a:ln w="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/>
          </a:lstStyle>
          <a:p>
            <a:endParaRPr lang="en-US"/>
          </a:p>
        </p:txBody>
      </p:sp>
      <p:sp>
        <p:nvSpPr>
          <p:cNvPr id="31" name="New shape"/>
          <p:cNvSpPr/>
          <p:nvPr/>
        </p:nvSpPr>
        <p:spPr>
          <a:xfrm>
            <a:off x="9951720" y="2734945"/>
            <a:ext cx="701040" cy="370840"/>
          </a:xfrm>
          <a:prstGeom prst="rect">
            <a:avLst/>
          </a:prstGeom>
          <a:solidFill>
            <a:srgbClr val="FFFFFF"/>
          </a:solidFill>
          <a:ln w="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/>
          </a:lstStyle>
          <a:p>
            <a:endParaRPr lang="en-US"/>
          </a:p>
        </p:txBody>
      </p:sp>
      <p:sp>
        <p:nvSpPr>
          <p:cNvPr id="32" name="New shape"/>
          <p:cNvSpPr/>
          <p:nvPr/>
        </p:nvSpPr>
        <p:spPr>
          <a:xfrm>
            <a:off x="10652761" y="2734945"/>
            <a:ext cx="701040" cy="370840"/>
          </a:xfrm>
          <a:prstGeom prst="rect">
            <a:avLst/>
          </a:prstGeom>
          <a:solidFill>
            <a:srgbClr val="FFFFFF"/>
          </a:solidFill>
          <a:ln w="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/>
          </a:lstStyle>
          <a:p>
            <a:endParaRPr lang="en-US"/>
          </a:p>
        </p:txBody>
      </p:sp>
      <p:sp>
        <p:nvSpPr>
          <p:cNvPr id="33" name="New shape"/>
          <p:cNvSpPr/>
          <p:nvPr/>
        </p:nvSpPr>
        <p:spPr>
          <a:xfrm>
            <a:off x="1539240" y="2149475"/>
            <a:ext cx="0" cy="962660"/>
          </a:xfrm>
          <a:prstGeom prst="line">
            <a:avLst/>
          </a:prstGeom>
          <a:ln w="12700">
            <a:solidFill>
              <a:srgbClr val="FFFFFF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>
            <a:defPPr/>
          </a:lstStyle>
          <a:p>
            <a:endParaRPr lang="en-US"/>
          </a:p>
        </p:txBody>
      </p:sp>
      <p:sp>
        <p:nvSpPr>
          <p:cNvPr id="34" name="New shape"/>
          <p:cNvSpPr/>
          <p:nvPr/>
        </p:nvSpPr>
        <p:spPr>
          <a:xfrm>
            <a:off x="2240280" y="2149475"/>
            <a:ext cx="0" cy="962660"/>
          </a:xfrm>
          <a:prstGeom prst="line">
            <a:avLst/>
          </a:prstGeom>
          <a:ln w="12700">
            <a:solidFill>
              <a:srgbClr val="FFFFFF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>
            <a:defPPr/>
          </a:lstStyle>
          <a:p>
            <a:endParaRPr lang="en-US"/>
          </a:p>
        </p:txBody>
      </p:sp>
      <p:sp>
        <p:nvSpPr>
          <p:cNvPr id="35" name="New shape"/>
          <p:cNvSpPr/>
          <p:nvPr/>
        </p:nvSpPr>
        <p:spPr>
          <a:xfrm>
            <a:off x="2941320" y="2149475"/>
            <a:ext cx="0" cy="962660"/>
          </a:xfrm>
          <a:prstGeom prst="line">
            <a:avLst/>
          </a:prstGeom>
          <a:ln w="12700">
            <a:solidFill>
              <a:srgbClr val="FFFFFF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>
            <a:defPPr/>
          </a:lstStyle>
          <a:p>
            <a:endParaRPr lang="en-US"/>
          </a:p>
        </p:txBody>
      </p:sp>
      <p:sp>
        <p:nvSpPr>
          <p:cNvPr id="36" name="New shape"/>
          <p:cNvSpPr/>
          <p:nvPr/>
        </p:nvSpPr>
        <p:spPr>
          <a:xfrm>
            <a:off x="3642360" y="2149475"/>
            <a:ext cx="0" cy="962660"/>
          </a:xfrm>
          <a:prstGeom prst="line">
            <a:avLst/>
          </a:prstGeom>
          <a:ln w="12700">
            <a:solidFill>
              <a:srgbClr val="FFFFFF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>
            <a:defPPr/>
          </a:lstStyle>
          <a:p>
            <a:endParaRPr lang="en-US"/>
          </a:p>
        </p:txBody>
      </p:sp>
      <p:sp>
        <p:nvSpPr>
          <p:cNvPr id="37" name="New shape"/>
          <p:cNvSpPr/>
          <p:nvPr/>
        </p:nvSpPr>
        <p:spPr>
          <a:xfrm>
            <a:off x="4343400" y="2149475"/>
            <a:ext cx="0" cy="962660"/>
          </a:xfrm>
          <a:prstGeom prst="line">
            <a:avLst/>
          </a:prstGeom>
          <a:ln w="12700">
            <a:solidFill>
              <a:srgbClr val="FFFFFF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>
            <a:defPPr/>
          </a:lstStyle>
          <a:p>
            <a:endParaRPr lang="en-US"/>
          </a:p>
        </p:txBody>
      </p:sp>
      <p:sp>
        <p:nvSpPr>
          <p:cNvPr id="38" name="New shape"/>
          <p:cNvSpPr/>
          <p:nvPr/>
        </p:nvSpPr>
        <p:spPr>
          <a:xfrm>
            <a:off x="5044440" y="2149475"/>
            <a:ext cx="0" cy="962660"/>
          </a:xfrm>
          <a:prstGeom prst="line">
            <a:avLst/>
          </a:prstGeom>
          <a:ln w="12700">
            <a:solidFill>
              <a:srgbClr val="FFFFFF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>
            <a:defPPr/>
          </a:lstStyle>
          <a:p>
            <a:endParaRPr lang="en-US"/>
          </a:p>
        </p:txBody>
      </p:sp>
      <p:sp>
        <p:nvSpPr>
          <p:cNvPr id="39" name="New shape"/>
          <p:cNvSpPr/>
          <p:nvPr/>
        </p:nvSpPr>
        <p:spPr>
          <a:xfrm>
            <a:off x="5745480" y="2149475"/>
            <a:ext cx="0" cy="962660"/>
          </a:xfrm>
          <a:prstGeom prst="line">
            <a:avLst/>
          </a:prstGeom>
          <a:ln w="12700">
            <a:solidFill>
              <a:srgbClr val="FFFFFF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>
            <a:defPPr/>
          </a:lstStyle>
          <a:p>
            <a:endParaRPr lang="en-US"/>
          </a:p>
        </p:txBody>
      </p:sp>
      <p:sp>
        <p:nvSpPr>
          <p:cNvPr id="40" name="New shape"/>
          <p:cNvSpPr/>
          <p:nvPr/>
        </p:nvSpPr>
        <p:spPr>
          <a:xfrm>
            <a:off x="6446520" y="2149475"/>
            <a:ext cx="0" cy="962660"/>
          </a:xfrm>
          <a:prstGeom prst="line">
            <a:avLst/>
          </a:prstGeom>
          <a:ln w="12700">
            <a:solidFill>
              <a:srgbClr val="FFFFFF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>
            <a:defPPr/>
          </a:lstStyle>
          <a:p>
            <a:endParaRPr lang="en-US"/>
          </a:p>
        </p:txBody>
      </p:sp>
      <p:sp>
        <p:nvSpPr>
          <p:cNvPr id="41" name="New shape"/>
          <p:cNvSpPr/>
          <p:nvPr/>
        </p:nvSpPr>
        <p:spPr>
          <a:xfrm>
            <a:off x="7147560" y="2149475"/>
            <a:ext cx="0" cy="962660"/>
          </a:xfrm>
          <a:prstGeom prst="line">
            <a:avLst/>
          </a:prstGeom>
          <a:ln w="12700">
            <a:solidFill>
              <a:srgbClr val="FFFFFF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>
            <a:defPPr/>
          </a:lstStyle>
          <a:p>
            <a:endParaRPr lang="en-US"/>
          </a:p>
        </p:txBody>
      </p:sp>
      <p:sp>
        <p:nvSpPr>
          <p:cNvPr id="42" name="New shape"/>
          <p:cNvSpPr/>
          <p:nvPr/>
        </p:nvSpPr>
        <p:spPr>
          <a:xfrm>
            <a:off x="7848600" y="2149475"/>
            <a:ext cx="0" cy="962660"/>
          </a:xfrm>
          <a:prstGeom prst="line">
            <a:avLst/>
          </a:prstGeom>
          <a:ln w="12700">
            <a:solidFill>
              <a:srgbClr val="FFFFFF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>
            <a:defPPr/>
          </a:lstStyle>
          <a:p>
            <a:endParaRPr lang="en-US"/>
          </a:p>
        </p:txBody>
      </p:sp>
      <p:sp>
        <p:nvSpPr>
          <p:cNvPr id="43" name="New shape"/>
          <p:cNvSpPr/>
          <p:nvPr/>
        </p:nvSpPr>
        <p:spPr>
          <a:xfrm>
            <a:off x="8549640" y="2149475"/>
            <a:ext cx="0" cy="962660"/>
          </a:xfrm>
          <a:prstGeom prst="line">
            <a:avLst/>
          </a:prstGeom>
          <a:ln w="12700">
            <a:solidFill>
              <a:srgbClr val="FFFFFF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>
            <a:defPPr/>
          </a:lstStyle>
          <a:p>
            <a:endParaRPr lang="en-US"/>
          </a:p>
        </p:txBody>
      </p:sp>
      <p:sp>
        <p:nvSpPr>
          <p:cNvPr id="44" name="New shape"/>
          <p:cNvSpPr/>
          <p:nvPr/>
        </p:nvSpPr>
        <p:spPr>
          <a:xfrm>
            <a:off x="9250680" y="2149475"/>
            <a:ext cx="0" cy="962660"/>
          </a:xfrm>
          <a:prstGeom prst="line">
            <a:avLst/>
          </a:prstGeom>
          <a:ln w="12700">
            <a:solidFill>
              <a:srgbClr val="FFFFFF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>
            <a:defPPr/>
          </a:lstStyle>
          <a:p>
            <a:endParaRPr lang="en-US"/>
          </a:p>
        </p:txBody>
      </p:sp>
      <p:sp>
        <p:nvSpPr>
          <p:cNvPr id="45" name="New shape"/>
          <p:cNvSpPr/>
          <p:nvPr/>
        </p:nvSpPr>
        <p:spPr>
          <a:xfrm>
            <a:off x="9951720" y="2149475"/>
            <a:ext cx="0" cy="962660"/>
          </a:xfrm>
          <a:prstGeom prst="line">
            <a:avLst/>
          </a:prstGeom>
          <a:ln w="12700">
            <a:solidFill>
              <a:srgbClr val="FFFFFF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>
            <a:defPPr/>
          </a:lstStyle>
          <a:p>
            <a:endParaRPr lang="en-US"/>
          </a:p>
        </p:txBody>
      </p:sp>
      <p:sp>
        <p:nvSpPr>
          <p:cNvPr id="46" name="New shape"/>
          <p:cNvSpPr/>
          <p:nvPr/>
        </p:nvSpPr>
        <p:spPr>
          <a:xfrm>
            <a:off x="10652760" y="2149475"/>
            <a:ext cx="0" cy="962660"/>
          </a:xfrm>
          <a:prstGeom prst="line">
            <a:avLst/>
          </a:prstGeom>
          <a:ln w="12700">
            <a:solidFill>
              <a:srgbClr val="FFFFFF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>
            <a:defPPr/>
          </a:lstStyle>
          <a:p>
            <a:endParaRPr lang="en-US"/>
          </a:p>
        </p:txBody>
      </p:sp>
      <p:sp>
        <p:nvSpPr>
          <p:cNvPr id="48" name="New shape"/>
          <p:cNvSpPr/>
          <p:nvPr/>
        </p:nvSpPr>
        <p:spPr>
          <a:xfrm>
            <a:off x="838200" y="2149475"/>
            <a:ext cx="0" cy="962660"/>
          </a:xfrm>
          <a:prstGeom prst="line">
            <a:avLst/>
          </a:prstGeom>
          <a:ln w="12700">
            <a:solidFill>
              <a:srgbClr val="FFFFFF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>
            <a:defPPr/>
          </a:lstStyle>
          <a:p>
            <a:endParaRPr lang="en-US"/>
          </a:p>
        </p:txBody>
      </p:sp>
      <p:sp>
        <p:nvSpPr>
          <p:cNvPr id="49" name="New shape"/>
          <p:cNvSpPr/>
          <p:nvPr/>
        </p:nvSpPr>
        <p:spPr>
          <a:xfrm>
            <a:off x="11353800" y="2149475"/>
            <a:ext cx="0" cy="962660"/>
          </a:xfrm>
          <a:prstGeom prst="line">
            <a:avLst/>
          </a:prstGeom>
          <a:ln w="12700">
            <a:solidFill>
              <a:srgbClr val="FFFFFF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>
            <a:defPPr/>
          </a:lstStyle>
          <a:p>
            <a:endParaRPr lang="en-US"/>
          </a:p>
        </p:txBody>
      </p:sp>
      <p:sp>
        <p:nvSpPr>
          <p:cNvPr id="51" name="New shape"/>
          <p:cNvSpPr/>
          <p:nvPr/>
        </p:nvSpPr>
        <p:spPr>
          <a:xfrm>
            <a:off x="831850" y="3105785"/>
            <a:ext cx="10528300" cy="0"/>
          </a:xfrm>
          <a:prstGeom prst="line">
            <a:avLst/>
          </a:prstGeom>
          <a:ln w="12700">
            <a:solidFill>
              <a:srgbClr val="FFFFFF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>
            <a:defPPr/>
          </a:lstStyle>
          <a:p>
            <a:endParaRPr lang="en-US"/>
          </a:p>
        </p:txBody>
      </p:sp>
      <p:sp>
        <p:nvSpPr>
          <p:cNvPr id="52" name="New shape"/>
          <p:cNvSpPr/>
          <p:nvPr/>
        </p:nvSpPr>
        <p:spPr>
          <a:xfrm>
            <a:off x="281940" y="4044061"/>
            <a:ext cx="2532888" cy="25908"/>
          </a:xfrm>
          <a:prstGeom prst="rect">
            <a:avLst/>
          </a:prstGeom>
          <a:solidFill>
            <a:srgbClr val="000000"/>
          </a:solidFill>
          <a:ln w="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/>
          </a:lstStyle>
          <a:p>
            <a:endParaRPr lang="en-US"/>
          </a:p>
        </p:txBody>
      </p:sp>
      <p:sp>
        <p:nvSpPr>
          <p:cNvPr id="53" name="New shape"/>
          <p:cNvSpPr/>
          <p:nvPr/>
        </p:nvSpPr>
        <p:spPr>
          <a:xfrm>
            <a:off x="7034276" y="861822"/>
            <a:ext cx="1079881" cy="457200"/>
          </a:xfrm>
          <a:prstGeom prst="rect">
            <a:avLst/>
          </a:prstGeom>
          <a:solidFill>
            <a:srgbClr val="5B9BD4"/>
          </a:solidFill>
          <a:ln w="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/>
          </a:lstStyle>
          <a:p>
            <a:endParaRPr lang="en-US"/>
          </a:p>
        </p:txBody>
      </p:sp>
      <p:sp>
        <p:nvSpPr>
          <p:cNvPr id="54" name="New shape"/>
          <p:cNvSpPr/>
          <p:nvPr/>
        </p:nvSpPr>
        <p:spPr>
          <a:xfrm>
            <a:off x="8114156" y="861822"/>
            <a:ext cx="1079881" cy="457200"/>
          </a:xfrm>
          <a:prstGeom prst="rect">
            <a:avLst/>
          </a:prstGeom>
          <a:solidFill>
            <a:srgbClr val="5B9BD4"/>
          </a:solidFill>
          <a:ln w="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/>
          </a:lstStyle>
          <a:p>
            <a:endParaRPr lang="en-US"/>
          </a:p>
        </p:txBody>
      </p:sp>
      <p:sp>
        <p:nvSpPr>
          <p:cNvPr id="55" name="New shape"/>
          <p:cNvSpPr/>
          <p:nvPr/>
        </p:nvSpPr>
        <p:spPr>
          <a:xfrm>
            <a:off x="9194037" y="861822"/>
            <a:ext cx="1079881" cy="457200"/>
          </a:xfrm>
          <a:prstGeom prst="rect">
            <a:avLst/>
          </a:prstGeom>
          <a:solidFill>
            <a:srgbClr val="5B9BD4"/>
          </a:solidFill>
          <a:ln w="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/>
          </a:lstStyle>
          <a:p>
            <a:endParaRPr lang="en-US"/>
          </a:p>
        </p:txBody>
      </p:sp>
      <p:sp>
        <p:nvSpPr>
          <p:cNvPr id="56" name="New shape"/>
          <p:cNvSpPr/>
          <p:nvPr/>
        </p:nvSpPr>
        <p:spPr>
          <a:xfrm>
            <a:off x="10273919" y="861822"/>
            <a:ext cx="1079881" cy="457200"/>
          </a:xfrm>
          <a:prstGeom prst="rect">
            <a:avLst/>
          </a:prstGeom>
          <a:solidFill>
            <a:srgbClr val="5B9BD4"/>
          </a:solidFill>
          <a:ln w="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/>
          </a:lstStyle>
          <a:p>
            <a:endParaRPr lang="en-US"/>
          </a:p>
        </p:txBody>
      </p:sp>
      <p:sp>
        <p:nvSpPr>
          <p:cNvPr id="57" name="New shape"/>
          <p:cNvSpPr/>
          <p:nvPr/>
        </p:nvSpPr>
        <p:spPr>
          <a:xfrm>
            <a:off x="7034276" y="1319022"/>
            <a:ext cx="1079881" cy="457200"/>
          </a:xfrm>
          <a:prstGeom prst="rect">
            <a:avLst/>
          </a:prstGeom>
          <a:solidFill>
            <a:srgbClr val="D2DEEE"/>
          </a:solidFill>
          <a:ln w="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/>
          </a:lstStyle>
          <a:p>
            <a:endParaRPr lang="en-US"/>
          </a:p>
        </p:txBody>
      </p:sp>
      <p:sp>
        <p:nvSpPr>
          <p:cNvPr id="58" name="New shape"/>
          <p:cNvSpPr/>
          <p:nvPr/>
        </p:nvSpPr>
        <p:spPr>
          <a:xfrm>
            <a:off x="8114156" y="1319022"/>
            <a:ext cx="1079881" cy="457200"/>
          </a:xfrm>
          <a:prstGeom prst="rect">
            <a:avLst/>
          </a:prstGeom>
          <a:solidFill>
            <a:srgbClr val="D2DEEE"/>
          </a:solidFill>
          <a:ln w="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/>
          </a:lstStyle>
          <a:p>
            <a:endParaRPr lang="en-US"/>
          </a:p>
        </p:txBody>
      </p:sp>
      <p:sp>
        <p:nvSpPr>
          <p:cNvPr id="59" name="New shape"/>
          <p:cNvSpPr/>
          <p:nvPr/>
        </p:nvSpPr>
        <p:spPr>
          <a:xfrm>
            <a:off x="9194037" y="1319022"/>
            <a:ext cx="1079881" cy="457200"/>
          </a:xfrm>
          <a:prstGeom prst="rect">
            <a:avLst/>
          </a:prstGeom>
          <a:solidFill>
            <a:srgbClr val="D2DEEE"/>
          </a:solidFill>
          <a:ln w="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/>
          </a:lstStyle>
          <a:p>
            <a:endParaRPr lang="en-US"/>
          </a:p>
        </p:txBody>
      </p:sp>
      <p:sp>
        <p:nvSpPr>
          <p:cNvPr id="60" name="New shape"/>
          <p:cNvSpPr/>
          <p:nvPr/>
        </p:nvSpPr>
        <p:spPr>
          <a:xfrm>
            <a:off x="10273919" y="1319022"/>
            <a:ext cx="1079881" cy="457200"/>
          </a:xfrm>
          <a:prstGeom prst="rect">
            <a:avLst/>
          </a:prstGeom>
          <a:solidFill>
            <a:srgbClr val="D2DEEE"/>
          </a:solidFill>
          <a:ln w="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/>
          </a:lstStyle>
          <a:p>
            <a:endParaRPr lang="en-US"/>
          </a:p>
        </p:txBody>
      </p:sp>
      <p:sp>
        <p:nvSpPr>
          <p:cNvPr id="61" name="New shape"/>
          <p:cNvSpPr/>
          <p:nvPr/>
        </p:nvSpPr>
        <p:spPr>
          <a:xfrm>
            <a:off x="8114157" y="855472"/>
            <a:ext cx="0" cy="927100"/>
          </a:xfrm>
          <a:prstGeom prst="line">
            <a:avLst/>
          </a:prstGeom>
          <a:ln w="12700">
            <a:solidFill>
              <a:srgbClr val="FFFFFF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>
            <a:defPPr/>
          </a:lstStyle>
          <a:p>
            <a:endParaRPr lang="en-US"/>
          </a:p>
        </p:txBody>
      </p:sp>
      <p:sp>
        <p:nvSpPr>
          <p:cNvPr id="62" name="New shape"/>
          <p:cNvSpPr/>
          <p:nvPr/>
        </p:nvSpPr>
        <p:spPr>
          <a:xfrm>
            <a:off x="9194038" y="855472"/>
            <a:ext cx="0" cy="927100"/>
          </a:xfrm>
          <a:prstGeom prst="line">
            <a:avLst/>
          </a:prstGeom>
          <a:ln w="12700">
            <a:solidFill>
              <a:srgbClr val="FFFFFF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>
            <a:defPPr/>
          </a:lstStyle>
          <a:p>
            <a:endParaRPr lang="en-US"/>
          </a:p>
        </p:txBody>
      </p:sp>
      <p:sp>
        <p:nvSpPr>
          <p:cNvPr id="63" name="New shape"/>
          <p:cNvSpPr/>
          <p:nvPr/>
        </p:nvSpPr>
        <p:spPr>
          <a:xfrm>
            <a:off x="10273919" y="855472"/>
            <a:ext cx="0" cy="927100"/>
          </a:xfrm>
          <a:prstGeom prst="line">
            <a:avLst/>
          </a:prstGeom>
          <a:ln w="12700">
            <a:solidFill>
              <a:srgbClr val="FFFFFF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>
            <a:defPPr/>
          </a:lstStyle>
          <a:p>
            <a:endParaRPr lang="en-US"/>
          </a:p>
        </p:txBody>
      </p:sp>
      <p:sp>
        <p:nvSpPr>
          <p:cNvPr id="64" name="New shape"/>
          <p:cNvSpPr/>
          <p:nvPr/>
        </p:nvSpPr>
        <p:spPr>
          <a:xfrm>
            <a:off x="7027926" y="1319022"/>
            <a:ext cx="4332224" cy="0"/>
          </a:xfrm>
          <a:prstGeom prst="line">
            <a:avLst/>
          </a:prstGeom>
          <a:ln w="38100">
            <a:solidFill>
              <a:srgbClr val="FFFFFF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>
            <a:defPPr/>
          </a:lstStyle>
          <a:p>
            <a:endParaRPr lang="en-US"/>
          </a:p>
        </p:txBody>
      </p:sp>
      <p:sp>
        <p:nvSpPr>
          <p:cNvPr id="65" name="New shape"/>
          <p:cNvSpPr/>
          <p:nvPr/>
        </p:nvSpPr>
        <p:spPr>
          <a:xfrm>
            <a:off x="7034276" y="855472"/>
            <a:ext cx="0" cy="927100"/>
          </a:xfrm>
          <a:prstGeom prst="line">
            <a:avLst/>
          </a:prstGeom>
          <a:ln w="12700">
            <a:solidFill>
              <a:srgbClr val="FFFFFF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>
            <a:defPPr/>
          </a:lstStyle>
          <a:p>
            <a:endParaRPr lang="en-US"/>
          </a:p>
        </p:txBody>
      </p:sp>
      <p:sp>
        <p:nvSpPr>
          <p:cNvPr id="66" name="New shape"/>
          <p:cNvSpPr/>
          <p:nvPr/>
        </p:nvSpPr>
        <p:spPr>
          <a:xfrm>
            <a:off x="11353800" y="855472"/>
            <a:ext cx="0" cy="927100"/>
          </a:xfrm>
          <a:prstGeom prst="line">
            <a:avLst/>
          </a:prstGeom>
          <a:ln w="12700">
            <a:solidFill>
              <a:srgbClr val="FFFFFF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>
            <a:defPPr/>
          </a:lstStyle>
          <a:p>
            <a:endParaRPr lang="en-US"/>
          </a:p>
        </p:txBody>
      </p:sp>
      <p:sp>
        <p:nvSpPr>
          <p:cNvPr id="67" name="New shape"/>
          <p:cNvSpPr/>
          <p:nvPr/>
        </p:nvSpPr>
        <p:spPr>
          <a:xfrm>
            <a:off x="7027926" y="861822"/>
            <a:ext cx="4332224" cy="0"/>
          </a:xfrm>
          <a:prstGeom prst="line">
            <a:avLst/>
          </a:prstGeom>
          <a:ln w="12700">
            <a:solidFill>
              <a:srgbClr val="FFFFFF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>
            <a:defPPr/>
          </a:lstStyle>
          <a:p>
            <a:endParaRPr lang="en-US"/>
          </a:p>
        </p:txBody>
      </p:sp>
      <p:sp>
        <p:nvSpPr>
          <p:cNvPr id="68" name="New shape"/>
          <p:cNvSpPr/>
          <p:nvPr/>
        </p:nvSpPr>
        <p:spPr>
          <a:xfrm>
            <a:off x="7027926" y="1776222"/>
            <a:ext cx="4332224" cy="0"/>
          </a:xfrm>
          <a:prstGeom prst="line">
            <a:avLst/>
          </a:prstGeom>
          <a:ln w="12700">
            <a:solidFill>
              <a:srgbClr val="FFFFFF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>
            <a:defPPr/>
          </a:lstStyle>
          <a:p>
            <a:endParaRPr lang="en-US"/>
          </a:p>
        </p:txBody>
      </p:sp>
      <p:sp>
        <p:nvSpPr>
          <p:cNvPr id="69" name="New shape"/>
          <p:cNvSpPr/>
          <p:nvPr/>
        </p:nvSpPr>
        <p:spPr>
          <a:xfrm>
            <a:off x="929640" y="703804"/>
            <a:ext cx="3057104" cy="683121"/>
          </a:xfrm>
          <a:prstGeom prst="rect">
            <a:avLst/>
          </a:prstGeom>
          <a:noFill/>
        </p:spPr>
        <p:style>
          <a:lnRef idx="2">
            <a:srgbClr val="000000">
              <a:alpha val="0"/>
            </a:srgb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lIns="0" tIns="0" rtlCol="0" anchor="ctr">
            <a:spAutoFit/>
          </a:bodyPr>
          <a:lstStyle>
            <a:defPPr/>
          </a:lstStyle>
          <a:p>
            <a:r>
              <a:rPr lang="en-US" sz="4406">
                <a:solidFill>
                  <a:srgbClr val="00AFEF"/>
                </a:solidFill>
                <a:latin typeface="Calibri Light"/>
              </a:rPr>
              <a:t>Binary Search</a:t>
            </a:r>
          </a:p>
        </p:txBody>
      </p:sp>
      <p:sp>
        <p:nvSpPr>
          <p:cNvPr id="71" name="New shape"/>
          <p:cNvSpPr/>
          <p:nvPr/>
        </p:nvSpPr>
        <p:spPr>
          <a:xfrm>
            <a:off x="1075030" y="2798601"/>
            <a:ext cx="227039" cy="247427"/>
          </a:xfrm>
          <a:prstGeom prst="rect">
            <a:avLst/>
          </a:prstGeom>
          <a:noFill/>
        </p:spPr>
        <p:style>
          <a:lnRef idx="2">
            <a:srgbClr val="000000">
              <a:alpha val="0"/>
            </a:srgb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lIns="0" tIns="0" rtlCol="0" anchor="ctr">
            <a:spAutoFit/>
          </a:bodyPr>
          <a:lstStyle>
            <a:defPPr/>
          </a:lstStyle>
          <a:p>
            <a:r>
              <a:rPr lang="en-US" sz="1596" i="1">
                <a:solidFill>
                  <a:srgbClr val="7E7E7E"/>
                </a:solidFill>
                <a:latin typeface="Calibri"/>
              </a:rPr>
              <a:t>[0]</a:t>
            </a:r>
          </a:p>
        </p:txBody>
      </p:sp>
      <p:sp>
        <p:nvSpPr>
          <p:cNvPr id="72" name="New shape"/>
          <p:cNvSpPr/>
          <p:nvPr/>
        </p:nvSpPr>
        <p:spPr>
          <a:xfrm>
            <a:off x="1776095" y="2798601"/>
            <a:ext cx="227039" cy="247427"/>
          </a:xfrm>
          <a:prstGeom prst="rect">
            <a:avLst/>
          </a:prstGeom>
          <a:noFill/>
        </p:spPr>
        <p:style>
          <a:lnRef idx="2">
            <a:srgbClr val="000000">
              <a:alpha val="0"/>
            </a:srgb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lIns="0" tIns="0" rtlCol="0" anchor="ctr">
            <a:spAutoFit/>
          </a:bodyPr>
          <a:lstStyle>
            <a:defPPr/>
          </a:lstStyle>
          <a:p>
            <a:r>
              <a:rPr lang="en-US" sz="1596" i="1">
                <a:solidFill>
                  <a:srgbClr val="7E7E7E"/>
                </a:solidFill>
                <a:latin typeface="Calibri"/>
              </a:rPr>
              <a:t>[1]</a:t>
            </a:r>
          </a:p>
        </p:txBody>
      </p:sp>
      <p:sp>
        <p:nvSpPr>
          <p:cNvPr id="73" name="New shape"/>
          <p:cNvSpPr/>
          <p:nvPr/>
        </p:nvSpPr>
        <p:spPr>
          <a:xfrm>
            <a:off x="2477135" y="2798601"/>
            <a:ext cx="227039" cy="247427"/>
          </a:xfrm>
          <a:prstGeom prst="rect">
            <a:avLst/>
          </a:prstGeom>
          <a:noFill/>
        </p:spPr>
        <p:style>
          <a:lnRef idx="2">
            <a:srgbClr val="000000">
              <a:alpha val="0"/>
            </a:srgb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lIns="0" tIns="0" rtlCol="0" anchor="ctr">
            <a:spAutoFit/>
          </a:bodyPr>
          <a:lstStyle>
            <a:defPPr/>
          </a:lstStyle>
          <a:p>
            <a:r>
              <a:rPr lang="en-US" sz="1596" i="1">
                <a:solidFill>
                  <a:srgbClr val="7E7E7E"/>
                </a:solidFill>
                <a:latin typeface="Calibri"/>
              </a:rPr>
              <a:t>[2]</a:t>
            </a:r>
          </a:p>
        </p:txBody>
      </p:sp>
      <p:sp>
        <p:nvSpPr>
          <p:cNvPr id="74" name="New shape"/>
          <p:cNvSpPr/>
          <p:nvPr/>
        </p:nvSpPr>
        <p:spPr>
          <a:xfrm>
            <a:off x="3178175" y="2798601"/>
            <a:ext cx="227039" cy="247427"/>
          </a:xfrm>
          <a:prstGeom prst="rect">
            <a:avLst/>
          </a:prstGeom>
          <a:noFill/>
        </p:spPr>
        <p:style>
          <a:lnRef idx="2">
            <a:srgbClr val="000000">
              <a:alpha val="0"/>
            </a:srgb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lIns="0" tIns="0" rtlCol="0" anchor="ctr">
            <a:spAutoFit/>
          </a:bodyPr>
          <a:lstStyle>
            <a:defPPr/>
          </a:lstStyle>
          <a:p>
            <a:r>
              <a:rPr lang="en-US" sz="1596" i="1">
                <a:solidFill>
                  <a:srgbClr val="7E7E7E"/>
                </a:solidFill>
                <a:latin typeface="Calibri"/>
              </a:rPr>
              <a:t>[3]</a:t>
            </a:r>
          </a:p>
        </p:txBody>
      </p:sp>
      <p:sp>
        <p:nvSpPr>
          <p:cNvPr id="75" name="New shape"/>
          <p:cNvSpPr/>
          <p:nvPr/>
        </p:nvSpPr>
        <p:spPr>
          <a:xfrm>
            <a:off x="3879469" y="2798601"/>
            <a:ext cx="227039" cy="247427"/>
          </a:xfrm>
          <a:prstGeom prst="rect">
            <a:avLst/>
          </a:prstGeom>
          <a:noFill/>
        </p:spPr>
        <p:style>
          <a:lnRef idx="2">
            <a:srgbClr val="000000">
              <a:alpha val="0"/>
            </a:srgb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lIns="0" tIns="0" rtlCol="0" anchor="ctr">
            <a:spAutoFit/>
          </a:bodyPr>
          <a:lstStyle>
            <a:defPPr/>
          </a:lstStyle>
          <a:p>
            <a:r>
              <a:rPr lang="en-US" sz="1596" i="1">
                <a:solidFill>
                  <a:srgbClr val="7E7E7E"/>
                </a:solidFill>
                <a:latin typeface="Calibri"/>
              </a:rPr>
              <a:t>[4]</a:t>
            </a:r>
          </a:p>
        </p:txBody>
      </p:sp>
      <p:sp>
        <p:nvSpPr>
          <p:cNvPr id="76" name="New shape"/>
          <p:cNvSpPr/>
          <p:nvPr/>
        </p:nvSpPr>
        <p:spPr>
          <a:xfrm>
            <a:off x="4580509" y="2798601"/>
            <a:ext cx="227039" cy="247427"/>
          </a:xfrm>
          <a:prstGeom prst="rect">
            <a:avLst/>
          </a:prstGeom>
          <a:noFill/>
        </p:spPr>
        <p:style>
          <a:lnRef idx="2">
            <a:srgbClr val="000000">
              <a:alpha val="0"/>
            </a:srgb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lIns="0" tIns="0" rtlCol="0" anchor="ctr">
            <a:spAutoFit/>
          </a:bodyPr>
          <a:lstStyle>
            <a:defPPr/>
          </a:lstStyle>
          <a:p>
            <a:r>
              <a:rPr lang="en-US" sz="1596" i="1">
                <a:solidFill>
                  <a:srgbClr val="7E7E7E"/>
                </a:solidFill>
                <a:latin typeface="Calibri"/>
              </a:rPr>
              <a:t>[5]</a:t>
            </a:r>
          </a:p>
        </p:txBody>
      </p:sp>
      <p:sp>
        <p:nvSpPr>
          <p:cNvPr id="77" name="New shape"/>
          <p:cNvSpPr/>
          <p:nvPr/>
        </p:nvSpPr>
        <p:spPr>
          <a:xfrm>
            <a:off x="5281549" y="2798601"/>
            <a:ext cx="227039" cy="247427"/>
          </a:xfrm>
          <a:prstGeom prst="rect">
            <a:avLst/>
          </a:prstGeom>
          <a:noFill/>
        </p:spPr>
        <p:style>
          <a:lnRef idx="2">
            <a:srgbClr val="000000">
              <a:alpha val="0"/>
            </a:srgb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lIns="0" tIns="0" rtlCol="0" anchor="ctr">
            <a:spAutoFit/>
          </a:bodyPr>
          <a:lstStyle>
            <a:defPPr/>
          </a:lstStyle>
          <a:p>
            <a:r>
              <a:rPr lang="en-US" sz="1596" i="1">
                <a:solidFill>
                  <a:srgbClr val="7E7E7E"/>
                </a:solidFill>
                <a:latin typeface="Calibri"/>
              </a:rPr>
              <a:t>[6]</a:t>
            </a:r>
          </a:p>
        </p:txBody>
      </p:sp>
      <p:sp>
        <p:nvSpPr>
          <p:cNvPr id="78" name="New shape"/>
          <p:cNvSpPr/>
          <p:nvPr/>
        </p:nvSpPr>
        <p:spPr>
          <a:xfrm>
            <a:off x="5982970" y="2798601"/>
            <a:ext cx="227039" cy="247427"/>
          </a:xfrm>
          <a:prstGeom prst="rect">
            <a:avLst/>
          </a:prstGeom>
          <a:noFill/>
        </p:spPr>
        <p:style>
          <a:lnRef idx="2">
            <a:srgbClr val="000000">
              <a:alpha val="0"/>
            </a:srgb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lIns="0" tIns="0" rtlCol="0" anchor="ctr">
            <a:spAutoFit/>
          </a:bodyPr>
          <a:lstStyle>
            <a:defPPr/>
          </a:lstStyle>
          <a:p>
            <a:r>
              <a:rPr lang="en-US" sz="1596" i="1">
                <a:solidFill>
                  <a:srgbClr val="7E7E7E"/>
                </a:solidFill>
                <a:latin typeface="Calibri"/>
              </a:rPr>
              <a:t>[7]</a:t>
            </a:r>
          </a:p>
        </p:txBody>
      </p:sp>
      <p:sp>
        <p:nvSpPr>
          <p:cNvPr id="79" name="New shape"/>
          <p:cNvSpPr/>
          <p:nvPr/>
        </p:nvSpPr>
        <p:spPr>
          <a:xfrm>
            <a:off x="6684010" y="2798601"/>
            <a:ext cx="227039" cy="247427"/>
          </a:xfrm>
          <a:prstGeom prst="rect">
            <a:avLst/>
          </a:prstGeom>
          <a:noFill/>
        </p:spPr>
        <p:style>
          <a:lnRef idx="2">
            <a:srgbClr val="000000">
              <a:alpha val="0"/>
            </a:srgb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lIns="0" tIns="0" rtlCol="0" anchor="ctr">
            <a:spAutoFit/>
          </a:bodyPr>
          <a:lstStyle>
            <a:defPPr/>
          </a:lstStyle>
          <a:p>
            <a:r>
              <a:rPr lang="en-US" sz="1596" i="1">
                <a:solidFill>
                  <a:srgbClr val="7E7E7E"/>
                </a:solidFill>
                <a:latin typeface="Calibri"/>
              </a:rPr>
              <a:t>[8]</a:t>
            </a:r>
          </a:p>
        </p:txBody>
      </p:sp>
      <p:sp>
        <p:nvSpPr>
          <p:cNvPr id="80" name="New shape"/>
          <p:cNvSpPr/>
          <p:nvPr/>
        </p:nvSpPr>
        <p:spPr>
          <a:xfrm>
            <a:off x="7385050" y="2798601"/>
            <a:ext cx="227039" cy="247427"/>
          </a:xfrm>
          <a:prstGeom prst="rect">
            <a:avLst/>
          </a:prstGeom>
          <a:noFill/>
        </p:spPr>
        <p:style>
          <a:lnRef idx="2">
            <a:srgbClr val="000000">
              <a:alpha val="0"/>
            </a:srgb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lIns="0" tIns="0" rtlCol="0" anchor="ctr">
            <a:spAutoFit/>
          </a:bodyPr>
          <a:lstStyle>
            <a:defPPr/>
          </a:lstStyle>
          <a:p>
            <a:r>
              <a:rPr lang="en-US" sz="1596" i="1">
                <a:solidFill>
                  <a:srgbClr val="7E7E7E"/>
                </a:solidFill>
                <a:latin typeface="Calibri"/>
              </a:rPr>
              <a:t>[9]</a:t>
            </a:r>
          </a:p>
        </p:txBody>
      </p:sp>
      <p:sp>
        <p:nvSpPr>
          <p:cNvPr id="81" name="New shape"/>
          <p:cNvSpPr/>
          <p:nvPr/>
        </p:nvSpPr>
        <p:spPr>
          <a:xfrm>
            <a:off x="8035798" y="2798601"/>
            <a:ext cx="329770" cy="247427"/>
          </a:xfrm>
          <a:prstGeom prst="rect">
            <a:avLst/>
          </a:prstGeom>
          <a:noFill/>
        </p:spPr>
        <p:style>
          <a:lnRef idx="2">
            <a:srgbClr val="000000">
              <a:alpha val="0"/>
            </a:srgb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lIns="0" tIns="0" rtlCol="0" anchor="ctr">
            <a:spAutoFit/>
          </a:bodyPr>
          <a:lstStyle>
            <a:defPPr/>
          </a:lstStyle>
          <a:p>
            <a:r>
              <a:rPr lang="en-US" sz="1596" i="1">
                <a:solidFill>
                  <a:srgbClr val="7E7E7E"/>
                </a:solidFill>
                <a:latin typeface="Calibri"/>
              </a:rPr>
              <a:t>[10]</a:t>
            </a:r>
          </a:p>
        </p:txBody>
      </p:sp>
      <p:sp>
        <p:nvSpPr>
          <p:cNvPr id="82" name="New shape"/>
          <p:cNvSpPr/>
          <p:nvPr/>
        </p:nvSpPr>
        <p:spPr>
          <a:xfrm>
            <a:off x="8736838" y="2798601"/>
            <a:ext cx="329770" cy="247427"/>
          </a:xfrm>
          <a:prstGeom prst="rect">
            <a:avLst/>
          </a:prstGeom>
          <a:noFill/>
        </p:spPr>
        <p:style>
          <a:lnRef idx="2">
            <a:srgbClr val="000000">
              <a:alpha val="0"/>
            </a:srgb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lIns="0" tIns="0" rtlCol="0" anchor="ctr">
            <a:spAutoFit/>
          </a:bodyPr>
          <a:lstStyle>
            <a:defPPr/>
          </a:lstStyle>
          <a:p>
            <a:r>
              <a:rPr lang="en-US" sz="1596" i="1">
                <a:solidFill>
                  <a:srgbClr val="7E7E7E"/>
                </a:solidFill>
                <a:latin typeface="Calibri"/>
              </a:rPr>
              <a:t>[11]</a:t>
            </a:r>
          </a:p>
        </p:txBody>
      </p:sp>
      <p:sp>
        <p:nvSpPr>
          <p:cNvPr id="83" name="New shape"/>
          <p:cNvSpPr/>
          <p:nvPr/>
        </p:nvSpPr>
        <p:spPr>
          <a:xfrm>
            <a:off x="9438132" y="2798601"/>
            <a:ext cx="329770" cy="247427"/>
          </a:xfrm>
          <a:prstGeom prst="rect">
            <a:avLst/>
          </a:prstGeom>
          <a:noFill/>
        </p:spPr>
        <p:style>
          <a:lnRef idx="2">
            <a:srgbClr val="000000">
              <a:alpha val="0"/>
            </a:srgb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lIns="0" tIns="0" rtlCol="0" anchor="ctr">
            <a:spAutoFit/>
          </a:bodyPr>
          <a:lstStyle>
            <a:defPPr/>
          </a:lstStyle>
          <a:p>
            <a:r>
              <a:rPr lang="en-US" sz="1596" i="1">
                <a:solidFill>
                  <a:srgbClr val="7E7E7E"/>
                </a:solidFill>
                <a:latin typeface="Calibri"/>
              </a:rPr>
              <a:t>[12]</a:t>
            </a:r>
          </a:p>
        </p:txBody>
      </p:sp>
      <p:sp>
        <p:nvSpPr>
          <p:cNvPr id="84" name="New shape"/>
          <p:cNvSpPr/>
          <p:nvPr/>
        </p:nvSpPr>
        <p:spPr>
          <a:xfrm>
            <a:off x="10139172" y="2798601"/>
            <a:ext cx="329770" cy="247427"/>
          </a:xfrm>
          <a:prstGeom prst="rect">
            <a:avLst/>
          </a:prstGeom>
          <a:noFill/>
        </p:spPr>
        <p:style>
          <a:lnRef idx="2">
            <a:srgbClr val="000000">
              <a:alpha val="0"/>
            </a:srgb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lIns="0" tIns="0" rtlCol="0" anchor="ctr">
            <a:spAutoFit/>
          </a:bodyPr>
          <a:lstStyle>
            <a:defPPr/>
          </a:lstStyle>
          <a:p>
            <a:r>
              <a:rPr lang="en-US" sz="1596" i="1">
                <a:solidFill>
                  <a:srgbClr val="7E7E7E"/>
                </a:solidFill>
                <a:latin typeface="Calibri"/>
              </a:rPr>
              <a:t>[13]</a:t>
            </a:r>
          </a:p>
        </p:txBody>
      </p:sp>
      <p:sp>
        <p:nvSpPr>
          <p:cNvPr id="85" name="New shape"/>
          <p:cNvSpPr/>
          <p:nvPr/>
        </p:nvSpPr>
        <p:spPr>
          <a:xfrm>
            <a:off x="10840212" y="2798601"/>
            <a:ext cx="329770" cy="247427"/>
          </a:xfrm>
          <a:prstGeom prst="rect">
            <a:avLst/>
          </a:prstGeom>
          <a:noFill/>
        </p:spPr>
        <p:style>
          <a:lnRef idx="2">
            <a:srgbClr val="000000">
              <a:alpha val="0"/>
            </a:srgb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lIns="0" tIns="0" rtlCol="0" anchor="ctr">
            <a:spAutoFit/>
          </a:bodyPr>
          <a:lstStyle>
            <a:defPPr/>
          </a:lstStyle>
          <a:p>
            <a:r>
              <a:rPr lang="en-US" sz="1596" i="1">
                <a:solidFill>
                  <a:srgbClr val="7E7E7E"/>
                </a:solidFill>
                <a:latin typeface="Calibri"/>
              </a:rPr>
              <a:t>[14]</a:t>
            </a:r>
          </a:p>
        </p:txBody>
      </p:sp>
      <p:sp>
        <p:nvSpPr>
          <p:cNvPr id="86" name="New shape"/>
          <p:cNvSpPr/>
          <p:nvPr/>
        </p:nvSpPr>
        <p:spPr>
          <a:xfrm>
            <a:off x="281940" y="3651530"/>
            <a:ext cx="2535824" cy="496714"/>
          </a:xfrm>
          <a:prstGeom prst="rect">
            <a:avLst/>
          </a:prstGeom>
          <a:noFill/>
        </p:spPr>
        <p:style>
          <a:lnRef idx="2">
            <a:srgbClr val="000000">
              <a:alpha val="0"/>
            </a:srgb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lIns="0" tIns="0" rtlCol="0" anchor="ctr">
            <a:spAutoFit/>
          </a:bodyPr>
          <a:lstStyle>
            <a:defPPr/>
          </a:lstStyle>
          <a:p>
            <a:r>
              <a:rPr lang="en-US" sz="3204">
                <a:solidFill>
                  <a:srgbClr val="000000"/>
                </a:solidFill>
                <a:latin typeface="Calibri"/>
              </a:rPr>
              <a:t>In pseudocode:</a:t>
            </a:r>
          </a:p>
        </p:txBody>
      </p:sp>
      <p:sp>
        <p:nvSpPr>
          <p:cNvPr id="87" name="New shape"/>
          <p:cNvSpPr/>
          <p:nvPr/>
        </p:nvSpPr>
        <p:spPr>
          <a:xfrm>
            <a:off x="739140" y="4134458"/>
            <a:ext cx="5526351" cy="433834"/>
          </a:xfrm>
          <a:prstGeom prst="rect">
            <a:avLst/>
          </a:prstGeom>
          <a:noFill/>
        </p:spPr>
        <p:style>
          <a:lnRef idx="2">
            <a:srgbClr val="000000">
              <a:alpha val="0"/>
            </a:srgb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lIns="0" tIns="0" rtlCol="0" anchor="ctr">
            <a:spAutoFit/>
          </a:bodyPr>
          <a:lstStyle>
            <a:defPPr/>
          </a:lstStyle>
          <a:p>
            <a:r>
              <a:rPr lang="en-US" sz="2798">
                <a:solidFill>
                  <a:srgbClr val="000000"/>
                </a:solidFill>
                <a:latin typeface="Calibri"/>
              </a:rPr>
              <a:t>Repeat until the (sub)array is of size 0:</a:t>
            </a:r>
          </a:p>
        </p:txBody>
      </p:sp>
      <p:sp>
        <p:nvSpPr>
          <p:cNvPr id="88" name="New shape"/>
          <p:cNvSpPr/>
          <p:nvPr/>
        </p:nvSpPr>
        <p:spPr>
          <a:xfrm>
            <a:off x="1196645" y="4557550"/>
            <a:ext cx="6464945" cy="372070"/>
          </a:xfrm>
          <a:prstGeom prst="rect">
            <a:avLst/>
          </a:prstGeom>
          <a:noFill/>
        </p:spPr>
        <p:style>
          <a:lnRef idx="2">
            <a:srgbClr val="000000">
              <a:alpha val="0"/>
            </a:srgb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lIns="0" tIns="0" rtlCol="0" anchor="ctr">
            <a:spAutoFit/>
          </a:bodyPr>
          <a:lstStyle>
            <a:defPPr/>
          </a:lstStyle>
          <a:p>
            <a:r>
              <a:rPr lang="en-US" sz="2400">
                <a:solidFill>
                  <a:srgbClr val="000000"/>
                </a:solidFill>
                <a:latin typeface="Calibri"/>
              </a:rPr>
              <a:t>Calculate the middle point of the current (sub)array.</a:t>
            </a:r>
          </a:p>
        </p:txBody>
      </p:sp>
      <p:sp>
        <p:nvSpPr>
          <p:cNvPr id="89" name="New shape"/>
          <p:cNvSpPr/>
          <p:nvPr/>
        </p:nvSpPr>
        <p:spPr>
          <a:xfrm>
            <a:off x="1196645" y="4923310"/>
            <a:ext cx="4217045" cy="372070"/>
          </a:xfrm>
          <a:prstGeom prst="rect">
            <a:avLst/>
          </a:prstGeom>
          <a:noFill/>
        </p:spPr>
        <p:style>
          <a:lnRef idx="2">
            <a:srgbClr val="000000">
              <a:alpha val="0"/>
            </a:srgb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lIns="0" tIns="0" rtlCol="0" anchor="ctr">
            <a:spAutoFit/>
          </a:bodyPr>
          <a:lstStyle>
            <a:defPPr/>
          </a:lstStyle>
          <a:p>
            <a:r>
              <a:rPr lang="en-US" sz="2400">
                <a:solidFill>
                  <a:srgbClr val="000000"/>
                </a:solidFill>
                <a:latin typeface="Calibri"/>
              </a:rPr>
              <a:t>If the target is at the middle, stop.</a:t>
            </a:r>
          </a:p>
        </p:txBody>
      </p:sp>
      <p:sp>
        <p:nvSpPr>
          <p:cNvPr id="90" name="New shape"/>
          <p:cNvSpPr/>
          <p:nvPr/>
        </p:nvSpPr>
        <p:spPr>
          <a:xfrm>
            <a:off x="1196645" y="5288810"/>
            <a:ext cx="10248423" cy="372442"/>
          </a:xfrm>
          <a:prstGeom prst="rect">
            <a:avLst/>
          </a:prstGeom>
          <a:noFill/>
        </p:spPr>
        <p:style>
          <a:lnRef idx="2">
            <a:srgbClr val="000000">
              <a:alpha val="0"/>
            </a:srgb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lIns="0" tIns="0" rtlCol="0" anchor="ctr">
            <a:spAutoFit/>
          </a:bodyPr>
          <a:lstStyle>
            <a:defPPr/>
          </a:lstStyle>
          <a:p>
            <a:r>
              <a:rPr lang="en-US" sz="2402">
                <a:solidFill>
                  <a:srgbClr val="000000"/>
                </a:solidFill>
                <a:latin typeface="Calibri"/>
              </a:rPr>
              <a:t>Otherwise, if the target is less than what’s at the middle, repeat, changing the end </a:t>
            </a:r>
          </a:p>
        </p:txBody>
      </p:sp>
      <p:sp>
        <p:nvSpPr>
          <p:cNvPr id="91" name="New shape"/>
          <p:cNvSpPr/>
          <p:nvPr/>
        </p:nvSpPr>
        <p:spPr>
          <a:xfrm>
            <a:off x="1196645" y="5655109"/>
            <a:ext cx="4992291" cy="372070"/>
          </a:xfrm>
          <a:prstGeom prst="rect">
            <a:avLst/>
          </a:prstGeom>
          <a:noFill/>
        </p:spPr>
        <p:style>
          <a:lnRef idx="2">
            <a:srgbClr val="000000">
              <a:alpha val="0"/>
            </a:srgb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lIns="0" tIns="0" rtlCol="0" anchor="ctr">
            <a:spAutoFit/>
          </a:bodyPr>
          <a:lstStyle>
            <a:defPPr/>
          </a:lstStyle>
          <a:p>
            <a:r>
              <a:rPr lang="en-US" sz="2400">
                <a:solidFill>
                  <a:srgbClr val="000000"/>
                </a:solidFill>
                <a:latin typeface="Calibri"/>
              </a:rPr>
              <a:t>point to be just to the left of the middle.</a:t>
            </a:r>
          </a:p>
        </p:txBody>
      </p:sp>
      <p:sp>
        <p:nvSpPr>
          <p:cNvPr id="92" name="New shape"/>
          <p:cNvSpPr/>
          <p:nvPr/>
        </p:nvSpPr>
        <p:spPr>
          <a:xfrm>
            <a:off x="1196645" y="6020870"/>
            <a:ext cx="10789295" cy="372070"/>
          </a:xfrm>
          <a:prstGeom prst="rect">
            <a:avLst/>
          </a:prstGeom>
          <a:noFill/>
        </p:spPr>
        <p:style>
          <a:lnRef idx="2">
            <a:srgbClr val="000000">
              <a:alpha val="0"/>
            </a:srgb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lIns="0" tIns="0" rtlCol="0" anchor="ctr">
            <a:spAutoFit/>
          </a:bodyPr>
          <a:lstStyle>
            <a:defPPr/>
          </a:lstStyle>
          <a:p>
            <a:r>
              <a:rPr lang="en-US" sz="2400">
                <a:solidFill>
                  <a:srgbClr val="000000"/>
                </a:solidFill>
                <a:latin typeface="Calibri"/>
              </a:rPr>
              <a:t>Otherwise, if the target is greater than what’s at the middle, repeat, changing the start </a:t>
            </a:r>
          </a:p>
        </p:txBody>
      </p:sp>
      <p:sp>
        <p:nvSpPr>
          <p:cNvPr id="93" name="New shape"/>
          <p:cNvSpPr/>
          <p:nvPr/>
        </p:nvSpPr>
        <p:spPr>
          <a:xfrm>
            <a:off x="1196645" y="6386630"/>
            <a:ext cx="5157490" cy="372070"/>
          </a:xfrm>
          <a:prstGeom prst="rect">
            <a:avLst/>
          </a:prstGeom>
          <a:noFill/>
        </p:spPr>
        <p:style>
          <a:lnRef idx="2">
            <a:srgbClr val="000000">
              <a:alpha val="0"/>
            </a:srgb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lIns="0" tIns="0" rtlCol="0" anchor="ctr">
            <a:spAutoFit/>
          </a:bodyPr>
          <a:lstStyle>
            <a:defPPr/>
          </a:lstStyle>
          <a:p>
            <a:r>
              <a:rPr lang="en-US" sz="2400">
                <a:solidFill>
                  <a:srgbClr val="000000"/>
                </a:solidFill>
                <a:latin typeface="Calibri"/>
              </a:rPr>
              <a:t>point to be just to the right of the middle.</a:t>
            </a:r>
          </a:p>
        </p:txBody>
      </p:sp>
      <p:sp>
        <p:nvSpPr>
          <p:cNvPr id="94" name="New shape"/>
          <p:cNvSpPr/>
          <p:nvPr/>
        </p:nvSpPr>
        <p:spPr>
          <a:xfrm>
            <a:off x="7182866" y="932589"/>
            <a:ext cx="1735782" cy="372070"/>
          </a:xfrm>
          <a:prstGeom prst="rect">
            <a:avLst/>
          </a:prstGeom>
          <a:noFill/>
        </p:spPr>
        <p:style>
          <a:lnRef idx="2">
            <a:srgbClr val="000000">
              <a:alpha val="0"/>
            </a:srgb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lIns="0" tIns="0" rtlCol="0" anchor="ctr">
            <a:spAutoFit/>
          </a:bodyPr>
          <a:lstStyle>
            <a:defPPr/>
          </a:lstStyle>
          <a:p>
            <a:r>
              <a:rPr lang="en-US" sz="2400" b="1">
                <a:solidFill>
                  <a:srgbClr val="FFFFFF"/>
                </a:solidFill>
                <a:latin typeface="Calibri"/>
              </a:rPr>
              <a:t>Target  Start</a:t>
            </a:r>
          </a:p>
        </p:txBody>
      </p:sp>
      <p:sp>
        <p:nvSpPr>
          <p:cNvPr id="95" name="New shape"/>
          <p:cNvSpPr/>
          <p:nvPr/>
        </p:nvSpPr>
        <p:spPr>
          <a:xfrm>
            <a:off x="9496933" y="932589"/>
            <a:ext cx="1835646" cy="372070"/>
          </a:xfrm>
          <a:prstGeom prst="rect">
            <a:avLst/>
          </a:prstGeom>
          <a:noFill/>
        </p:spPr>
        <p:style>
          <a:lnRef idx="2">
            <a:srgbClr val="000000">
              <a:alpha val="0"/>
            </a:srgb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lIns="0" tIns="0" rtlCol="0" anchor="ctr">
            <a:spAutoFit/>
          </a:bodyPr>
          <a:lstStyle>
            <a:defPPr/>
          </a:lstStyle>
          <a:p>
            <a:r>
              <a:rPr lang="en-US" sz="2400" b="1">
                <a:solidFill>
                  <a:srgbClr val="FFFFFF"/>
                </a:solidFill>
                <a:latin typeface="Calibri"/>
              </a:rPr>
              <a:t>End   Middle</a:t>
            </a:r>
          </a:p>
        </p:txBody>
      </p:sp>
      <p:sp>
        <p:nvSpPr>
          <p:cNvPr id="96" name="New shape">
            <a:extLst>
              <a:ext uri="{FF2B5EF4-FFF2-40B4-BE49-F238E27FC236}">
                <a16:creationId xmlns:a16="http://schemas.microsoft.com/office/drawing/2014/main" id="{342290F0-9F9D-9797-B241-7AB74F8ECF90}"/>
              </a:ext>
            </a:extLst>
          </p:cNvPr>
          <p:cNvSpPr/>
          <p:nvPr/>
        </p:nvSpPr>
        <p:spPr>
          <a:xfrm>
            <a:off x="838200" y="2155825"/>
            <a:ext cx="701040" cy="579120"/>
          </a:xfrm>
          <a:prstGeom prst="rect">
            <a:avLst/>
          </a:prstGeom>
          <a:solidFill>
            <a:srgbClr val="FF0000"/>
          </a:solidFill>
          <a:ln w="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/>
          </a:lstStyle>
          <a:p>
            <a:endParaRPr lang="en-US"/>
          </a:p>
        </p:txBody>
      </p:sp>
      <p:sp>
        <p:nvSpPr>
          <p:cNvPr id="97" name="New shape">
            <a:extLst>
              <a:ext uri="{FF2B5EF4-FFF2-40B4-BE49-F238E27FC236}">
                <a16:creationId xmlns:a16="http://schemas.microsoft.com/office/drawing/2014/main" id="{4A8CD06F-BB54-7153-D8DD-8195BF72239D}"/>
              </a:ext>
            </a:extLst>
          </p:cNvPr>
          <p:cNvSpPr/>
          <p:nvPr/>
        </p:nvSpPr>
        <p:spPr>
          <a:xfrm>
            <a:off x="1539240" y="2155825"/>
            <a:ext cx="701040" cy="579120"/>
          </a:xfrm>
          <a:prstGeom prst="rect">
            <a:avLst/>
          </a:prstGeom>
          <a:solidFill>
            <a:srgbClr val="FF0000"/>
          </a:solidFill>
          <a:ln w="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/>
          </a:lstStyle>
          <a:p>
            <a:endParaRPr lang="en-US"/>
          </a:p>
        </p:txBody>
      </p:sp>
      <p:sp>
        <p:nvSpPr>
          <p:cNvPr id="98" name="New shape">
            <a:extLst>
              <a:ext uri="{FF2B5EF4-FFF2-40B4-BE49-F238E27FC236}">
                <a16:creationId xmlns:a16="http://schemas.microsoft.com/office/drawing/2014/main" id="{416D726E-9A18-55C8-9A61-BC14020DCAA1}"/>
              </a:ext>
            </a:extLst>
          </p:cNvPr>
          <p:cNvSpPr/>
          <p:nvPr/>
        </p:nvSpPr>
        <p:spPr>
          <a:xfrm>
            <a:off x="2240280" y="2155825"/>
            <a:ext cx="701040" cy="579120"/>
          </a:xfrm>
          <a:prstGeom prst="rect">
            <a:avLst/>
          </a:prstGeom>
          <a:solidFill>
            <a:srgbClr val="FF0000"/>
          </a:solidFill>
          <a:ln w="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/>
          </a:lstStyle>
          <a:p>
            <a:endParaRPr lang="en-US"/>
          </a:p>
        </p:txBody>
      </p:sp>
      <p:sp>
        <p:nvSpPr>
          <p:cNvPr id="99" name="New shape">
            <a:extLst>
              <a:ext uri="{FF2B5EF4-FFF2-40B4-BE49-F238E27FC236}">
                <a16:creationId xmlns:a16="http://schemas.microsoft.com/office/drawing/2014/main" id="{C5D4A012-EDA4-B70B-A869-8CBE6F375250}"/>
              </a:ext>
            </a:extLst>
          </p:cNvPr>
          <p:cNvSpPr/>
          <p:nvPr/>
        </p:nvSpPr>
        <p:spPr>
          <a:xfrm>
            <a:off x="2941320" y="2155825"/>
            <a:ext cx="701040" cy="579120"/>
          </a:xfrm>
          <a:prstGeom prst="rect">
            <a:avLst/>
          </a:prstGeom>
          <a:solidFill>
            <a:srgbClr val="FF0000"/>
          </a:solidFill>
          <a:ln w="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/>
          </a:lstStyle>
          <a:p>
            <a:endParaRPr lang="en-US"/>
          </a:p>
        </p:txBody>
      </p:sp>
      <p:sp>
        <p:nvSpPr>
          <p:cNvPr id="100" name="New shape">
            <a:extLst>
              <a:ext uri="{FF2B5EF4-FFF2-40B4-BE49-F238E27FC236}">
                <a16:creationId xmlns:a16="http://schemas.microsoft.com/office/drawing/2014/main" id="{CE25D3D2-A852-B660-9A52-961051D2206C}"/>
              </a:ext>
            </a:extLst>
          </p:cNvPr>
          <p:cNvSpPr/>
          <p:nvPr/>
        </p:nvSpPr>
        <p:spPr>
          <a:xfrm>
            <a:off x="3642360" y="2155825"/>
            <a:ext cx="701040" cy="579120"/>
          </a:xfrm>
          <a:prstGeom prst="rect">
            <a:avLst/>
          </a:prstGeom>
          <a:solidFill>
            <a:srgbClr val="FF0000"/>
          </a:solidFill>
          <a:ln w="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/>
          </a:lstStyle>
          <a:p>
            <a:endParaRPr lang="en-US"/>
          </a:p>
        </p:txBody>
      </p:sp>
      <p:sp>
        <p:nvSpPr>
          <p:cNvPr id="101" name="New shape">
            <a:extLst>
              <a:ext uri="{FF2B5EF4-FFF2-40B4-BE49-F238E27FC236}">
                <a16:creationId xmlns:a16="http://schemas.microsoft.com/office/drawing/2014/main" id="{AC235AE8-ACD4-2CE7-9342-E90A755C67CC}"/>
              </a:ext>
            </a:extLst>
          </p:cNvPr>
          <p:cNvSpPr/>
          <p:nvPr/>
        </p:nvSpPr>
        <p:spPr>
          <a:xfrm>
            <a:off x="4343400" y="2155825"/>
            <a:ext cx="701040" cy="579120"/>
          </a:xfrm>
          <a:prstGeom prst="rect">
            <a:avLst/>
          </a:prstGeom>
          <a:solidFill>
            <a:srgbClr val="FF0000"/>
          </a:solidFill>
          <a:ln w="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/>
          </a:lstStyle>
          <a:p>
            <a:endParaRPr lang="en-US"/>
          </a:p>
        </p:txBody>
      </p:sp>
      <p:sp>
        <p:nvSpPr>
          <p:cNvPr id="102" name="New shape">
            <a:extLst>
              <a:ext uri="{FF2B5EF4-FFF2-40B4-BE49-F238E27FC236}">
                <a16:creationId xmlns:a16="http://schemas.microsoft.com/office/drawing/2014/main" id="{D0DE9DD6-E84E-72C1-9DED-8DA14F133FC5}"/>
              </a:ext>
            </a:extLst>
          </p:cNvPr>
          <p:cNvSpPr/>
          <p:nvPr/>
        </p:nvSpPr>
        <p:spPr>
          <a:xfrm>
            <a:off x="5044440" y="2155825"/>
            <a:ext cx="701040" cy="579120"/>
          </a:xfrm>
          <a:prstGeom prst="rect">
            <a:avLst/>
          </a:prstGeom>
          <a:solidFill>
            <a:srgbClr val="FF0000"/>
          </a:solidFill>
          <a:ln w="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/>
          </a:lstStyle>
          <a:p>
            <a:endParaRPr lang="en-US"/>
          </a:p>
        </p:txBody>
      </p:sp>
      <p:sp>
        <p:nvSpPr>
          <p:cNvPr id="103" name="New shape">
            <a:extLst>
              <a:ext uri="{FF2B5EF4-FFF2-40B4-BE49-F238E27FC236}">
                <a16:creationId xmlns:a16="http://schemas.microsoft.com/office/drawing/2014/main" id="{A857F883-94C6-3D25-784F-1883C1962180}"/>
              </a:ext>
            </a:extLst>
          </p:cNvPr>
          <p:cNvSpPr/>
          <p:nvPr/>
        </p:nvSpPr>
        <p:spPr>
          <a:xfrm>
            <a:off x="5745480" y="2155825"/>
            <a:ext cx="701040" cy="579120"/>
          </a:xfrm>
          <a:prstGeom prst="rect">
            <a:avLst/>
          </a:prstGeom>
          <a:solidFill>
            <a:srgbClr val="FF0000"/>
          </a:solidFill>
          <a:ln w="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/>
          </a:lstStyle>
          <a:p>
            <a:endParaRPr lang="en-US"/>
          </a:p>
        </p:txBody>
      </p:sp>
      <p:sp>
        <p:nvSpPr>
          <p:cNvPr id="104" name="New shape">
            <a:extLst>
              <a:ext uri="{FF2B5EF4-FFF2-40B4-BE49-F238E27FC236}">
                <a16:creationId xmlns:a16="http://schemas.microsoft.com/office/drawing/2014/main" id="{A2C951BD-A0E2-D336-F2CD-568DF320C41E}"/>
              </a:ext>
            </a:extLst>
          </p:cNvPr>
          <p:cNvSpPr/>
          <p:nvPr/>
        </p:nvSpPr>
        <p:spPr>
          <a:xfrm>
            <a:off x="6446520" y="2155825"/>
            <a:ext cx="701040" cy="579120"/>
          </a:xfrm>
          <a:prstGeom prst="rect">
            <a:avLst/>
          </a:prstGeom>
          <a:solidFill>
            <a:srgbClr val="FF0000"/>
          </a:solidFill>
          <a:ln w="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/>
          </a:lstStyle>
          <a:p>
            <a:endParaRPr lang="en-US"/>
          </a:p>
        </p:txBody>
      </p:sp>
      <p:sp>
        <p:nvSpPr>
          <p:cNvPr id="105" name="New shape">
            <a:extLst>
              <a:ext uri="{FF2B5EF4-FFF2-40B4-BE49-F238E27FC236}">
                <a16:creationId xmlns:a16="http://schemas.microsoft.com/office/drawing/2014/main" id="{2B0FB4ED-2E8B-472A-82E1-22C7F28D483F}"/>
              </a:ext>
            </a:extLst>
          </p:cNvPr>
          <p:cNvSpPr/>
          <p:nvPr/>
        </p:nvSpPr>
        <p:spPr>
          <a:xfrm>
            <a:off x="7147561" y="2155825"/>
            <a:ext cx="701040" cy="579120"/>
          </a:xfrm>
          <a:prstGeom prst="rect">
            <a:avLst/>
          </a:prstGeom>
          <a:solidFill>
            <a:srgbClr val="FF0000"/>
          </a:solidFill>
          <a:ln w="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/>
          </a:lstStyle>
          <a:p>
            <a:endParaRPr lang="en-US"/>
          </a:p>
        </p:txBody>
      </p:sp>
      <p:sp>
        <p:nvSpPr>
          <p:cNvPr id="106" name="New shape">
            <a:extLst>
              <a:ext uri="{FF2B5EF4-FFF2-40B4-BE49-F238E27FC236}">
                <a16:creationId xmlns:a16="http://schemas.microsoft.com/office/drawing/2014/main" id="{52B041C0-29E7-B19A-47E5-425CDB686E8E}"/>
              </a:ext>
            </a:extLst>
          </p:cNvPr>
          <p:cNvSpPr/>
          <p:nvPr/>
        </p:nvSpPr>
        <p:spPr>
          <a:xfrm>
            <a:off x="7848600" y="2155825"/>
            <a:ext cx="701040" cy="579120"/>
          </a:xfrm>
          <a:prstGeom prst="rect">
            <a:avLst/>
          </a:prstGeom>
          <a:solidFill>
            <a:srgbClr val="FF0000"/>
          </a:solidFill>
          <a:ln w="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/>
          </a:lstStyle>
          <a:p>
            <a:endParaRPr lang="en-US"/>
          </a:p>
        </p:txBody>
      </p:sp>
      <p:sp>
        <p:nvSpPr>
          <p:cNvPr id="107" name="New shape">
            <a:extLst>
              <a:ext uri="{FF2B5EF4-FFF2-40B4-BE49-F238E27FC236}">
                <a16:creationId xmlns:a16="http://schemas.microsoft.com/office/drawing/2014/main" id="{05E3A8EA-3BB8-D306-F304-628BC3E19385}"/>
              </a:ext>
            </a:extLst>
          </p:cNvPr>
          <p:cNvSpPr/>
          <p:nvPr/>
        </p:nvSpPr>
        <p:spPr>
          <a:xfrm>
            <a:off x="8549641" y="2155825"/>
            <a:ext cx="701040" cy="579120"/>
          </a:xfrm>
          <a:prstGeom prst="rect">
            <a:avLst/>
          </a:prstGeom>
          <a:solidFill>
            <a:srgbClr val="FF0000"/>
          </a:solidFill>
          <a:ln w="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/>
          </a:lstStyle>
          <a:p>
            <a:endParaRPr lang="en-US"/>
          </a:p>
        </p:txBody>
      </p:sp>
      <p:sp>
        <p:nvSpPr>
          <p:cNvPr id="108" name="New shape">
            <a:extLst>
              <a:ext uri="{FF2B5EF4-FFF2-40B4-BE49-F238E27FC236}">
                <a16:creationId xmlns:a16="http://schemas.microsoft.com/office/drawing/2014/main" id="{4D5EA053-93E0-1AC9-A98F-11DFD4B88E25}"/>
              </a:ext>
            </a:extLst>
          </p:cNvPr>
          <p:cNvSpPr/>
          <p:nvPr/>
        </p:nvSpPr>
        <p:spPr>
          <a:xfrm>
            <a:off x="9250680" y="2155825"/>
            <a:ext cx="701040" cy="579120"/>
          </a:xfrm>
          <a:prstGeom prst="rect">
            <a:avLst/>
          </a:prstGeom>
          <a:solidFill>
            <a:srgbClr val="FF0000"/>
          </a:solidFill>
          <a:ln w="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/>
          </a:lstStyle>
          <a:p>
            <a:endParaRPr lang="en-US"/>
          </a:p>
        </p:txBody>
      </p:sp>
      <p:sp>
        <p:nvSpPr>
          <p:cNvPr id="109" name="New shape">
            <a:extLst>
              <a:ext uri="{FF2B5EF4-FFF2-40B4-BE49-F238E27FC236}">
                <a16:creationId xmlns:a16="http://schemas.microsoft.com/office/drawing/2014/main" id="{642D2A86-329F-0909-35AE-D3D856278FC3}"/>
              </a:ext>
            </a:extLst>
          </p:cNvPr>
          <p:cNvSpPr/>
          <p:nvPr/>
        </p:nvSpPr>
        <p:spPr>
          <a:xfrm>
            <a:off x="9951720" y="2155825"/>
            <a:ext cx="701040" cy="579120"/>
          </a:xfrm>
          <a:prstGeom prst="rect">
            <a:avLst/>
          </a:prstGeom>
          <a:solidFill>
            <a:srgbClr val="FF0000"/>
          </a:solidFill>
          <a:ln w="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/>
          </a:lstStyle>
          <a:p>
            <a:endParaRPr lang="en-US"/>
          </a:p>
        </p:txBody>
      </p:sp>
      <p:sp>
        <p:nvSpPr>
          <p:cNvPr id="110" name="New shape">
            <a:extLst>
              <a:ext uri="{FF2B5EF4-FFF2-40B4-BE49-F238E27FC236}">
                <a16:creationId xmlns:a16="http://schemas.microsoft.com/office/drawing/2014/main" id="{775F04BE-D5BD-ECEB-E4B9-A52BADC884B3}"/>
              </a:ext>
            </a:extLst>
          </p:cNvPr>
          <p:cNvSpPr/>
          <p:nvPr/>
        </p:nvSpPr>
        <p:spPr>
          <a:xfrm>
            <a:off x="10652761" y="2155825"/>
            <a:ext cx="701040" cy="579120"/>
          </a:xfrm>
          <a:prstGeom prst="rect">
            <a:avLst/>
          </a:prstGeom>
          <a:solidFill>
            <a:srgbClr val="FF0000"/>
          </a:solidFill>
          <a:ln w="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/>
          </a:lstStyle>
          <a:p>
            <a:endParaRPr lang="en-US"/>
          </a:p>
        </p:txBody>
      </p:sp>
      <p:sp>
        <p:nvSpPr>
          <p:cNvPr id="111" name="New shape">
            <a:extLst>
              <a:ext uri="{FF2B5EF4-FFF2-40B4-BE49-F238E27FC236}">
                <a16:creationId xmlns:a16="http://schemas.microsoft.com/office/drawing/2014/main" id="{46CF54D1-BF8F-C254-79FF-4968E058A3A1}"/>
              </a:ext>
            </a:extLst>
          </p:cNvPr>
          <p:cNvSpPr/>
          <p:nvPr/>
        </p:nvSpPr>
        <p:spPr>
          <a:xfrm>
            <a:off x="1539240" y="2149475"/>
            <a:ext cx="0" cy="604520"/>
          </a:xfrm>
          <a:prstGeom prst="line">
            <a:avLst/>
          </a:prstGeom>
          <a:ln w="12700">
            <a:solidFill>
              <a:srgbClr val="FFFFFF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>
            <a:defPPr/>
          </a:lstStyle>
          <a:p>
            <a:endParaRPr lang="en-US"/>
          </a:p>
        </p:txBody>
      </p:sp>
      <p:sp>
        <p:nvSpPr>
          <p:cNvPr id="112" name="New shape">
            <a:extLst>
              <a:ext uri="{FF2B5EF4-FFF2-40B4-BE49-F238E27FC236}">
                <a16:creationId xmlns:a16="http://schemas.microsoft.com/office/drawing/2014/main" id="{07A3CFD2-B8D3-AE5D-C10F-5C0CA8081E0A}"/>
              </a:ext>
            </a:extLst>
          </p:cNvPr>
          <p:cNvSpPr/>
          <p:nvPr/>
        </p:nvSpPr>
        <p:spPr>
          <a:xfrm>
            <a:off x="2240280" y="2149475"/>
            <a:ext cx="0" cy="604520"/>
          </a:xfrm>
          <a:prstGeom prst="line">
            <a:avLst/>
          </a:prstGeom>
          <a:ln w="12700">
            <a:solidFill>
              <a:srgbClr val="FFFFFF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>
            <a:defPPr/>
          </a:lstStyle>
          <a:p>
            <a:endParaRPr lang="en-US"/>
          </a:p>
        </p:txBody>
      </p:sp>
      <p:sp>
        <p:nvSpPr>
          <p:cNvPr id="113" name="New shape">
            <a:extLst>
              <a:ext uri="{FF2B5EF4-FFF2-40B4-BE49-F238E27FC236}">
                <a16:creationId xmlns:a16="http://schemas.microsoft.com/office/drawing/2014/main" id="{DD0CB8DB-8355-D8BC-4C85-4BE7BFF45260}"/>
              </a:ext>
            </a:extLst>
          </p:cNvPr>
          <p:cNvSpPr/>
          <p:nvPr/>
        </p:nvSpPr>
        <p:spPr>
          <a:xfrm>
            <a:off x="2941320" y="2149475"/>
            <a:ext cx="0" cy="604520"/>
          </a:xfrm>
          <a:prstGeom prst="line">
            <a:avLst/>
          </a:prstGeom>
          <a:ln w="12700">
            <a:solidFill>
              <a:srgbClr val="FFFFFF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>
            <a:defPPr/>
          </a:lstStyle>
          <a:p>
            <a:endParaRPr lang="en-US"/>
          </a:p>
        </p:txBody>
      </p:sp>
      <p:sp>
        <p:nvSpPr>
          <p:cNvPr id="114" name="New shape">
            <a:extLst>
              <a:ext uri="{FF2B5EF4-FFF2-40B4-BE49-F238E27FC236}">
                <a16:creationId xmlns:a16="http://schemas.microsoft.com/office/drawing/2014/main" id="{8B67D9C8-A2E9-4844-FF4E-9F7E91A34347}"/>
              </a:ext>
            </a:extLst>
          </p:cNvPr>
          <p:cNvSpPr/>
          <p:nvPr/>
        </p:nvSpPr>
        <p:spPr>
          <a:xfrm>
            <a:off x="3642360" y="2149475"/>
            <a:ext cx="0" cy="604520"/>
          </a:xfrm>
          <a:prstGeom prst="line">
            <a:avLst/>
          </a:prstGeom>
          <a:ln w="12700">
            <a:solidFill>
              <a:srgbClr val="FFFFFF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>
            <a:defPPr/>
          </a:lstStyle>
          <a:p>
            <a:endParaRPr lang="en-US"/>
          </a:p>
        </p:txBody>
      </p:sp>
      <p:sp>
        <p:nvSpPr>
          <p:cNvPr id="115" name="New shape">
            <a:extLst>
              <a:ext uri="{FF2B5EF4-FFF2-40B4-BE49-F238E27FC236}">
                <a16:creationId xmlns:a16="http://schemas.microsoft.com/office/drawing/2014/main" id="{FB052C0D-FF75-BB3C-D5C1-5237ADB4899A}"/>
              </a:ext>
            </a:extLst>
          </p:cNvPr>
          <p:cNvSpPr/>
          <p:nvPr/>
        </p:nvSpPr>
        <p:spPr>
          <a:xfrm>
            <a:off x="4343400" y="2149475"/>
            <a:ext cx="0" cy="604520"/>
          </a:xfrm>
          <a:prstGeom prst="line">
            <a:avLst/>
          </a:prstGeom>
          <a:ln w="12700">
            <a:solidFill>
              <a:srgbClr val="FFFFFF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>
            <a:defPPr/>
          </a:lstStyle>
          <a:p>
            <a:endParaRPr lang="en-US"/>
          </a:p>
        </p:txBody>
      </p:sp>
      <p:sp>
        <p:nvSpPr>
          <p:cNvPr id="116" name="New shape">
            <a:extLst>
              <a:ext uri="{FF2B5EF4-FFF2-40B4-BE49-F238E27FC236}">
                <a16:creationId xmlns:a16="http://schemas.microsoft.com/office/drawing/2014/main" id="{764EA293-45FB-A10C-8664-972F116F1BEF}"/>
              </a:ext>
            </a:extLst>
          </p:cNvPr>
          <p:cNvSpPr/>
          <p:nvPr/>
        </p:nvSpPr>
        <p:spPr>
          <a:xfrm>
            <a:off x="5044440" y="2149475"/>
            <a:ext cx="0" cy="604520"/>
          </a:xfrm>
          <a:prstGeom prst="line">
            <a:avLst/>
          </a:prstGeom>
          <a:ln w="12700">
            <a:solidFill>
              <a:srgbClr val="FFFFFF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>
            <a:defPPr/>
          </a:lstStyle>
          <a:p>
            <a:endParaRPr lang="en-US"/>
          </a:p>
        </p:txBody>
      </p:sp>
      <p:sp>
        <p:nvSpPr>
          <p:cNvPr id="117" name="New shape">
            <a:extLst>
              <a:ext uri="{FF2B5EF4-FFF2-40B4-BE49-F238E27FC236}">
                <a16:creationId xmlns:a16="http://schemas.microsoft.com/office/drawing/2014/main" id="{5F12B3A6-6562-7512-D720-D13A24A6A891}"/>
              </a:ext>
            </a:extLst>
          </p:cNvPr>
          <p:cNvSpPr/>
          <p:nvPr/>
        </p:nvSpPr>
        <p:spPr>
          <a:xfrm>
            <a:off x="5745480" y="2149475"/>
            <a:ext cx="0" cy="604520"/>
          </a:xfrm>
          <a:prstGeom prst="line">
            <a:avLst/>
          </a:prstGeom>
          <a:ln w="12700">
            <a:solidFill>
              <a:srgbClr val="FFFFFF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>
            <a:defPPr/>
          </a:lstStyle>
          <a:p>
            <a:endParaRPr lang="en-US"/>
          </a:p>
        </p:txBody>
      </p:sp>
      <p:sp>
        <p:nvSpPr>
          <p:cNvPr id="118" name="New shape">
            <a:extLst>
              <a:ext uri="{FF2B5EF4-FFF2-40B4-BE49-F238E27FC236}">
                <a16:creationId xmlns:a16="http://schemas.microsoft.com/office/drawing/2014/main" id="{A37F97CF-BF8C-2C3F-90BB-496904898AF5}"/>
              </a:ext>
            </a:extLst>
          </p:cNvPr>
          <p:cNvSpPr/>
          <p:nvPr/>
        </p:nvSpPr>
        <p:spPr>
          <a:xfrm>
            <a:off x="6446520" y="2149475"/>
            <a:ext cx="0" cy="604520"/>
          </a:xfrm>
          <a:prstGeom prst="line">
            <a:avLst/>
          </a:prstGeom>
          <a:ln w="12700">
            <a:solidFill>
              <a:srgbClr val="FFFFFF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>
            <a:defPPr/>
          </a:lstStyle>
          <a:p>
            <a:endParaRPr lang="en-US"/>
          </a:p>
        </p:txBody>
      </p:sp>
      <p:sp>
        <p:nvSpPr>
          <p:cNvPr id="119" name="New shape">
            <a:extLst>
              <a:ext uri="{FF2B5EF4-FFF2-40B4-BE49-F238E27FC236}">
                <a16:creationId xmlns:a16="http://schemas.microsoft.com/office/drawing/2014/main" id="{36F3E57C-88B6-53C1-875A-36A45F066048}"/>
              </a:ext>
            </a:extLst>
          </p:cNvPr>
          <p:cNvSpPr/>
          <p:nvPr/>
        </p:nvSpPr>
        <p:spPr>
          <a:xfrm>
            <a:off x="7147560" y="2149475"/>
            <a:ext cx="0" cy="604520"/>
          </a:xfrm>
          <a:prstGeom prst="line">
            <a:avLst/>
          </a:prstGeom>
          <a:ln w="12700">
            <a:solidFill>
              <a:srgbClr val="FFFFFF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>
            <a:defPPr/>
          </a:lstStyle>
          <a:p>
            <a:endParaRPr lang="en-US"/>
          </a:p>
        </p:txBody>
      </p:sp>
      <p:sp>
        <p:nvSpPr>
          <p:cNvPr id="120" name="New shape">
            <a:extLst>
              <a:ext uri="{FF2B5EF4-FFF2-40B4-BE49-F238E27FC236}">
                <a16:creationId xmlns:a16="http://schemas.microsoft.com/office/drawing/2014/main" id="{EBFA41C7-9336-AD70-D3C7-0E50D56ADEA7}"/>
              </a:ext>
            </a:extLst>
          </p:cNvPr>
          <p:cNvSpPr/>
          <p:nvPr/>
        </p:nvSpPr>
        <p:spPr>
          <a:xfrm>
            <a:off x="7848600" y="2149475"/>
            <a:ext cx="0" cy="604520"/>
          </a:xfrm>
          <a:prstGeom prst="line">
            <a:avLst/>
          </a:prstGeom>
          <a:ln w="12700">
            <a:solidFill>
              <a:srgbClr val="FFFFFF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>
            <a:defPPr/>
          </a:lstStyle>
          <a:p>
            <a:endParaRPr lang="en-US"/>
          </a:p>
        </p:txBody>
      </p:sp>
      <p:sp>
        <p:nvSpPr>
          <p:cNvPr id="121" name="New shape">
            <a:extLst>
              <a:ext uri="{FF2B5EF4-FFF2-40B4-BE49-F238E27FC236}">
                <a16:creationId xmlns:a16="http://schemas.microsoft.com/office/drawing/2014/main" id="{615C0DE1-EFEC-6CE5-7887-A47B89017287}"/>
              </a:ext>
            </a:extLst>
          </p:cNvPr>
          <p:cNvSpPr/>
          <p:nvPr/>
        </p:nvSpPr>
        <p:spPr>
          <a:xfrm>
            <a:off x="8549640" y="2149475"/>
            <a:ext cx="0" cy="604520"/>
          </a:xfrm>
          <a:prstGeom prst="line">
            <a:avLst/>
          </a:prstGeom>
          <a:ln w="12700">
            <a:solidFill>
              <a:srgbClr val="FFFFFF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>
            <a:defPPr/>
          </a:lstStyle>
          <a:p>
            <a:endParaRPr lang="en-US"/>
          </a:p>
        </p:txBody>
      </p:sp>
      <p:sp>
        <p:nvSpPr>
          <p:cNvPr id="122" name="New shape">
            <a:extLst>
              <a:ext uri="{FF2B5EF4-FFF2-40B4-BE49-F238E27FC236}">
                <a16:creationId xmlns:a16="http://schemas.microsoft.com/office/drawing/2014/main" id="{18399C37-C7CE-E7D8-5A65-8CE18F196DCD}"/>
              </a:ext>
            </a:extLst>
          </p:cNvPr>
          <p:cNvSpPr/>
          <p:nvPr/>
        </p:nvSpPr>
        <p:spPr>
          <a:xfrm>
            <a:off x="9250680" y="2149475"/>
            <a:ext cx="0" cy="604520"/>
          </a:xfrm>
          <a:prstGeom prst="line">
            <a:avLst/>
          </a:prstGeom>
          <a:ln w="12700">
            <a:solidFill>
              <a:srgbClr val="FFFFFF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>
            <a:defPPr/>
          </a:lstStyle>
          <a:p>
            <a:endParaRPr lang="en-US"/>
          </a:p>
        </p:txBody>
      </p:sp>
      <p:sp>
        <p:nvSpPr>
          <p:cNvPr id="123" name="New shape">
            <a:extLst>
              <a:ext uri="{FF2B5EF4-FFF2-40B4-BE49-F238E27FC236}">
                <a16:creationId xmlns:a16="http://schemas.microsoft.com/office/drawing/2014/main" id="{51C5C1D5-73A9-A803-DA2A-9FC9212262C8}"/>
              </a:ext>
            </a:extLst>
          </p:cNvPr>
          <p:cNvSpPr/>
          <p:nvPr/>
        </p:nvSpPr>
        <p:spPr>
          <a:xfrm>
            <a:off x="9951720" y="2149475"/>
            <a:ext cx="0" cy="604520"/>
          </a:xfrm>
          <a:prstGeom prst="line">
            <a:avLst/>
          </a:prstGeom>
          <a:ln w="12700">
            <a:solidFill>
              <a:srgbClr val="FFFFFF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>
            <a:defPPr/>
          </a:lstStyle>
          <a:p>
            <a:endParaRPr lang="en-US"/>
          </a:p>
        </p:txBody>
      </p:sp>
      <p:sp>
        <p:nvSpPr>
          <p:cNvPr id="124" name="New shape">
            <a:extLst>
              <a:ext uri="{FF2B5EF4-FFF2-40B4-BE49-F238E27FC236}">
                <a16:creationId xmlns:a16="http://schemas.microsoft.com/office/drawing/2014/main" id="{DA24361E-5A70-D249-CE26-D5D24DEBBBFE}"/>
              </a:ext>
            </a:extLst>
          </p:cNvPr>
          <p:cNvSpPr/>
          <p:nvPr/>
        </p:nvSpPr>
        <p:spPr>
          <a:xfrm>
            <a:off x="10652760" y="2149475"/>
            <a:ext cx="0" cy="604520"/>
          </a:xfrm>
          <a:prstGeom prst="line">
            <a:avLst/>
          </a:prstGeom>
          <a:ln w="12700">
            <a:solidFill>
              <a:srgbClr val="FFFFFF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>
            <a:defPPr/>
          </a:lstStyle>
          <a:p>
            <a:endParaRPr lang="en-US"/>
          </a:p>
        </p:txBody>
      </p:sp>
      <p:sp>
        <p:nvSpPr>
          <p:cNvPr id="125" name="New shape">
            <a:extLst>
              <a:ext uri="{FF2B5EF4-FFF2-40B4-BE49-F238E27FC236}">
                <a16:creationId xmlns:a16="http://schemas.microsoft.com/office/drawing/2014/main" id="{C00FBE48-9A6B-3359-1083-979FA20E8B4B}"/>
              </a:ext>
            </a:extLst>
          </p:cNvPr>
          <p:cNvSpPr/>
          <p:nvPr/>
        </p:nvSpPr>
        <p:spPr>
          <a:xfrm>
            <a:off x="838200" y="2149475"/>
            <a:ext cx="0" cy="604520"/>
          </a:xfrm>
          <a:prstGeom prst="line">
            <a:avLst/>
          </a:prstGeom>
          <a:ln w="12700">
            <a:solidFill>
              <a:srgbClr val="FFFFFF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>
            <a:defPPr/>
          </a:lstStyle>
          <a:p>
            <a:endParaRPr lang="en-US"/>
          </a:p>
        </p:txBody>
      </p:sp>
      <p:sp>
        <p:nvSpPr>
          <p:cNvPr id="126" name="New shape">
            <a:extLst>
              <a:ext uri="{FF2B5EF4-FFF2-40B4-BE49-F238E27FC236}">
                <a16:creationId xmlns:a16="http://schemas.microsoft.com/office/drawing/2014/main" id="{210AA17D-7499-6269-70DD-95D65D5CD407}"/>
              </a:ext>
            </a:extLst>
          </p:cNvPr>
          <p:cNvSpPr/>
          <p:nvPr/>
        </p:nvSpPr>
        <p:spPr>
          <a:xfrm>
            <a:off x="11353800" y="2149475"/>
            <a:ext cx="0" cy="604520"/>
          </a:xfrm>
          <a:prstGeom prst="line">
            <a:avLst/>
          </a:prstGeom>
          <a:ln w="12700">
            <a:solidFill>
              <a:srgbClr val="FFFFFF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>
            <a:defPPr/>
          </a:lstStyle>
          <a:p>
            <a:endParaRPr lang="en-US"/>
          </a:p>
        </p:txBody>
      </p:sp>
      <p:sp>
        <p:nvSpPr>
          <p:cNvPr id="127" name="New shape">
            <a:extLst>
              <a:ext uri="{FF2B5EF4-FFF2-40B4-BE49-F238E27FC236}">
                <a16:creationId xmlns:a16="http://schemas.microsoft.com/office/drawing/2014/main" id="{677CE87C-F96E-55E0-BB95-3147A4783D6E}"/>
              </a:ext>
            </a:extLst>
          </p:cNvPr>
          <p:cNvSpPr/>
          <p:nvPr/>
        </p:nvSpPr>
        <p:spPr>
          <a:xfrm>
            <a:off x="831850" y="2155825"/>
            <a:ext cx="10528300" cy="0"/>
          </a:xfrm>
          <a:prstGeom prst="line">
            <a:avLst/>
          </a:prstGeom>
          <a:ln w="12700">
            <a:solidFill>
              <a:srgbClr val="FFFFFF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>
            <a:defPPr/>
          </a:lstStyle>
          <a:p>
            <a:endParaRPr lang="en-US"/>
          </a:p>
        </p:txBody>
      </p:sp>
      <p:sp>
        <p:nvSpPr>
          <p:cNvPr id="128" name="New shape">
            <a:extLst>
              <a:ext uri="{FF2B5EF4-FFF2-40B4-BE49-F238E27FC236}">
                <a16:creationId xmlns:a16="http://schemas.microsoft.com/office/drawing/2014/main" id="{26EA20B4-E686-A1DD-EEEC-0A167383113F}"/>
              </a:ext>
            </a:extLst>
          </p:cNvPr>
          <p:cNvSpPr/>
          <p:nvPr/>
        </p:nvSpPr>
        <p:spPr>
          <a:xfrm>
            <a:off x="831850" y="2734945"/>
            <a:ext cx="10528300" cy="0"/>
          </a:xfrm>
          <a:prstGeom prst="line">
            <a:avLst/>
          </a:prstGeom>
          <a:ln w="38100">
            <a:solidFill>
              <a:srgbClr val="FFFFFF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>
            <a:defPPr/>
          </a:lstStyle>
          <a:p>
            <a:endParaRPr lang="en-US"/>
          </a:p>
        </p:txBody>
      </p:sp>
      <p:sp>
        <p:nvSpPr>
          <p:cNvPr id="129" name="New shape">
            <a:extLst>
              <a:ext uri="{FF2B5EF4-FFF2-40B4-BE49-F238E27FC236}">
                <a16:creationId xmlns:a16="http://schemas.microsoft.com/office/drawing/2014/main" id="{4A59B74D-79EC-E024-7F1C-170006528F3F}"/>
              </a:ext>
            </a:extLst>
          </p:cNvPr>
          <p:cNvSpPr/>
          <p:nvPr/>
        </p:nvSpPr>
        <p:spPr>
          <a:xfrm>
            <a:off x="983285" y="2214212"/>
            <a:ext cx="10345140" cy="539250"/>
          </a:xfrm>
          <a:prstGeom prst="rect">
            <a:avLst/>
          </a:prstGeom>
          <a:noFill/>
        </p:spPr>
        <p:style>
          <a:lnRef idx="2">
            <a:srgbClr val="000000">
              <a:alpha val="0"/>
            </a:srgb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lIns="0" tIns="0" rtlCol="0" anchor="ctr">
            <a:spAutoFit/>
          </a:bodyPr>
          <a:lstStyle>
            <a:defPPr/>
          </a:lstStyle>
          <a:p>
            <a:r>
              <a:rPr lang="en-US" sz="3204" b="1" dirty="0">
                <a:solidFill>
                  <a:srgbClr val="FFFFFF"/>
                </a:solidFill>
                <a:latin typeface="Calibri"/>
              </a:rPr>
              <a:t>11   23     8    14   30     9    6     17   22   28   25   15     7   10   19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ew shape"/>
          <p:cNvSpPr/>
          <p:nvPr/>
        </p:nvSpPr>
        <p:spPr>
          <a:xfrm>
            <a:off x="0" y="-1"/>
            <a:ext cx="12192000" cy="6857999"/>
          </a:xfrm>
          <a:prstGeom prst="rect">
            <a:avLst/>
          </a:prstGeom>
          <a:solidFill>
            <a:srgbClr val="FFFFFF"/>
          </a:solidFill>
          <a:ln w="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/>
          </a:lstStyle>
          <a:p>
            <a:endParaRPr lang="en-US"/>
          </a:p>
        </p:txBody>
      </p:sp>
      <p:sp>
        <p:nvSpPr>
          <p:cNvPr id="3" name="New shape"/>
          <p:cNvSpPr/>
          <p:nvPr/>
        </p:nvSpPr>
        <p:spPr>
          <a:xfrm>
            <a:off x="838200" y="2155825"/>
            <a:ext cx="701040" cy="579120"/>
          </a:xfrm>
          <a:prstGeom prst="rect">
            <a:avLst/>
          </a:prstGeom>
          <a:solidFill>
            <a:srgbClr val="FF0000"/>
          </a:solidFill>
          <a:ln w="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/>
          </a:lstStyle>
          <a:p>
            <a:endParaRPr lang="en-US"/>
          </a:p>
        </p:txBody>
      </p:sp>
      <p:sp>
        <p:nvSpPr>
          <p:cNvPr id="4" name="New shape"/>
          <p:cNvSpPr/>
          <p:nvPr/>
        </p:nvSpPr>
        <p:spPr>
          <a:xfrm>
            <a:off x="1539240" y="2155825"/>
            <a:ext cx="701040" cy="579120"/>
          </a:xfrm>
          <a:prstGeom prst="rect">
            <a:avLst/>
          </a:prstGeom>
          <a:solidFill>
            <a:srgbClr val="FF0000"/>
          </a:solidFill>
          <a:ln w="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/>
          </a:lstStyle>
          <a:p>
            <a:endParaRPr lang="en-US"/>
          </a:p>
        </p:txBody>
      </p:sp>
      <p:sp>
        <p:nvSpPr>
          <p:cNvPr id="5" name="New shape"/>
          <p:cNvSpPr/>
          <p:nvPr/>
        </p:nvSpPr>
        <p:spPr>
          <a:xfrm>
            <a:off x="2240280" y="2155825"/>
            <a:ext cx="701040" cy="579120"/>
          </a:xfrm>
          <a:prstGeom prst="rect">
            <a:avLst/>
          </a:prstGeom>
          <a:solidFill>
            <a:srgbClr val="FF0000"/>
          </a:solidFill>
          <a:ln w="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/>
          </a:lstStyle>
          <a:p>
            <a:endParaRPr lang="en-US"/>
          </a:p>
        </p:txBody>
      </p:sp>
      <p:sp>
        <p:nvSpPr>
          <p:cNvPr id="6" name="New shape"/>
          <p:cNvSpPr/>
          <p:nvPr/>
        </p:nvSpPr>
        <p:spPr>
          <a:xfrm>
            <a:off x="2941320" y="2155825"/>
            <a:ext cx="701040" cy="579120"/>
          </a:xfrm>
          <a:prstGeom prst="rect">
            <a:avLst/>
          </a:prstGeom>
          <a:solidFill>
            <a:srgbClr val="FF0000"/>
          </a:solidFill>
          <a:ln w="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/>
          </a:lstStyle>
          <a:p>
            <a:endParaRPr lang="en-US"/>
          </a:p>
        </p:txBody>
      </p:sp>
      <p:sp>
        <p:nvSpPr>
          <p:cNvPr id="7" name="New shape"/>
          <p:cNvSpPr/>
          <p:nvPr/>
        </p:nvSpPr>
        <p:spPr>
          <a:xfrm>
            <a:off x="3642360" y="2155825"/>
            <a:ext cx="701040" cy="579120"/>
          </a:xfrm>
          <a:prstGeom prst="rect">
            <a:avLst/>
          </a:prstGeom>
          <a:solidFill>
            <a:srgbClr val="FF0000"/>
          </a:solidFill>
          <a:ln w="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/>
          </a:lstStyle>
          <a:p>
            <a:endParaRPr lang="en-US"/>
          </a:p>
        </p:txBody>
      </p:sp>
      <p:sp>
        <p:nvSpPr>
          <p:cNvPr id="8" name="New shape"/>
          <p:cNvSpPr/>
          <p:nvPr/>
        </p:nvSpPr>
        <p:spPr>
          <a:xfrm>
            <a:off x="4343400" y="2155825"/>
            <a:ext cx="701040" cy="579120"/>
          </a:xfrm>
          <a:prstGeom prst="rect">
            <a:avLst/>
          </a:prstGeom>
          <a:solidFill>
            <a:srgbClr val="FF0000"/>
          </a:solidFill>
          <a:ln w="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/>
          </a:lstStyle>
          <a:p>
            <a:endParaRPr lang="en-US"/>
          </a:p>
        </p:txBody>
      </p:sp>
      <p:sp>
        <p:nvSpPr>
          <p:cNvPr id="9" name="New shape"/>
          <p:cNvSpPr/>
          <p:nvPr/>
        </p:nvSpPr>
        <p:spPr>
          <a:xfrm>
            <a:off x="5044440" y="2155825"/>
            <a:ext cx="701040" cy="579120"/>
          </a:xfrm>
          <a:prstGeom prst="rect">
            <a:avLst/>
          </a:prstGeom>
          <a:solidFill>
            <a:srgbClr val="FF0000"/>
          </a:solidFill>
          <a:ln w="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/>
          </a:lstStyle>
          <a:p>
            <a:endParaRPr lang="en-US"/>
          </a:p>
        </p:txBody>
      </p:sp>
      <p:sp>
        <p:nvSpPr>
          <p:cNvPr id="10" name="New shape"/>
          <p:cNvSpPr/>
          <p:nvPr/>
        </p:nvSpPr>
        <p:spPr>
          <a:xfrm>
            <a:off x="5745480" y="2155825"/>
            <a:ext cx="701040" cy="579120"/>
          </a:xfrm>
          <a:prstGeom prst="rect">
            <a:avLst/>
          </a:prstGeom>
          <a:solidFill>
            <a:srgbClr val="FF0000"/>
          </a:solidFill>
          <a:ln w="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/>
          </a:lstStyle>
          <a:p>
            <a:endParaRPr lang="en-US"/>
          </a:p>
        </p:txBody>
      </p:sp>
      <p:sp>
        <p:nvSpPr>
          <p:cNvPr id="11" name="New shape"/>
          <p:cNvSpPr/>
          <p:nvPr/>
        </p:nvSpPr>
        <p:spPr>
          <a:xfrm>
            <a:off x="6446520" y="2155825"/>
            <a:ext cx="701040" cy="579120"/>
          </a:xfrm>
          <a:prstGeom prst="rect">
            <a:avLst/>
          </a:prstGeom>
          <a:solidFill>
            <a:srgbClr val="FF0000"/>
          </a:solidFill>
          <a:ln w="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/>
          </a:lstStyle>
          <a:p>
            <a:endParaRPr lang="en-US"/>
          </a:p>
        </p:txBody>
      </p:sp>
      <p:sp>
        <p:nvSpPr>
          <p:cNvPr id="12" name="New shape"/>
          <p:cNvSpPr/>
          <p:nvPr/>
        </p:nvSpPr>
        <p:spPr>
          <a:xfrm>
            <a:off x="7147561" y="2155825"/>
            <a:ext cx="701040" cy="579120"/>
          </a:xfrm>
          <a:prstGeom prst="rect">
            <a:avLst/>
          </a:prstGeom>
          <a:solidFill>
            <a:srgbClr val="FF0000"/>
          </a:solidFill>
          <a:ln w="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/>
          </a:lstStyle>
          <a:p>
            <a:endParaRPr lang="en-US"/>
          </a:p>
        </p:txBody>
      </p:sp>
      <p:sp>
        <p:nvSpPr>
          <p:cNvPr id="13" name="New shape"/>
          <p:cNvSpPr/>
          <p:nvPr/>
        </p:nvSpPr>
        <p:spPr>
          <a:xfrm>
            <a:off x="7848600" y="2155825"/>
            <a:ext cx="701040" cy="579120"/>
          </a:xfrm>
          <a:prstGeom prst="rect">
            <a:avLst/>
          </a:prstGeom>
          <a:solidFill>
            <a:srgbClr val="FF0000"/>
          </a:solidFill>
          <a:ln w="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/>
          </a:lstStyle>
          <a:p>
            <a:endParaRPr lang="en-US"/>
          </a:p>
        </p:txBody>
      </p:sp>
      <p:sp>
        <p:nvSpPr>
          <p:cNvPr id="14" name="New shape"/>
          <p:cNvSpPr/>
          <p:nvPr/>
        </p:nvSpPr>
        <p:spPr>
          <a:xfrm>
            <a:off x="8549641" y="2155825"/>
            <a:ext cx="701040" cy="579120"/>
          </a:xfrm>
          <a:prstGeom prst="rect">
            <a:avLst/>
          </a:prstGeom>
          <a:solidFill>
            <a:srgbClr val="FF0000"/>
          </a:solidFill>
          <a:ln w="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/>
          </a:lstStyle>
          <a:p>
            <a:endParaRPr lang="en-US"/>
          </a:p>
        </p:txBody>
      </p:sp>
      <p:sp>
        <p:nvSpPr>
          <p:cNvPr id="15" name="New shape"/>
          <p:cNvSpPr/>
          <p:nvPr/>
        </p:nvSpPr>
        <p:spPr>
          <a:xfrm>
            <a:off x="9250680" y="2155825"/>
            <a:ext cx="701040" cy="579120"/>
          </a:xfrm>
          <a:prstGeom prst="rect">
            <a:avLst/>
          </a:prstGeom>
          <a:solidFill>
            <a:srgbClr val="FF0000"/>
          </a:solidFill>
          <a:ln w="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/>
          </a:lstStyle>
          <a:p>
            <a:endParaRPr lang="en-US"/>
          </a:p>
        </p:txBody>
      </p:sp>
      <p:sp>
        <p:nvSpPr>
          <p:cNvPr id="16" name="New shape"/>
          <p:cNvSpPr/>
          <p:nvPr/>
        </p:nvSpPr>
        <p:spPr>
          <a:xfrm>
            <a:off x="9951720" y="2155825"/>
            <a:ext cx="701040" cy="579120"/>
          </a:xfrm>
          <a:prstGeom prst="rect">
            <a:avLst/>
          </a:prstGeom>
          <a:solidFill>
            <a:srgbClr val="FF0000"/>
          </a:solidFill>
          <a:ln w="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/>
          </a:lstStyle>
          <a:p>
            <a:endParaRPr lang="en-US"/>
          </a:p>
        </p:txBody>
      </p:sp>
      <p:sp>
        <p:nvSpPr>
          <p:cNvPr id="17" name="New shape"/>
          <p:cNvSpPr/>
          <p:nvPr/>
        </p:nvSpPr>
        <p:spPr>
          <a:xfrm>
            <a:off x="10652761" y="2155825"/>
            <a:ext cx="701040" cy="579120"/>
          </a:xfrm>
          <a:prstGeom prst="rect">
            <a:avLst/>
          </a:prstGeom>
          <a:solidFill>
            <a:srgbClr val="FF0000"/>
          </a:solidFill>
          <a:ln w="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/>
          </a:lstStyle>
          <a:p>
            <a:endParaRPr lang="en-US"/>
          </a:p>
        </p:txBody>
      </p:sp>
      <p:sp>
        <p:nvSpPr>
          <p:cNvPr id="18" name="New shape"/>
          <p:cNvSpPr/>
          <p:nvPr/>
        </p:nvSpPr>
        <p:spPr>
          <a:xfrm>
            <a:off x="838200" y="2734945"/>
            <a:ext cx="701040" cy="370840"/>
          </a:xfrm>
          <a:prstGeom prst="rect">
            <a:avLst/>
          </a:prstGeom>
          <a:solidFill>
            <a:srgbClr val="FFFFFF"/>
          </a:solidFill>
          <a:ln w="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/>
          </a:lstStyle>
          <a:p>
            <a:endParaRPr lang="en-US"/>
          </a:p>
        </p:txBody>
      </p:sp>
      <p:sp>
        <p:nvSpPr>
          <p:cNvPr id="19" name="New shape"/>
          <p:cNvSpPr/>
          <p:nvPr/>
        </p:nvSpPr>
        <p:spPr>
          <a:xfrm>
            <a:off x="1539240" y="2734945"/>
            <a:ext cx="701040" cy="370840"/>
          </a:xfrm>
          <a:prstGeom prst="rect">
            <a:avLst/>
          </a:prstGeom>
          <a:solidFill>
            <a:srgbClr val="FFFFFF"/>
          </a:solidFill>
          <a:ln w="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/>
          </a:lstStyle>
          <a:p>
            <a:endParaRPr lang="en-US"/>
          </a:p>
        </p:txBody>
      </p:sp>
      <p:sp>
        <p:nvSpPr>
          <p:cNvPr id="20" name="New shape"/>
          <p:cNvSpPr/>
          <p:nvPr/>
        </p:nvSpPr>
        <p:spPr>
          <a:xfrm>
            <a:off x="2240280" y="2734945"/>
            <a:ext cx="701040" cy="370840"/>
          </a:xfrm>
          <a:prstGeom prst="rect">
            <a:avLst/>
          </a:prstGeom>
          <a:solidFill>
            <a:srgbClr val="FFFFFF"/>
          </a:solidFill>
          <a:ln w="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/>
          </a:lstStyle>
          <a:p>
            <a:endParaRPr lang="en-US"/>
          </a:p>
        </p:txBody>
      </p:sp>
      <p:sp>
        <p:nvSpPr>
          <p:cNvPr id="21" name="New shape"/>
          <p:cNvSpPr/>
          <p:nvPr/>
        </p:nvSpPr>
        <p:spPr>
          <a:xfrm>
            <a:off x="2941320" y="2734945"/>
            <a:ext cx="701040" cy="370840"/>
          </a:xfrm>
          <a:prstGeom prst="rect">
            <a:avLst/>
          </a:prstGeom>
          <a:solidFill>
            <a:srgbClr val="FFFFFF"/>
          </a:solidFill>
          <a:ln w="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/>
          </a:lstStyle>
          <a:p>
            <a:endParaRPr lang="en-US"/>
          </a:p>
        </p:txBody>
      </p:sp>
      <p:sp>
        <p:nvSpPr>
          <p:cNvPr id="22" name="New shape"/>
          <p:cNvSpPr/>
          <p:nvPr/>
        </p:nvSpPr>
        <p:spPr>
          <a:xfrm>
            <a:off x="3642360" y="2734945"/>
            <a:ext cx="701040" cy="370840"/>
          </a:xfrm>
          <a:prstGeom prst="rect">
            <a:avLst/>
          </a:prstGeom>
          <a:solidFill>
            <a:srgbClr val="FFFFFF"/>
          </a:solidFill>
          <a:ln w="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/>
          </a:lstStyle>
          <a:p>
            <a:endParaRPr lang="en-US"/>
          </a:p>
        </p:txBody>
      </p:sp>
      <p:sp>
        <p:nvSpPr>
          <p:cNvPr id="23" name="New shape"/>
          <p:cNvSpPr/>
          <p:nvPr/>
        </p:nvSpPr>
        <p:spPr>
          <a:xfrm>
            <a:off x="4343400" y="2734945"/>
            <a:ext cx="701040" cy="370840"/>
          </a:xfrm>
          <a:prstGeom prst="rect">
            <a:avLst/>
          </a:prstGeom>
          <a:solidFill>
            <a:srgbClr val="FFFFFF"/>
          </a:solidFill>
          <a:ln w="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/>
          </a:lstStyle>
          <a:p>
            <a:endParaRPr lang="en-US"/>
          </a:p>
        </p:txBody>
      </p:sp>
      <p:sp>
        <p:nvSpPr>
          <p:cNvPr id="24" name="New shape"/>
          <p:cNvSpPr/>
          <p:nvPr/>
        </p:nvSpPr>
        <p:spPr>
          <a:xfrm>
            <a:off x="5044440" y="2734945"/>
            <a:ext cx="701040" cy="370840"/>
          </a:xfrm>
          <a:prstGeom prst="rect">
            <a:avLst/>
          </a:prstGeom>
          <a:solidFill>
            <a:srgbClr val="FFFFFF"/>
          </a:solidFill>
          <a:ln w="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/>
          </a:lstStyle>
          <a:p>
            <a:endParaRPr lang="en-US"/>
          </a:p>
        </p:txBody>
      </p:sp>
      <p:sp>
        <p:nvSpPr>
          <p:cNvPr id="25" name="New shape"/>
          <p:cNvSpPr/>
          <p:nvPr/>
        </p:nvSpPr>
        <p:spPr>
          <a:xfrm>
            <a:off x="5745480" y="2734945"/>
            <a:ext cx="701040" cy="370840"/>
          </a:xfrm>
          <a:prstGeom prst="rect">
            <a:avLst/>
          </a:prstGeom>
          <a:solidFill>
            <a:srgbClr val="FFFFFF"/>
          </a:solidFill>
          <a:ln w="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/>
          </a:lstStyle>
          <a:p>
            <a:endParaRPr lang="en-US"/>
          </a:p>
        </p:txBody>
      </p:sp>
      <p:sp>
        <p:nvSpPr>
          <p:cNvPr id="26" name="New shape"/>
          <p:cNvSpPr/>
          <p:nvPr/>
        </p:nvSpPr>
        <p:spPr>
          <a:xfrm>
            <a:off x="6446520" y="2734945"/>
            <a:ext cx="701040" cy="370840"/>
          </a:xfrm>
          <a:prstGeom prst="rect">
            <a:avLst/>
          </a:prstGeom>
          <a:solidFill>
            <a:srgbClr val="FFFFFF"/>
          </a:solidFill>
          <a:ln w="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/>
          </a:lstStyle>
          <a:p>
            <a:endParaRPr lang="en-US"/>
          </a:p>
        </p:txBody>
      </p:sp>
      <p:sp>
        <p:nvSpPr>
          <p:cNvPr id="27" name="New shape"/>
          <p:cNvSpPr/>
          <p:nvPr/>
        </p:nvSpPr>
        <p:spPr>
          <a:xfrm>
            <a:off x="7147561" y="2734945"/>
            <a:ext cx="701040" cy="370840"/>
          </a:xfrm>
          <a:prstGeom prst="rect">
            <a:avLst/>
          </a:prstGeom>
          <a:solidFill>
            <a:srgbClr val="FFFFFF"/>
          </a:solidFill>
          <a:ln w="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/>
          </a:lstStyle>
          <a:p>
            <a:endParaRPr lang="en-US"/>
          </a:p>
        </p:txBody>
      </p:sp>
      <p:sp>
        <p:nvSpPr>
          <p:cNvPr id="28" name="New shape"/>
          <p:cNvSpPr/>
          <p:nvPr/>
        </p:nvSpPr>
        <p:spPr>
          <a:xfrm>
            <a:off x="7848600" y="2734945"/>
            <a:ext cx="701040" cy="370840"/>
          </a:xfrm>
          <a:prstGeom prst="rect">
            <a:avLst/>
          </a:prstGeom>
          <a:solidFill>
            <a:srgbClr val="FFFFFF"/>
          </a:solidFill>
          <a:ln w="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/>
          </a:lstStyle>
          <a:p>
            <a:endParaRPr lang="en-US"/>
          </a:p>
        </p:txBody>
      </p:sp>
      <p:sp>
        <p:nvSpPr>
          <p:cNvPr id="29" name="New shape"/>
          <p:cNvSpPr/>
          <p:nvPr/>
        </p:nvSpPr>
        <p:spPr>
          <a:xfrm>
            <a:off x="8549641" y="2734945"/>
            <a:ext cx="701040" cy="370840"/>
          </a:xfrm>
          <a:prstGeom prst="rect">
            <a:avLst/>
          </a:prstGeom>
          <a:solidFill>
            <a:srgbClr val="FFFFFF"/>
          </a:solidFill>
          <a:ln w="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/>
          </a:lstStyle>
          <a:p>
            <a:endParaRPr lang="en-US"/>
          </a:p>
        </p:txBody>
      </p:sp>
      <p:sp>
        <p:nvSpPr>
          <p:cNvPr id="30" name="New shape"/>
          <p:cNvSpPr/>
          <p:nvPr/>
        </p:nvSpPr>
        <p:spPr>
          <a:xfrm>
            <a:off x="9250680" y="2734945"/>
            <a:ext cx="701040" cy="370840"/>
          </a:xfrm>
          <a:prstGeom prst="rect">
            <a:avLst/>
          </a:prstGeom>
          <a:solidFill>
            <a:srgbClr val="FFFFFF"/>
          </a:solidFill>
          <a:ln w="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/>
          </a:lstStyle>
          <a:p>
            <a:endParaRPr lang="en-US"/>
          </a:p>
        </p:txBody>
      </p:sp>
      <p:sp>
        <p:nvSpPr>
          <p:cNvPr id="31" name="New shape"/>
          <p:cNvSpPr/>
          <p:nvPr/>
        </p:nvSpPr>
        <p:spPr>
          <a:xfrm>
            <a:off x="9951720" y="2734945"/>
            <a:ext cx="701040" cy="370840"/>
          </a:xfrm>
          <a:prstGeom prst="rect">
            <a:avLst/>
          </a:prstGeom>
          <a:solidFill>
            <a:srgbClr val="FFFFFF"/>
          </a:solidFill>
          <a:ln w="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/>
          </a:lstStyle>
          <a:p>
            <a:endParaRPr lang="en-US"/>
          </a:p>
        </p:txBody>
      </p:sp>
      <p:sp>
        <p:nvSpPr>
          <p:cNvPr id="32" name="New shape"/>
          <p:cNvSpPr/>
          <p:nvPr/>
        </p:nvSpPr>
        <p:spPr>
          <a:xfrm>
            <a:off x="10652761" y="2734945"/>
            <a:ext cx="701040" cy="370840"/>
          </a:xfrm>
          <a:prstGeom prst="rect">
            <a:avLst/>
          </a:prstGeom>
          <a:solidFill>
            <a:srgbClr val="FFFFFF"/>
          </a:solidFill>
          <a:ln w="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/>
          </a:lstStyle>
          <a:p>
            <a:endParaRPr lang="en-US"/>
          </a:p>
        </p:txBody>
      </p:sp>
      <p:sp>
        <p:nvSpPr>
          <p:cNvPr id="33" name="New shape"/>
          <p:cNvSpPr/>
          <p:nvPr/>
        </p:nvSpPr>
        <p:spPr>
          <a:xfrm>
            <a:off x="1539240" y="2149475"/>
            <a:ext cx="0" cy="962660"/>
          </a:xfrm>
          <a:prstGeom prst="line">
            <a:avLst/>
          </a:prstGeom>
          <a:ln w="12700">
            <a:solidFill>
              <a:srgbClr val="FFFFFF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>
            <a:defPPr/>
          </a:lstStyle>
          <a:p>
            <a:endParaRPr lang="en-US"/>
          </a:p>
        </p:txBody>
      </p:sp>
      <p:sp>
        <p:nvSpPr>
          <p:cNvPr id="34" name="New shape"/>
          <p:cNvSpPr/>
          <p:nvPr/>
        </p:nvSpPr>
        <p:spPr>
          <a:xfrm>
            <a:off x="2240280" y="2149475"/>
            <a:ext cx="0" cy="962660"/>
          </a:xfrm>
          <a:prstGeom prst="line">
            <a:avLst/>
          </a:prstGeom>
          <a:ln w="12700">
            <a:solidFill>
              <a:srgbClr val="FFFFFF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>
            <a:defPPr/>
          </a:lstStyle>
          <a:p>
            <a:endParaRPr lang="en-US"/>
          </a:p>
        </p:txBody>
      </p:sp>
      <p:sp>
        <p:nvSpPr>
          <p:cNvPr id="35" name="New shape"/>
          <p:cNvSpPr/>
          <p:nvPr/>
        </p:nvSpPr>
        <p:spPr>
          <a:xfrm>
            <a:off x="2941320" y="2149475"/>
            <a:ext cx="0" cy="962660"/>
          </a:xfrm>
          <a:prstGeom prst="line">
            <a:avLst/>
          </a:prstGeom>
          <a:ln w="12700">
            <a:solidFill>
              <a:srgbClr val="FFFFFF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>
            <a:defPPr/>
          </a:lstStyle>
          <a:p>
            <a:endParaRPr lang="en-US"/>
          </a:p>
        </p:txBody>
      </p:sp>
      <p:sp>
        <p:nvSpPr>
          <p:cNvPr id="36" name="New shape"/>
          <p:cNvSpPr/>
          <p:nvPr/>
        </p:nvSpPr>
        <p:spPr>
          <a:xfrm>
            <a:off x="3642360" y="2149475"/>
            <a:ext cx="0" cy="962660"/>
          </a:xfrm>
          <a:prstGeom prst="line">
            <a:avLst/>
          </a:prstGeom>
          <a:ln w="12700">
            <a:solidFill>
              <a:srgbClr val="FFFFFF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>
            <a:defPPr/>
          </a:lstStyle>
          <a:p>
            <a:endParaRPr lang="en-US"/>
          </a:p>
        </p:txBody>
      </p:sp>
      <p:sp>
        <p:nvSpPr>
          <p:cNvPr id="37" name="New shape"/>
          <p:cNvSpPr/>
          <p:nvPr/>
        </p:nvSpPr>
        <p:spPr>
          <a:xfrm>
            <a:off x="4343400" y="2149475"/>
            <a:ext cx="0" cy="962660"/>
          </a:xfrm>
          <a:prstGeom prst="line">
            <a:avLst/>
          </a:prstGeom>
          <a:ln w="12700">
            <a:solidFill>
              <a:srgbClr val="FFFFFF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>
            <a:defPPr/>
          </a:lstStyle>
          <a:p>
            <a:endParaRPr lang="en-US"/>
          </a:p>
        </p:txBody>
      </p:sp>
      <p:sp>
        <p:nvSpPr>
          <p:cNvPr id="38" name="New shape"/>
          <p:cNvSpPr/>
          <p:nvPr/>
        </p:nvSpPr>
        <p:spPr>
          <a:xfrm>
            <a:off x="5044440" y="2149475"/>
            <a:ext cx="0" cy="962660"/>
          </a:xfrm>
          <a:prstGeom prst="line">
            <a:avLst/>
          </a:prstGeom>
          <a:ln w="12700">
            <a:solidFill>
              <a:srgbClr val="FFFFFF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>
            <a:defPPr/>
          </a:lstStyle>
          <a:p>
            <a:endParaRPr lang="en-US"/>
          </a:p>
        </p:txBody>
      </p:sp>
      <p:sp>
        <p:nvSpPr>
          <p:cNvPr id="39" name="New shape"/>
          <p:cNvSpPr/>
          <p:nvPr/>
        </p:nvSpPr>
        <p:spPr>
          <a:xfrm>
            <a:off x="5745480" y="2149475"/>
            <a:ext cx="0" cy="962660"/>
          </a:xfrm>
          <a:prstGeom prst="line">
            <a:avLst/>
          </a:prstGeom>
          <a:ln w="12700">
            <a:solidFill>
              <a:srgbClr val="FFFFFF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>
            <a:defPPr/>
          </a:lstStyle>
          <a:p>
            <a:endParaRPr lang="en-US"/>
          </a:p>
        </p:txBody>
      </p:sp>
      <p:sp>
        <p:nvSpPr>
          <p:cNvPr id="40" name="New shape"/>
          <p:cNvSpPr/>
          <p:nvPr/>
        </p:nvSpPr>
        <p:spPr>
          <a:xfrm>
            <a:off x="6446520" y="2149475"/>
            <a:ext cx="0" cy="962660"/>
          </a:xfrm>
          <a:prstGeom prst="line">
            <a:avLst/>
          </a:prstGeom>
          <a:ln w="12700">
            <a:solidFill>
              <a:srgbClr val="FFFFFF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>
            <a:defPPr/>
          </a:lstStyle>
          <a:p>
            <a:endParaRPr lang="en-US"/>
          </a:p>
        </p:txBody>
      </p:sp>
      <p:sp>
        <p:nvSpPr>
          <p:cNvPr id="41" name="New shape"/>
          <p:cNvSpPr/>
          <p:nvPr/>
        </p:nvSpPr>
        <p:spPr>
          <a:xfrm>
            <a:off x="7147560" y="2149475"/>
            <a:ext cx="0" cy="962660"/>
          </a:xfrm>
          <a:prstGeom prst="line">
            <a:avLst/>
          </a:prstGeom>
          <a:ln w="12700">
            <a:solidFill>
              <a:srgbClr val="FFFFFF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>
            <a:defPPr/>
          </a:lstStyle>
          <a:p>
            <a:endParaRPr lang="en-US"/>
          </a:p>
        </p:txBody>
      </p:sp>
      <p:sp>
        <p:nvSpPr>
          <p:cNvPr id="42" name="New shape"/>
          <p:cNvSpPr/>
          <p:nvPr/>
        </p:nvSpPr>
        <p:spPr>
          <a:xfrm>
            <a:off x="7848600" y="2149475"/>
            <a:ext cx="0" cy="962660"/>
          </a:xfrm>
          <a:prstGeom prst="line">
            <a:avLst/>
          </a:prstGeom>
          <a:ln w="12700">
            <a:solidFill>
              <a:srgbClr val="FFFFFF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>
            <a:defPPr/>
          </a:lstStyle>
          <a:p>
            <a:endParaRPr lang="en-US"/>
          </a:p>
        </p:txBody>
      </p:sp>
      <p:sp>
        <p:nvSpPr>
          <p:cNvPr id="43" name="New shape"/>
          <p:cNvSpPr/>
          <p:nvPr/>
        </p:nvSpPr>
        <p:spPr>
          <a:xfrm>
            <a:off x="8549640" y="2149475"/>
            <a:ext cx="0" cy="962660"/>
          </a:xfrm>
          <a:prstGeom prst="line">
            <a:avLst/>
          </a:prstGeom>
          <a:ln w="12700">
            <a:solidFill>
              <a:srgbClr val="FFFFFF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>
            <a:defPPr/>
          </a:lstStyle>
          <a:p>
            <a:endParaRPr lang="en-US"/>
          </a:p>
        </p:txBody>
      </p:sp>
      <p:sp>
        <p:nvSpPr>
          <p:cNvPr id="44" name="New shape"/>
          <p:cNvSpPr/>
          <p:nvPr/>
        </p:nvSpPr>
        <p:spPr>
          <a:xfrm>
            <a:off x="9250680" y="2149475"/>
            <a:ext cx="0" cy="962660"/>
          </a:xfrm>
          <a:prstGeom prst="line">
            <a:avLst/>
          </a:prstGeom>
          <a:ln w="12700">
            <a:solidFill>
              <a:srgbClr val="FFFFFF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>
            <a:defPPr/>
          </a:lstStyle>
          <a:p>
            <a:endParaRPr lang="en-US"/>
          </a:p>
        </p:txBody>
      </p:sp>
      <p:sp>
        <p:nvSpPr>
          <p:cNvPr id="45" name="New shape"/>
          <p:cNvSpPr/>
          <p:nvPr/>
        </p:nvSpPr>
        <p:spPr>
          <a:xfrm>
            <a:off x="9951720" y="2149475"/>
            <a:ext cx="0" cy="962660"/>
          </a:xfrm>
          <a:prstGeom prst="line">
            <a:avLst/>
          </a:prstGeom>
          <a:ln w="12700">
            <a:solidFill>
              <a:srgbClr val="FFFFFF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>
            <a:defPPr/>
          </a:lstStyle>
          <a:p>
            <a:endParaRPr lang="en-US"/>
          </a:p>
        </p:txBody>
      </p:sp>
      <p:sp>
        <p:nvSpPr>
          <p:cNvPr id="46" name="New shape"/>
          <p:cNvSpPr/>
          <p:nvPr/>
        </p:nvSpPr>
        <p:spPr>
          <a:xfrm>
            <a:off x="10652760" y="2149475"/>
            <a:ext cx="0" cy="962660"/>
          </a:xfrm>
          <a:prstGeom prst="line">
            <a:avLst/>
          </a:prstGeom>
          <a:ln w="12700">
            <a:solidFill>
              <a:srgbClr val="FFFFFF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>
            <a:defPPr/>
          </a:lstStyle>
          <a:p>
            <a:endParaRPr lang="en-US"/>
          </a:p>
        </p:txBody>
      </p:sp>
      <p:sp>
        <p:nvSpPr>
          <p:cNvPr id="47" name="New shape"/>
          <p:cNvSpPr/>
          <p:nvPr/>
        </p:nvSpPr>
        <p:spPr>
          <a:xfrm>
            <a:off x="831850" y="2734945"/>
            <a:ext cx="10528300" cy="0"/>
          </a:xfrm>
          <a:prstGeom prst="line">
            <a:avLst/>
          </a:prstGeom>
          <a:ln w="38100">
            <a:solidFill>
              <a:srgbClr val="FFFFFF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>
            <a:defPPr/>
          </a:lstStyle>
          <a:p>
            <a:endParaRPr lang="en-US"/>
          </a:p>
        </p:txBody>
      </p:sp>
      <p:sp>
        <p:nvSpPr>
          <p:cNvPr id="48" name="New shape"/>
          <p:cNvSpPr/>
          <p:nvPr/>
        </p:nvSpPr>
        <p:spPr>
          <a:xfrm>
            <a:off x="838200" y="2149475"/>
            <a:ext cx="0" cy="962660"/>
          </a:xfrm>
          <a:prstGeom prst="line">
            <a:avLst/>
          </a:prstGeom>
          <a:ln w="12700">
            <a:solidFill>
              <a:srgbClr val="FFFFFF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>
            <a:defPPr/>
          </a:lstStyle>
          <a:p>
            <a:endParaRPr lang="en-US"/>
          </a:p>
        </p:txBody>
      </p:sp>
      <p:sp>
        <p:nvSpPr>
          <p:cNvPr id="49" name="New shape"/>
          <p:cNvSpPr/>
          <p:nvPr/>
        </p:nvSpPr>
        <p:spPr>
          <a:xfrm>
            <a:off x="11353800" y="2149475"/>
            <a:ext cx="0" cy="962660"/>
          </a:xfrm>
          <a:prstGeom prst="line">
            <a:avLst/>
          </a:prstGeom>
          <a:ln w="12700">
            <a:solidFill>
              <a:srgbClr val="FFFFFF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>
            <a:defPPr/>
          </a:lstStyle>
          <a:p>
            <a:endParaRPr lang="en-US"/>
          </a:p>
        </p:txBody>
      </p:sp>
      <p:sp>
        <p:nvSpPr>
          <p:cNvPr id="50" name="New shape"/>
          <p:cNvSpPr/>
          <p:nvPr/>
        </p:nvSpPr>
        <p:spPr>
          <a:xfrm>
            <a:off x="831850" y="2155825"/>
            <a:ext cx="10528300" cy="0"/>
          </a:xfrm>
          <a:prstGeom prst="line">
            <a:avLst/>
          </a:prstGeom>
          <a:ln w="12700">
            <a:solidFill>
              <a:srgbClr val="FFFFFF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>
            <a:defPPr/>
          </a:lstStyle>
          <a:p>
            <a:endParaRPr lang="en-US"/>
          </a:p>
        </p:txBody>
      </p:sp>
      <p:sp>
        <p:nvSpPr>
          <p:cNvPr id="51" name="New shape"/>
          <p:cNvSpPr/>
          <p:nvPr/>
        </p:nvSpPr>
        <p:spPr>
          <a:xfrm>
            <a:off x="831850" y="3105785"/>
            <a:ext cx="10528300" cy="0"/>
          </a:xfrm>
          <a:prstGeom prst="line">
            <a:avLst/>
          </a:prstGeom>
          <a:ln w="12700">
            <a:solidFill>
              <a:srgbClr val="FFFFFF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>
            <a:defPPr/>
          </a:lstStyle>
          <a:p>
            <a:endParaRPr lang="en-US"/>
          </a:p>
        </p:txBody>
      </p:sp>
      <p:sp>
        <p:nvSpPr>
          <p:cNvPr id="52" name="New shape"/>
          <p:cNvSpPr/>
          <p:nvPr/>
        </p:nvSpPr>
        <p:spPr>
          <a:xfrm>
            <a:off x="281940" y="4044061"/>
            <a:ext cx="2532888" cy="25908"/>
          </a:xfrm>
          <a:prstGeom prst="rect">
            <a:avLst/>
          </a:prstGeom>
          <a:solidFill>
            <a:srgbClr val="000000"/>
          </a:solidFill>
          <a:ln w="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/>
          </a:lstStyle>
          <a:p>
            <a:endParaRPr lang="en-US"/>
          </a:p>
        </p:txBody>
      </p:sp>
      <p:sp>
        <p:nvSpPr>
          <p:cNvPr id="53" name="New shape"/>
          <p:cNvSpPr/>
          <p:nvPr/>
        </p:nvSpPr>
        <p:spPr>
          <a:xfrm>
            <a:off x="7034276" y="861822"/>
            <a:ext cx="1079881" cy="457200"/>
          </a:xfrm>
          <a:prstGeom prst="rect">
            <a:avLst/>
          </a:prstGeom>
          <a:solidFill>
            <a:srgbClr val="5B9BD4"/>
          </a:solidFill>
          <a:ln w="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/>
          </a:lstStyle>
          <a:p>
            <a:endParaRPr lang="en-US"/>
          </a:p>
        </p:txBody>
      </p:sp>
      <p:sp>
        <p:nvSpPr>
          <p:cNvPr id="54" name="New shape"/>
          <p:cNvSpPr/>
          <p:nvPr/>
        </p:nvSpPr>
        <p:spPr>
          <a:xfrm>
            <a:off x="8114156" y="861822"/>
            <a:ext cx="1079881" cy="457200"/>
          </a:xfrm>
          <a:prstGeom prst="rect">
            <a:avLst/>
          </a:prstGeom>
          <a:solidFill>
            <a:srgbClr val="5B9BD4"/>
          </a:solidFill>
          <a:ln w="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/>
          </a:lstStyle>
          <a:p>
            <a:endParaRPr lang="en-US"/>
          </a:p>
        </p:txBody>
      </p:sp>
      <p:sp>
        <p:nvSpPr>
          <p:cNvPr id="55" name="New shape"/>
          <p:cNvSpPr/>
          <p:nvPr/>
        </p:nvSpPr>
        <p:spPr>
          <a:xfrm>
            <a:off x="9194037" y="861822"/>
            <a:ext cx="1079881" cy="457200"/>
          </a:xfrm>
          <a:prstGeom prst="rect">
            <a:avLst/>
          </a:prstGeom>
          <a:solidFill>
            <a:srgbClr val="5B9BD4"/>
          </a:solidFill>
          <a:ln w="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/>
          </a:lstStyle>
          <a:p>
            <a:endParaRPr lang="en-US"/>
          </a:p>
        </p:txBody>
      </p:sp>
      <p:sp>
        <p:nvSpPr>
          <p:cNvPr id="56" name="New shape"/>
          <p:cNvSpPr/>
          <p:nvPr/>
        </p:nvSpPr>
        <p:spPr>
          <a:xfrm>
            <a:off x="10273919" y="861822"/>
            <a:ext cx="1079881" cy="457200"/>
          </a:xfrm>
          <a:prstGeom prst="rect">
            <a:avLst/>
          </a:prstGeom>
          <a:solidFill>
            <a:srgbClr val="5B9BD4"/>
          </a:solidFill>
          <a:ln w="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/>
          </a:lstStyle>
          <a:p>
            <a:endParaRPr lang="en-US"/>
          </a:p>
        </p:txBody>
      </p:sp>
      <p:sp>
        <p:nvSpPr>
          <p:cNvPr id="57" name="New shape"/>
          <p:cNvSpPr/>
          <p:nvPr/>
        </p:nvSpPr>
        <p:spPr>
          <a:xfrm>
            <a:off x="7034276" y="1319022"/>
            <a:ext cx="1079881" cy="457200"/>
          </a:xfrm>
          <a:prstGeom prst="rect">
            <a:avLst/>
          </a:prstGeom>
          <a:solidFill>
            <a:srgbClr val="D2DEEE"/>
          </a:solidFill>
          <a:ln w="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/>
          </a:lstStyle>
          <a:p>
            <a:endParaRPr lang="en-US"/>
          </a:p>
        </p:txBody>
      </p:sp>
      <p:sp>
        <p:nvSpPr>
          <p:cNvPr id="58" name="New shape"/>
          <p:cNvSpPr/>
          <p:nvPr/>
        </p:nvSpPr>
        <p:spPr>
          <a:xfrm>
            <a:off x="8114156" y="1319022"/>
            <a:ext cx="1079881" cy="457200"/>
          </a:xfrm>
          <a:prstGeom prst="rect">
            <a:avLst/>
          </a:prstGeom>
          <a:solidFill>
            <a:srgbClr val="D2DEEE"/>
          </a:solidFill>
          <a:ln w="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/>
          </a:lstStyle>
          <a:p>
            <a:endParaRPr lang="en-US"/>
          </a:p>
        </p:txBody>
      </p:sp>
      <p:sp>
        <p:nvSpPr>
          <p:cNvPr id="59" name="New shape"/>
          <p:cNvSpPr/>
          <p:nvPr/>
        </p:nvSpPr>
        <p:spPr>
          <a:xfrm>
            <a:off x="9194037" y="1319022"/>
            <a:ext cx="1079881" cy="457200"/>
          </a:xfrm>
          <a:prstGeom prst="rect">
            <a:avLst/>
          </a:prstGeom>
          <a:solidFill>
            <a:srgbClr val="D2DEEE"/>
          </a:solidFill>
          <a:ln w="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/>
          </a:lstStyle>
          <a:p>
            <a:endParaRPr lang="en-US"/>
          </a:p>
        </p:txBody>
      </p:sp>
      <p:sp>
        <p:nvSpPr>
          <p:cNvPr id="60" name="New shape"/>
          <p:cNvSpPr/>
          <p:nvPr/>
        </p:nvSpPr>
        <p:spPr>
          <a:xfrm>
            <a:off x="10273919" y="1319022"/>
            <a:ext cx="1079881" cy="457200"/>
          </a:xfrm>
          <a:prstGeom prst="rect">
            <a:avLst/>
          </a:prstGeom>
          <a:solidFill>
            <a:srgbClr val="D2DEEE"/>
          </a:solidFill>
          <a:ln w="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/>
          </a:lstStyle>
          <a:p>
            <a:endParaRPr lang="en-US"/>
          </a:p>
        </p:txBody>
      </p:sp>
      <p:sp>
        <p:nvSpPr>
          <p:cNvPr id="61" name="New shape"/>
          <p:cNvSpPr/>
          <p:nvPr/>
        </p:nvSpPr>
        <p:spPr>
          <a:xfrm>
            <a:off x="8114157" y="855472"/>
            <a:ext cx="0" cy="927100"/>
          </a:xfrm>
          <a:prstGeom prst="line">
            <a:avLst/>
          </a:prstGeom>
          <a:ln w="12700">
            <a:solidFill>
              <a:srgbClr val="FFFFFF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>
            <a:defPPr/>
          </a:lstStyle>
          <a:p>
            <a:endParaRPr lang="en-US"/>
          </a:p>
        </p:txBody>
      </p:sp>
      <p:sp>
        <p:nvSpPr>
          <p:cNvPr id="62" name="New shape"/>
          <p:cNvSpPr/>
          <p:nvPr/>
        </p:nvSpPr>
        <p:spPr>
          <a:xfrm>
            <a:off x="9194038" y="855472"/>
            <a:ext cx="0" cy="927100"/>
          </a:xfrm>
          <a:prstGeom prst="line">
            <a:avLst/>
          </a:prstGeom>
          <a:ln w="12700">
            <a:solidFill>
              <a:srgbClr val="FFFFFF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>
            <a:defPPr/>
          </a:lstStyle>
          <a:p>
            <a:endParaRPr lang="en-US"/>
          </a:p>
        </p:txBody>
      </p:sp>
      <p:sp>
        <p:nvSpPr>
          <p:cNvPr id="63" name="New shape"/>
          <p:cNvSpPr/>
          <p:nvPr/>
        </p:nvSpPr>
        <p:spPr>
          <a:xfrm>
            <a:off x="10273919" y="855472"/>
            <a:ext cx="0" cy="927100"/>
          </a:xfrm>
          <a:prstGeom prst="line">
            <a:avLst/>
          </a:prstGeom>
          <a:ln w="12700">
            <a:solidFill>
              <a:srgbClr val="FFFFFF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>
            <a:defPPr/>
          </a:lstStyle>
          <a:p>
            <a:endParaRPr lang="en-US"/>
          </a:p>
        </p:txBody>
      </p:sp>
      <p:sp>
        <p:nvSpPr>
          <p:cNvPr id="64" name="New shape"/>
          <p:cNvSpPr/>
          <p:nvPr/>
        </p:nvSpPr>
        <p:spPr>
          <a:xfrm>
            <a:off x="7027926" y="1319022"/>
            <a:ext cx="4332224" cy="0"/>
          </a:xfrm>
          <a:prstGeom prst="line">
            <a:avLst/>
          </a:prstGeom>
          <a:ln w="38100">
            <a:solidFill>
              <a:srgbClr val="FFFFFF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>
            <a:defPPr/>
          </a:lstStyle>
          <a:p>
            <a:endParaRPr lang="en-US"/>
          </a:p>
        </p:txBody>
      </p:sp>
      <p:sp>
        <p:nvSpPr>
          <p:cNvPr id="65" name="New shape"/>
          <p:cNvSpPr/>
          <p:nvPr/>
        </p:nvSpPr>
        <p:spPr>
          <a:xfrm>
            <a:off x="7034276" y="855472"/>
            <a:ext cx="0" cy="927100"/>
          </a:xfrm>
          <a:prstGeom prst="line">
            <a:avLst/>
          </a:prstGeom>
          <a:ln w="12700">
            <a:solidFill>
              <a:srgbClr val="FFFFFF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>
            <a:defPPr/>
          </a:lstStyle>
          <a:p>
            <a:endParaRPr lang="en-US"/>
          </a:p>
        </p:txBody>
      </p:sp>
      <p:sp>
        <p:nvSpPr>
          <p:cNvPr id="66" name="New shape"/>
          <p:cNvSpPr/>
          <p:nvPr/>
        </p:nvSpPr>
        <p:spPr>
          <a:xfrm>
            <a:off x="11353800" y="855472"/>
            <a:ext cx="0" cy="927100"/>
          </a:xfrm>
          <a:prstGeom prst="line">
            <a:avLst/>
          </a:prstGeom>
          <a:ln w="12700">
            <a:solidFill>
              <a:srgbClr val="FFFFFF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>
            <a:defPPr/>
          </a:lstStyle>
          <a:p>
            <a:endParaRPr lang="en-US"/>
          </a:p>
        </p:txBody>
      </p:sp>
      <p:sp>
        <p:nvSpPr>
          <p:cNvPr id="67" name="New shape"/>
          <p:cNvSpPr/>
          <p:nvPr/>
        </p:nvSpPr>
        <p:spPr>
          <a:xfrm>
            <a:off x="7027926" y="861822"/>
            <a:ext cx="4332224" cy="0"/>
          </a:xfrm>
          <a:prstGeom prst="line">
            <a:avLst/>
          </a:prstGeom>
          <a:ln w="12700">
            <a:solidFill>
              <a:srgbClr val="FFFFFF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>
            <a:defPPr/>
          </a:lstStyle>
          <a:p>
            <a:endParaRPr lang="en-US"/>
          </a:p>
        </p:txBody>
      </p:sp>
      <p:sp>
        <p:nvSpPr>
          <p:cNvPr id="68" name="New shape"/>
          <p:cNvSpPr/>
          <p:nvPr/>
        </p:nvSpPr>
        <p:spPr>
          <a:xfrm>
            <a:off x="7027926" y="1776222"/>
            <a:ext cx="4332224" cy="0"/>
          </a:xfrm>
          <a:prstGeom prst="line">
            <a:avLst/>
          </a:prstGeom>
          <a:ln w="12700">
            <a:solidFill>
              <a:srgbClr val="FFFFFF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>
            <a:defPPr/>
          </a:lstStyle>
          <a:p>
            <a:endParaRPr lang="en-US"/>
          </a:p>
        </p:txBody>
      </p:sp>
      <p:sp>
        <p:nvSpPr>
          <p:cNvPr id="69" name="New shape"/>
          <p:cNvSpPr/>
          <p:nvPr/>
        </p:nvSpPr>
        <p:spPr>
          <a:xfrm>
            <a:off x="929640" y="703804"/>
            <a:ext cx="3057104" cy="683121"/>
          </a:xfrm>
          <a:prstGeom prst="rect">
            <a:avLst/>
          </a:prstGeom>
          <a:noFill/>
        </p:spPr>
        <p:style>
          <a:lnRef idx="2">
            <a:srgbClr val="000000">
              <a:alpha val="0"/>
            </a:srgb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lIns="0" tIns="0" rtlCol="0" anchor="ctr">
            <a:spAutoFit/>
          </a:bodyPr>
          <a:lstStyle>
            <a:defPPr/>
          </a:lstStyle>
          <a:p>
            <a:r>
              <a:rPr lang="en-US" sz="4406">
                <a:solidFill>
                  <a:srgbClr val="00AFEF"/>
                </a:solidFill>
                <a:latin typeface="Calibri Light"/>
              </a:rPr>
              <a:t>Binary Search</a:t>
            </a:r>
          </a:p>
        </p:txBody>
      </p:sp>
      <p:sp>
        <p:nvSpPr>
          <p:cNvPr id="70" name="New shape"/>
          <p:cNvSpPr/>
          <p:nvPr/>
        </p:nvSpPr>
        <p:spPr>
          <a:xfrm>
            <a:off x="1085393" y="2235480"/>
            <a:ext cx="8249421" cy="496714"/>
          </a:xfrm>
          <a:prstGeom prst="rect">
            <a:avLst/>
          </a:prstGeom>
          <a:noFill/>
        </p:spPr>
        <p:style>
          <a:lnRef idx="2">
            <a:srgbClr val="000000">
              <a:alpha val="0"/>
            </a:srgb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lIns="0" tIns="0" rtlCol="0" anchor="ctr">
            <a:spAutoFit/>
          </a:bodyPr>
          <a:lstStyle>
            <a:defPPr/>
          </a:lstStyle>
          <a:p>
            <a:r>
              <a:rPr lang="en-US" sz="3204" b="1">
                <a:solidFill>
                  <a:srgbClr val="FFFFFF"/>
                </a:solidFill>
                <a:latin typeface="Calibri"/>
              </a:rPr>
              <a:t>67  8  910 11 14 15 17 19 22 23 25 28 30</a:t>
            </a:r>
          </a:p>
        </p:txBody>
      </p:sp>
      <p:sp>
        <p:nvSpPr>
          <p:cNvPr id="71" name="New shape"/>
          <p:cNvSpPr/>
          <p:nvPr/>
        </p:nvSpPr>
        <p:spPr>
          <a:xfrm>
            <a:off x="1075030" y="2798601"/>
            <a:ext cx="227039" cy="247427"/>
          </a:xfrm>
          <a:prstGeom prst="rect">
            <a:avLst/>
          </a:prstGeom>
          <a:noFill/>
        </p:spPr>
        <p:style>
          <a:lnRef idx="2">
            <a:srgbClr val="000000">
              <a:alpha val="0"/>
            </a:srgb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lIns="0" tIns="0" rtlCol="0" anchor="ctr">
            <a:spAutoFit/>
          </a:bodyPr>
          <a:lstStyle>
            <a:defPPr/>
          </a:lstStyle>
          <a:p>
            <a:r>
              <a:rPr lang="en-US" sz="1596" i="1">
                <a:solidFill>
                  <a:srgbClr val="7E7E7E"/>
                </a:solidFill>
                <a:latin typeface="Calibri"/>
              </a:rPr>
              <a:t>[0]</a:t>
            </a:r>
          </a:p>
        </p:txBody>
      </p:sp>
      <p:sp>
        <p:nvSpPr>
          <p:cNvPr id="72" name="New shape"/>
          <p:cNvSpPr/>
          <p:nvPr/>
        </p:nvSpPr>
        <p:spPr>
          <a:xfrm>
            <a:off x="1776095" y="2798601"/>
            <a:ext cx="227039" cy="247427"/>
          </a:xfrm>
          <a:prstGeom prst="rect">
            <a:avLst/>
          </a:prstGeom>
          <a:noFill/>
        </p:spPr>
        <p:style>
          <a:lnRef idx="2">
            <a:srgbClr val="000000">
              <a:alpha val="0"/>
            </a:srgb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lIns="0" tIns="0" rtlCol="0" anchor="ctr">
            <a:spAutoFit/>
          </a:bodyPr>
          <a:lstStyle>
            <a:defPPr/>
          </a:lstStyle>
          <a:p>
            <a:r>
              <a:rPr lang="en-US" sz="1596" i="1">
                <a:solidFill>
                  <a:srgbClr val="7E7E7E"/>
                </a:solidFill>
                <a:latin typeface="Calibri"/>
              </a:rPr>
              <a:t>[1]</a:t>
            </a:r>
          </a:p>
        </p:txBody>
      </p:sp>
      <p:sp>
        <p:nvSpPr>
          <p:cNvPr id="73" name="New shape"/>
          <p:cNvSpPr/>
          <p:nvPr/>
        </p:nvSpPr>
        <p:spPr>
          <a:xfrm>
            <a:off x="2477135" y="2798601"/>
            <a:ext cx="227039" cy="247427"/>
          </a:xfrm>
          <a:prstGeom prst="rect">
            <a:avLst/>
          </a:prstGeom>
          <a:noFill/>
        </p:spPr>
        <p:style>
          <a:lnRef idx="2">
            <a:srgbClr val="000000">
              <a:alpha val="0"/>
            </a:srgb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lIns="0" tIns="0" rtlCol="0" anchor="ctr">
            <a:spAutoFit/>
          </a:bodyPr>
          <a:lstStyle>
            <a:defPPr/>
          </a:lstStyle>
          <a:p>
            <a:r>
              <a:rPr lang="en-US" sz="1596" i="1">
                <a:solidFill>
                  <a:srgbClr val="7E7E7E"/>
                </a:solidFill>
                <a:latin typeface="Calibri"/>
              </a:rPr>
              <a:t>[2]</a:t>
            </a:r>
          </a:p>
        </p:txBody>
      </p:sp>
      <p:sp>
        <p:nvSpPr>
          <p:cNvPr id="74" name="New shape"/>
          <p:cNvSpPr/>
          <p:nvPr/>
        </p:nvSpPr>
        <p:spPr>
          <a:xfrm>
            <a:off x="3178175" y="2798601"/>
            <a:ext cx="227039" cy="247427"/>
          </a:xfrm>
          <a:prstGeom prst="rect">
            <a:avLst/>
          </a:prstGeom>
          <a:noFill/>
        </p:spPr>
        <p:style>
          <a:lnRef idx="2">
            <a:srgbClr val="000000">
              <a:alpha val="0"/>
            </a:srgb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lIns="0" tIns="0" rtlCol="0" anchor="ctr">
            <a:spAutoFit/>
          </a:bodyPr>
          <a:lstStyle>
            <a:defPPr/>
          </a:lstStyle>
          <a:p>
            <a:r>
              <a:rPr lang="en-US" sz="1596" i="1">
                <a:solidFill>
                  <a:srgbClr val="7E7E7E"/>
                </a:solidFill>
                <a:latin typeface="Calibri"/>
              </a:rPr>
              <a:t>[3]</a:t>
            </a:r>
          </a:p>
        </p:txBody>
      </p:sp>
      <p:sp>
        <p:nvSpPr>
          <p:cNvPr id="75" name="New shape"/>
          <p:cNvSpPr/>
          <p:nvPr/>
        </p:nvSpPr>
        <p:spPr>
          <a:xfrm>
            <a:off x="3879469" y="2798601"/>
            <a:ext cx="227039" cy="247427"/>
          </a:xfrm>
          <a:prstGeom prst="rect">
            <a:avLst/>
          </a:prstGeom>
          <a:noFill/>
        </p:spPr>
        <p:style>
          <a:lnRef idx="2">
            <a:srgbClr val="000000">
              <a:alpha val="0"/>
            </a:srgb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lIns="0" tIns="0" rtlCol="0" anchor="ctr">
            <a:spAutoFit/>
          </a:bodyPr>
          <a:lstStyle>
            <a:defPPr/>
          </a:lstStyle>
          <a:p>
            <a:r>
              <a:rPr lang="en-US" sz="1596" i="1">
                <a:solidFill>
                  <a:srgbClr val="7E7E7E"/>
                </a:solidFill>
                <a:latin typeface="Calibri"/>
              </a:rPr>
              <a:t>[4]</a:t>
            </a:r>
          </a:p>
        </p:txBody>
      </p:sp>
      <p:sp>
        <p:nvSpPr>
          <p:cNvPr id="76" name="New shape"/>
          <p:cNvSpPr/>
          <p:nvPr/>
        </p:nvSpPr>
        <p:spPr>
          <a:xfrm>
            <a:off x="4580509" y="2798601"/>
            <a:ext cx="227039" cy="247427"/>
          </a:xfrm>
          <a:prstGeom prst="rect">
            <a:avLst/>
          </a:prstGeom>
          <a:noFill/>
        </p:spPr>
        <p:style>
          <a:lnRef idx="2">
            <a:srgbClr val="000000">
              <a:alpha val="0"/>
            </a:srgb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lIns="0" tIns="0" rtlCol="0" anchor="ctr">
            <a:spAutoFit/>
          </a:bodyPr>
          <a:lstStyle>
            <a:defPPr/>
          </a:lstStyle>
          <a:p>
            <a:r>
              <a:rPr lang="en-US" sz="1596" i="1">
                <a:solidFill>
                  <a:srgbClr val="7E7E7E"/>
                </a:solidFill>
                <a:latin typeface="Calibri"/>
              </a:rPr>
              <a:t>[5]</a:t>
            </a:r>
          </a:p>
        </p:txBody>
      </p:sp>
      <p:sp>
        <p:nvSpPr>
          <p:cNvPr id="77" name="New shape"/>
          <p:cNvSpPr/>
          <p:nvPr/>
        </p:nvSpPr>
        <p:spPr>
          <a:xfrm>
            <a:off x="5281549" y="2798601"/>
            <a:ext cx="227039" cy="247427"/>
          </a:xfrm>
          <a:prstGeom prst="rect">
            <a:avLst/>
          </a:prstGeom>
          <a:noFill/>
        </p:spPr>
        <p:style>
          <a:lnRef idx="2">
            <a:srgbClr val="000000">
              <a:alpha val="0"/>
            </a:srgb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lIns="0" tIns="0" rtlCol="0" anchor="ctr">
            <a:spAutoFit/>
          </a:bodyPr>
          <a:lstStyle>
            <a:defPPr/>
          </a:lstStyle>
          <a:p>
            <a:r>
              <a:rPr lang="en-US" sz="1596" i="1">
                <a:solidFill>
                  <a:srgbClr val="7E7E7E"/>
                </a:solidFill>
                <a:latin typeface="Calibri"/>
              </a:rPr>
              <a:t>[6]</a:t>
            </a:r>
          </a:p>
        </p:txBody>
      </p:sp>
      <p:sp>
        <p:nvSpPr>
          <p:cNvPr id="78" name="New shape"/>
          <p:cNvSpPr/>
          <p:nvPr/>
        </p:nvSpPr>
        <p:spPr>
          <a:xfrm>
            <a:off x="5982970" y="2798601"/>
            <a:ext cx="227039" cy="247427"/>
          </a:xfrm>
          <a:prstGeom prst="rect">
            <a:avLst/>
          </a:prstGeom>
          <a:noFill/>
        </p:spPr>
        <p:style>
          <a:lnRef idx="2">
            <a:srgbClr val="000000">
              <a:alpha val="0"/>
            </a:srgb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lIns="0" tIns="0" rtlCol="0" anchor="ctr">
            <a:spAutoFit/>
          </a:bodyPr>
          <a:lstStyle>
            <a:defPPr/>
          </a:lstStyle>
          <a:p>
            <a:r>
              <a:rPr lang="en-US" sz="1596" i="1">
                <a:solidFill>
                  <a:srgbClr val="7E7E7E"/>
                </a:solidFill>
                <a:latin typeface="Calibri"/>
              </a:rPr>
              <a:t>[7]</a:t>
            </a:r>
          </a:p>
        </p:txBody>
      </p:sp>
      <p:sp>
        <p:nvSpPr>
          <p:cNvPr id="79" name="New shape"/>
          <p:cNvSpPr/>
          <p:nvPr/>
        </p:nvSpPr>
        <p:spPr>
          <a:xfrm>
            <a:off x="6684010" y="2798601"/>
            <a:ext cx="227039" cy="247427"/>
          </a:xfrm>
          <a:prstGeom prst="rect">
            <a:avLst/>
          </a:prstGeom>
          <a:noFill/>
        </p:spPr>
        <p:style>
          <a:lnRef idx="2">
            <a:srgbClr val="000000">
              <a:alpha val="0"/>
            </a:srgb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lIns="0" tIns="0" rtlCol="0" anchor="ctr">
            <a:spAutoFit/>
          </a:bodyPr>
          <a:lstStyle>
            <a:defPPr/>
          </a:lstStyle>
          <a:p>
            <a:r>
              <a:rPr lang="en-US" sz="1596" i="1">
                <a:solidFill>
                  <a:srgbClr val="7E7E7E"/>
                </a:solidFill>
                <a:latin typeface="Calibri"/>
              </a:rPr>
              <a:t>[8]</a:t>
            </a:r>
          </a:p>
        </p:txBody>
      </p:sp>
      <p:sp>
        <p:nvSpPr>
          <p:cNvPr id="80" name="New shape"/>
          <p:cNvSpPr/>
          <p:nvPr/>
        </p:nvSpPr>
        <p:spPr>
          <a:xfrm>
            <a:off x="7385050" y="2798601"/>
            <a:ext cx="227039" cy="247427"/>
          </a:xfrm>
          <a:prstGeom prst="rect">
            <a:avLst/>
          </a:prstGeom>
          <a:noFill/>
        </p:spPr>
        <p:style>
          <a:lnRef idx="2">
            <a:srgbClr val="000000">
              <a:alpha val="0"/>
            </a:srgb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lIns="0" tIns="0" rtlCol="0" anchor="ctr">
            <a:spAutoFit/>
          </a:bodyPr>
          <a:lstStyle>
            <a:defPPr/>
          </a:lstStyle>
          <a:p>
            <a:r>
              <a:rPr lang="en-US" sz="1596" i="1">
                <a:solidFill>
                  <a:srgbClr val="7E7E7E"/>
                </a:solidFill>
                <a:latin typeface="Calibri"/>
              </a:rPr>
              <a:t>[9]</a:t>
            </a:r>
          </a:p>
        </p:txBody>
      </p:sp>
      <p:sp>
        <p:nvSpPr>
          <p:cNvPr id="81" name="New shape"/>
          <p:cNvSpPr/>
          <p:nvPr/>
        </p:nvSpPr>
        <p:spPr>
          <a:xfrm>
            <a:off x="8035798" y="2798601"/>
            <a:ext cx="329770" cy="247427"/>
          </a:xfrm>
          <a:prstGeom prst="rect">
            <a:avLst/>
          </a:prstGeom>
          <a:noFill/>
        </p:spPr>
        <p:style>
          <a:lnRef idx="2">
            <a:srgbClr val="000000">
              <a:alpha val="0"/>
            </a:srgb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lIns="0" tIns="0" rtlCol="0" anchor="ctr">
            <a:spAutoFit/>
          </a:bodyPr>
          <a:lstStyle>
            <a:defPPr/>
          </a:lstStyle>
          <a:p>
            <a:r>
              <a:rPr lang="en-US" sz="1596" i="1">
                <a:solidFill>
                  <a:srgbClr val="7E7E7E"/>
                </a:solidFill>
                <a:latin typeface="Calibri"/>
              </a:rPr>
              <a:t>[10]</a:t>
            </a:r>
          </a:p>
        </p:txBody>
      </p:sp>
      <p:sp>
        <p:nvSpPr>
          <p:cNvPr id="82" name="New shape"/>
          <p:cNvSpPr/>
          <p:nvPr/>
        </p:nvSpPr>
        <p:spPr>
          <a:xfrm>
            <a:off x="8736838" y="2798601"/>
            <a:ext cx="329770" cy="247427"/>
          </a:xfrm>
          <a:prstGeom prst="rect">
            <a:avLst/>
          </a:prstGeom>
          <a:noFill/>
        </p:spPr>
        <p:style>
          <a:lnRef idx="2">
            <a:srgbClr val="000000">
              <a:alpha val="0"/>
            </a:srgb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lIns="0" tIns="0" rtlCol="0" anchor="ctr">
            <a:spAutoFit/>
          </a:bodyPr>
          <a:lstStyle>
            <a:defPPr/>
          </a:lstStyle>
          <a:p>
            <a:r>
              <a:rPr lang="en-US" sz="1596" i="1">
                <a:solidFill>
                  <a:srgbClr val="7E7E7E"/>
                </a:solidFill>
                <a:latin typeface="Calibri"/>
              </a:rPr>
              <a:t>[11]</a:t>
            </a:r>
          </a:p>
        </p:txBody>
      </p:sp>
      <p:sp>
        <p:nvSpPr>
          <p:cNvPr id="83" name="New shape"/>
          <p:cNvSpPr/>
          <p:nvPr/>
        </p:nvSpPr>
        <p:spPr>
          <a:xfrm>
            <a:off x="9438132" y="2798601"/>
            <a:ext cx="329770" cy="247427"/>
          </a:xfrm>
          <a:prstGeom prst="rect">
            <a:avLst/>
          </a:prstGeom>
          <a:noFill/>
        </p:spPr>
        <p:style>
          <a:lnRef idx="2">
            <a:srgbClr val="000000">
              <a:alpha val="0"/>
            </a:srgb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lIns="0" tIns="0" rtlCol="0" anchor="ctr">
            <a:spAutoFit/>
          </a:bodyPr>
          <a:lstStyle>
            <a:defPPr/>
          </a:lstStyle>
          <a:p>
            <a:r>
              <a:rPr lang="en-US" sz="1596" i="1">
                <a:solidFill>
                  <a:srgbClr val="7E7E7E"/>
                </a:solidFill>
                <a:latin typeface="Calibri"/>
              </a:rPr>
              <a:t>[12]</a:t>
            </a:r>
          </a:p>
        </p:txBody>
      </p:sp>
      <p:sp>
        <p:nvSpPr>
          <p:cNvPr id="84" name="New shape"/>
          <p:cNvSpPr/>
          <p:nvPr/>
        </p:nvSpPr>
        <p:spPr>
          <a:xfrm>
            <a:off x="10139172" y="2798601"/>
            <a:ext cx="329770" cy="247427"/>
          </a:xfrm>
          <a:prstGeom prst="rect">
            <a:avLst/>
          </a:prstGeom>
          <a:noFill/>
        </p:spPr>
        <p:style>
          <a:lnRef idx="2">
            <a:srgbClr val="000000">
              <a:alpha val="0"/>
            </a:srgb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lIns="0" tIns="0" rtlCol="0" anchor="ctr">
            <a:spAutoFit/>
          </a:bodyPr>
          <a:lstStyle>
            <a:defPPr/>
          </a:lstStyle>
          <a:p>
            <a:r>
              <a:rPr lang="en-US" sz="1596" i="1">
                <a:solidFill>
                  <a:srgbClr val="7E7E7E"/>
                </a:solidFill>
                <a:latin typeface="Calibri"/>
              </a:rPr>
              <a:t>[13]</a:t>
            </a:r>
          </a:p>
        </p:txBody>
      </p:sp>
      <p:sp>
        <p:nvSpPr>
          <p:cNvPr id="85" name="New shape"/>
          <p:cNvSpPr/>
          <p:nvPr/>
        </p:nvSpPr>
        <p:spPr>
          <a:xfrm>
            <a:off x="10840212" y="2798601"/>
            <a:ext cx="329770" cy="247427"/>
          </a:xfrm>
          <a:prstGeom prst="rect">
            <a:avLst/>
          </a:prstGeom>
          <a:noFill/>
        </p:spPr>
        <p:style>
          <a:lnRef idx="2">
            <a:srgbClr val="000000">
              <a:alpha val="0"/>
            </a:srgb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lIns="0" tIns="0" rtlCol="0" anchor="ctr">
            <a:spAutoFit/>
          </a:bodyPr>
          <a:lstStyle>
            <a:defPPr/>
          </a:lstStyle>
          <a:p>
            <a:r>
              <a:rPr lang="en-US" sz="1596" i="1">
                <a:solidFill>
                  <a:srgbClr val="7E7E7E"/>
                </a:solidFill>
                <a:latin typeface="Calibri"/>
              </a:rPr>
              <a:t>[14]</a:t>
            </a:r>
          </a:p>
        </p:txBody>
      </p:sp>
      <p:sp>
        <p:nvSpPr>
          <p:cNvPr id="86" name="New shape"/>
          <p:cNvSpPr/>
          <p:nvPr/>
        </p:nvSpPr>
        <p:spPr>
          <a:xfrm>
            <a:off x="281940" y="3651530"/>
            <a:ext cx="2535824" cy="496714"/>
          </a:xfrm>
          <a:prstGeom prst="rect">
            <a:avLst/>
          </a:prstGeom>
          <a:noFill/>
        </p:spPr>
        <p:style>
          <a:lnRef idx="2">
            <a:srgbClr val="000000">
              <a:alpha val="0"/>
            </a:srgb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lIns="0" tIns="0" rtlCol="0" anchor="ctr">
            <a:spAutoFit/>
          </a:bodyPr>
          <a:lstStyle>
            <a:defPPr/>
          </a:lstStyle>
          <a:p>
            <a:r>
              <a:rPr lang="en-US" sz="3204">
                <a:solidFill>
                  <a:srgbClr val="000000"/>
                </a:solidFill>
                <a:latin typeface="Calibri"/>
              </a:rPr>
              <a:t>In pseudocode:</a:t>
            </a:r>
          </a:p>
        </p:txBody>
      </p:sp>
      <p:sp>
        <p:nvSpPr>
          <p:cNvPr id="87" name="New shape"/>
          <p:cNvSpPr/>
          <p:nvPr/>
        </p:nvSpPr>
        <p:spPr>
          <a:xfrm>
            <a:off x="739140" y="4134458"/>
            <a:ext cx="5526351" cy="433834"/>
          </a:xfrm>
          <a:prstGeom prst="rect">
            <a:avLst/>
          </a:prstGeom>
          <a:noFill/>
        </p:spPr>
        <p:style>
          <a:lnRef idx="2">
            <a:srgbClr val="000000">
              <a:alpha val="0"/>
            </a:srgb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lIns="0" tIns="0" rtlCol="0" anchor="ctr">
            <a:spAutoFit/>
          </a:bodyPr>
          <a:lstStyle>
            <a:defPPr/>
          </a:lstStyle>
          <a:p>
            <a:r>
              <a:rPr lang="en-US" sz="2798">
                <a:solidFill>
                  <a:srgbClr val="000000"/>
                </a:solidFill>
                <a:latin typeface="Calibri"/>
              </a:rPr>
              <a:t>Repeat until the (sub)array is of size 0:</a:t>
            </a:r>
          </a:p>
        </p:txBody>
      </p:sp>
      <p:sp>
        <p:nvSpPr>
          <p:cNvPr id="88" name="New shape"/>
          <p:cNvSpPr/>
          <p:nvPr/>
        </p:nvSpPr>
        <p:spPr>
          <a:xfrm>
            <a:off x="1196645" y="4557550"/>
            <a:ext cx="6464945" cy="372070"/>
          </a:xfrm>
          <a:prstGeom prst="rect">
            <a:avLst/>
          </a:prstGeom>
          <a:noFill/>
        </p:spPr>
        <p:style>
          <a:lnRef idx="2">
            <a:srgbClr val="000000">
              <a:alpha val="0"/>
            </a:srgb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lIns="0" tIns="0" rtlCol="0" anchor="ctr">
            <a:spAutoFit/>
          </a:bodyPr>
          <a:lstStyle>
            <a:defPPr/>
          </a:lstStyle>
          <a:p>
            <a:r>
              <a:rPr lang="en-US" sz="2400">
                <a:solidFill>
                  <a:srgbClr val="000000"/>
                </a:solidFill>
                <a:latin typeface="Calibri"/>
              </a:rPr>
              <a:t>Calculate the middle point of the current (sub)array.</a:t>
            </a:r>
          </a:p>
        </p:txBody>
      </p:sp>
      <p:sp>
        <p:nvSpPr>
          <p:cNvPr id="89" name="New shape"/>
          <p:cNvSpPr/>
          <p:nvPr/>
        </p:nvSpPr>
        <p:spPr>
          <a:xfrm>
            <a:off x="1196645" y="4923310"/>
            <a:ext cx="4217045" cy="372070"/>
          </a:xfrm>
          <a:prstGeom prst="rect">
            <a:avLst/>
          </a:prstGeom>
          <a:noFill/>
        </p:spPr>
        <p:style>
          <a:lnRef idx="2">
            <a:srgbClr val="000000">
              <a:alpha val="0"/>
            </a:srgb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lIns="0" tIns="0" rtlCol="0" anchor="ctr">
            <a:spAutoFit/>
          </a:bodyPr>
          <a:lstStyle>
            <a:defPPr/>
          </a:lstStyle>
          <a:p>
            <a:r>
              <a:rPr lang="en-US" sz="2400">
                <a:solidFill>
                  <a:srgbClr val="000000"/>
                </a:solidFill>
                <a:latin typeface="Calibri"/>
              </a:rPr>
              <a:t>If the target is at the middle, stop.</a:t>
            </a:r>
          </a:p>
        </p:txBody>
      </p:sp>
      <p:sp>
        <p:nvSpPr>
          <p:cNvPr id="90" name="New shape"/>
          <p:cNvSpPr/>
          <p:nvPr/>
        </p:nvSpPr>
        <p:spPr>
          <a:xfrm>
            <a:off x="1196645" y="5288810"/>
            <a:ext cx="10248423" cy="372442"/>
          </a:xfrm>
          <a:prstGeom prst="rect">
            <a:avLst/>
          </a:prstGeom>
          <a:noFill/>
        </p:spPr>
        <p:style>
          <a:lnRef idx="2">
            <a:srgbClr val="000000">
              <a:alpha val="0"/>
            </a:srgb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lIns="0" tIns="0" rtlCol="0" anchor="ctr">
            <a:spAutoFit/>
          </a:bodyPr>
          <a:lstStyle>
            <a:defPPr/>
          </a:lstStyle>
          <a:p>
            <a:r>
              <a:rPr lang="en-US" sz="2402">
                <a:solidFill>
                  <a:srgbClr val="000000"/>
                </a:solidFill>
                <a:latin typeface="Calibri"/>
              </a:rPr>
              <a:t>Otherwise, if the target is less than what’s at the middle, repeat, changing the end </a:t>
            </a:r>
          </a:p>
        </p:txBody>
      </p:sp>
      <p:sp>
        <p:nvSpPr>
          <p:cNvPr id="91" name="New shape"/>
          <p:cNvSpPr/>
          <p:nvPr/>
        </p:nvSpPr>
        <p:spPr>
          <a:xfrm>
            <a:off x="1196645" y="5655109"/>
            <a:ext cx="4992291" cy="372070"/>
          </a:xfrm>
          <a:prstGeom prst="rect">
            <a:avLst/>
          </a:prstGeom>
          <a:noFill/>
        </p:spPr>
        <p:style>
          <a:lnRef idx="2">
            <a:srgbClr val="000000">
              <a:alpha val="0"/>
            </a:srgb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lIns="0" tIns="0" rtlCol="0" anchor="ctr">
            <a:spAutoFit/>
          </a:bodyPr>
          <a:lstStyle>
            <a:defPPr/>
          </a:lstStyle>
          <a:p>
            <a:r>
              <a:rPr lang="en-US" sz="2400">
                <a:solidFill>
                  <a:srgbClr val="000000"/>
                </a:solidFill>
                <a:latin typeface="Calibri"/>
              </a:rPr>
              <a:t>point to be just to the left of the middle.</a:t>
            </a:r>
          </a:p>
        </p:txBody>
      </p:sp>
      <p:sp>
        <p:nvSpPr>
          <p:cNvPr id="92" name="New shape"/>
          <p:cNvSpPr/>
          <p:nvPr/>
        </p:nvSpPr>
        <p:spPr>
          <a:xfrm>
            <a:off x="1196645" y="6020870"/>
            <a:ext cx="10789295" cy="372070"/>
          </a:xfrm>
          <a:prstGeom prst="rect">
            <a:avLst/>
          </a:prstGeom>
          <a:noFill/>
        </p:spPr>
        <p:style>
          <a:lnRef idx="2">
            <a:srgbClr val="000000">
              <a:alpha val="0"/>
            </a:srgb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lIns="0" tIns="0" rtlCol="0" anchor="ctr">
            <a:spAutoFit/>
          </a:bodyPr>
          <a:lstStyle>
            <a:defPPr/>
          </a:lstStyle>
          <a:p>
            <a:r>
              <a:rPr lang="en-US" sz="2400">
                <a:solidFill>
                  <a:srgbClr val="000000"/>
                </a:solidFill>
                <a:latin typeface="Calibri"/>
              </a:rPr>
              <a:t>Otherwise, if the target is greater than what’s at the middle, repeat, changing the start </a:t>
            </a:r>
          </a:p>
        </p:txBody>
      </p:sp>
      <p:sp>
        <p:nvSpPr>
          <p:cNvPr id="93" name="New shape"/>
          <p:cNvSpPr/>
          <p:nvPr/>
        </p:nvSpPr>
        <p:spPr>
          <a:xfrm>
            <a:off x="1196645" y="6386630"/>
            <a:ext cx="5157490" cy="372070"/>
          </a:xfrm>
          <a:prstGeom prst="rect">
            <a:avLst/>
          </a:prstGeom>
          <a:noFill/>
        </p:spPr>
        <p:style>
          <a:lnRef idx="2">
            <a:srgbClr val="000000">
              <a:alpha val="0"/>
            </a:srgb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lIns="0" tIns="0" rtlCol="0" anchor="ctr">
            <a:spAutoFit/>
          </a:bodyPr>
          <a:lstStyle>
            <a:defPPr/>
          </a:lstStyle>
          <a:p>
            <a:r>
              <a:rPr lang="en-US" sz="2400">
                <a:solidFill>
                  <a:srgbClr val="000000"/>
                </a:solidFill>
                <a:latin typeface="Calibri"/>
              </a:rPr>
              <a:t>point to be just to the right of the middle.</a:t>
            </a:r>
          </a:p>
        </p:txBody>
      </p:sp>
      <p:sp>
        <p:nvSpPr>
          <p:cNvPr id="94" name="New shape"/>
          <p:cNvSpPr/>
          <p:nvPr/>
        </p:nvSpPr>
        <p:spPr>
          <a:xfrm>
            <a:off x="7182866" y="932589"/>
            <a:ext cx="1735782" cy="372070"/>
          </a:xfrm>
          <a:prstGeom prst="rect">
            <a:avLst/>
          </a:prstGeom>
          <a:noFill/>
        </p:spPr>
        <p:style>
          <a:lnRef idx="2">
            <a:srgbClr val="000000">
              <a:alpha val="0"/>
            </a:srgb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lIns="0" tIns="0" rtlCol="0" anchor="ctr">
            <a:spAutoFit/>
          </a:bodyPr>
          <a:lstStyle>
            <a:defPPr/>
          </a:lstStyle>
          <a:p>
            <a:r>
              <a:rPr lang="en-US" sz="2400" b="1">
                <a:solidFill>
                  <a:srgbClr val="FFFFFF"/>
                </a:solidFill>
                <a:latin typeface="Calibri"/>
              </a:rPr>
              <a:t>Target  Start</a:t>
            </a:r>
          </a:p>
        </p:txBody>
      </p:sp>
      <p:sp>
        <p:nvSpPr>
          <p:cNvPr id="95" name="New shape"/>
          <p:cNvSpPr/>
          <p:nvPr/>
        </p:nvSpPr>
        <p:spPr>
          <a:xfrm>
            <a:off x="9496933" y="932589"/>
            <a:ext cx="1835646" cy="372070"/>
          </a:xfrm>
          <a:prstGeom prst="rect">
            <a:avLst/>
          </a:prstGeom>
          <a:noFill/>
        </p:spPr>
        <p:style>
          <a:lnRef idx="2">
            <a:srgbClr val="000000">
              <a:alpha val="0"/>
            </a:srgb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lIns="0" tIns="0" rtlCol="0" anchor="ctr">
            <a:spAutoFit/>
          </a:bodyPr>
          <a:lstStyle>
            <a:defPPr/>
          </a:lstStyle>
          <a:p>
            <a:r>
              <a:rPr lang="en-US" sz="2400" b="1">
                <a:solidFill>
                  <a:srgbClr val="FFFFFF"/>
                </a:solidFill>
                <a:latin typeface="Calibri"/>
              </a:rPr>
              <a:t>End   Middle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ew shape"/>
          <p:cNvSpPr/>
          <p:nvPr/>
        </p:nvSpPr>
        <p:spPr>
          <a:xfrm>
            <a:off x="0" y="-1"/>
            <a:ext cx="12192000" cy="6857999"/>
          </a:xfrm>
          <a:prstGeom prst="rect">
            <a:avLst/>
          </a:prstGeom>
          <a:solidFill>
            <a:srgbClr val="FFFFFF"/>
          </a:solidFill>
          <a:ln w="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/>
          </a:lstStyle>
          <a:p>
            <a:endParaRPr lang="en-US"/>
          </a:p>
        </p:txBody>
      </p:sp>
      <p:sp>
        <p:nvSpPr>
          <p:cNvPr id="3" name="New shape"/>
          <p:cNvSpPr/>
          <p:nvPr/>
        </p:nvSpPr>
        <p:spPr>
          <a:xfrm>
            <a:off x="838200" y="2155825"/>
            <a:ext cx="701040" cy="579120"/>
          </a:xfrm>
          <a:prstGeom prst="rect">
            <a:avLst/>
          </a:prstGeom>
          <a:solidFill>
            <a:srgbClr val="FF0000"/>
          </a:solidFill>
          <a:ln w="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/>
          </a:lstStyle>
          <a:p>
            <a:endParaRPr lang="en-US"/>
          </a:p>
        </p:txBody>
      </p:sp>
      <p:sp>
        <p:nvSpPr>
          <p:cNvPr id="4" name="New shape"/>
          <p:cNvSpPr/>
          <p:nvPr/>
        </p:nvSpPr>
        <p:spPr>
          <a:xfrm>
            <a:off x="1539240" y="2155825"/>
            <a:ext cx="701040" cy="579120"/>
          </a:xfrm>
          <a:prstGeom prst="rect">
            <a:avLst/>
          </a:prstGeom>
          <a:solidFill>
            <a:srgbClr val="FF0000"/>
          </a:solidFill>
          <a:ln w="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/>
          </a:lstStyle>
          <a:p>
            <a:endParaRPr lang="en-US"/>
          </a:p>
        </p:txBody>
      </p:sp>
      <p:sp>
        <p:nvSpPr>
          <p:cNvPr id="5" name="New shape"/>
          <p:cNvSpPr/>
          <p:nvPr/>
        </p:nvSpPr>
        <p:spPr>
          <a:xfrm>
            <a:off x="2240280" y="2155825"/>
            <a:ext cx="701040" cy="579120"/>
          </a:xfrm>
          <a:prstGeom prst="rect">
            <a:avLst/>
          </a:prstGeom>
          <a:solidFill>
            <a:srgbClr val="FF0000"/>
          </a:solidFill>
          <a:ln w="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/>
          </a:lstStyle>
          <a:p>
            <a:endParaRPr lang="en-US"/>
          </a:p>
        </p:txBody>
      </p:sp>
      <p:sp>
        <p:nvSpPr>
          <p:cNvPr id="6" name="New shape"/>
          <p:cNvSpPr/>
          <p:nvPr/>
        </p:nvSpPr>
        <p:spPr>
          <a:xfrm>
            <a:off x="2941320" y="2155825"/>
            <a:ext cx="701040" cy="579120"/>
          </a:xfrm>
          <a:prstGeom prst="rect">
            <a:avLst/>
          </a:prstGeom>
          <a:solidFill>
            <a:srgbClr val="FF0000"/>
          </a:solidFill>
          <a:ln w="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/>
          </a:lstStyle>
          <a:p>
            <a:endParaRPr lang="en-US"/>
          </a:p>
        </p:txBody>
      </p:sp>
      <p:sp>
        <p:nvSpPr>
          <p:cNvPr id="7" name="New shape"/>
          <p:cNvSpPr/>
          <p:nvPr/>
        </p:nvSpPr>
        <p:spPr>
          <a:xfrm>
            <a:off x="3642360" y="2155825"/>
            <a:ext cx="701040" cy="579120"/>
          </a:xfrm>
          <a:prstGeom prst="rect">
            <a:avLst/>
          </a:prstGeom>
          <a:solidFill>
            <a:srgbClr val="FF0000"/>
          </a:solidFill>
          <a:ln w="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/>
          </a:lstStyle>
          <a:p>
            <a:endParaRPr lang="en-US"/>
          </a:p>
        </p:txBody>
      </p:sp>
      <p:sp>
        <p:nvSpPr>
          <p:cNvPr id="8" name="New shape"/>
          <p:cNvSpPr/>
          <p:nvPr/>
        </p:nvSpPr>
        <p:spPr>
          <a:xfrm>
            <a:off x="4343400" y="2155825"/>
            <a:ext cx="701040" cy="579120"/>
          </a:xfrm>
          <a:prstGeom prst="rect">
            <a:avLst/>
          </a:prstGeom>
          <a:solidFill>
            <a:srgbClr val="FF0000"/>
          </a:solidFill>
          <a:ln w="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/>
          </a:lstStyle>
          <a:p>
            <a:endParaRPr lang="en-US"/>
          </a:p>
        </p:txBody>
      </p:sp>
      <p:sp>
        <p:nvSpPr>
          <p:cNvPr id="9" name="New shape"/>
          <p:cNvSpPr/>
          <p:nvPr/>
        </p:nvSpPr>
        <p:spPr>
          <a:xfrm>
            <a:off x="5044440" y="2155825"/>
            <a:ext cx="701040" cy="579120"/>
          </a:xfrm>
          <a:prstGeom prst="rect">
            <a:avLst/>
          </a:prstGeom>
          <a:solidFill>
            <a:srgbClr val="FF0000"/>
          </a:solidFill>
          <a:ln w="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/>
          </a:lstStyle>
          <a:p>
            <a:endParaRPr lang="en-US"/>
          </a:p>
        </p:txBody>
      </p:sp>
      <p:sp>
        <p:nvSpPr>
          <p:cNvPr id="10" name="New shape"/>
          <p:cNvSpPr/>
          <p:nvPr/>
        </p:nvSpPr>
        <p:spPr>
          <a:xfrm>
            <a:off x="5745480" y="2155825"/>
            <a:ext cx="701040" cy="579120"/>
          </a:xfrm>
          <a:prstGeom prst="rect">
            <a:avLst/>
          </a:prstGeom>
          <a:solidFill>
            <a:srgbClr val="FF0000"/>
          </a:solidFill>
          <a:ln w="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/>
          </a:lstStyle>
          <a:p>
            <a:endParaRPr lang="en-US"/>
          </a:p>
        </p:txBody>
      </p:sp>
      <p:sp>
        <p:nvSpPr>
          <p:cNvPr id="11" name="New shape"/>
          <p:cNvSpPr/>
          <p:nvPr/>
        </p:nvSpPr>
        <p:spPr>
          <a:xfrm>
            <a:off x="6446520" y="2155825"/>
            <a:ext cx="701040" cy="579120"/>
          </a:xfrm>
          <a:prstGeom prst="rect">
            <a:avLst/>
          </a:prstGeom>
          <a:solidFill>
            <a:srgbClr val="FF0000"/>
          </a:solidFill>
          <a:ln w="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/>
          </a:lstStyle>
          <a:p>
            <a:endParaRPr lang="en-US"/>
          </a:p>
        </p:txBody>
      </p:sp>
      <p:sp>
        <p:nvSpPr>
          <p:cNvPr id="12" name="New shape"/>
          <p:cNvSpPr/>
          <p:nvPr/>
        </p:nvSpPr>
        <p:spPr>
          <a:xfrm>
            <a:off x="7147561" y="2155825"/>
            <a:ext cx="701040" cy="579120"/>
          </a:xfrm>
          <a:prstGeom prst="rect">
            <a:avLst/>
          </a:prstGeom>
          <a:solidFill>
            <a:srgbClr val="FF0000"/>
          </a:solidFill>
          <a:ln w="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/>
          </a:lstStyle>
          <a:p>
            <a:endParaRPr lang="en-US"/>
          </a:p>
        </p:txBody>
      </p:sp>
      <p:sp>
        <p:nvSpPr>
          <p:cNvPr id="13" name="New shape"/>
          <p:cNvSpPr/>
          <p:nvPr/>
        </p:nvSpPr>
        <p:spPr>
          <a:xfrm>
            <a:off x="7848600" y="2155825"/>
            <a:ext cx="701040" cy="579120"/>
          </a:xfrm>
          <a:prstGeom prst="rect">
            <a:avLst/>
          </a:prstGeom>
          <a:solidFill>
            <a:srgbClr val="FF0000"/>
          </a:solidFill>
          <a:ln w="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/>
          </a:lstStyle>
          <a:p>
            <a:endParaRPr lang="en-US"/>
          </a:p>
        </p:txBody>
      </p:sp>
      <p:sp>
        <p:nvSpPr>
          <p:cNvPr id="14" name="New shape"/>
          <p:cNvSpPr/>
          <p:nvPr/>
        </p:nvSpPr>
        <p:spPr>
          <a:xfrm>
            <a:off x="8549641" y="2155825"/>
            <a:ext cx="701040" cy="579120"/>
          </a:xfrm>
          <a:prstGeom prst="rect">
            <a:avLst/>
          </a:prstGeom>
          <a:solidFill>
            <a:srgbClr val="FF0000"/>
          </a:solidFill>
          <a:ln w="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/>
          </a:lstStyle>
          <a:p>
            <a:endParaRPr lang="en-US"/>
          </a:p>
        </p:txBody>
      </p:sp>
      <p:sp>
        <p:nvSpPr>
          <p:cNvPr id="15" name="New shape"/>
          <p:cNvSpPr/>
          <p:nvPr/>
        </p:nvSpPr>
        <p:spPr>
          <a:xfrm>
            <a:off x="9250680" y="2155825"/>
            <a:ext cx="701040" cy="579120"/>
          </a:xfrm>
          <a:prstGeom prst="rect">
            <a:avLst/>
          </a:prstGeom>
          <a:solidFill>
            <a:srgbClr val="FF0000"/>
          </a:solidFill>
          <a:ln w="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/>
          </a:lstStyle>
          <a:p>
            <a:endParaRPr lang="en-US"/>
          </a:p>
        </p:txBody>
      </p:sp>
      <p:sp>
        <p:nvSpPr>
          <p:cNvPr id="16" name="New shape"/>
          <p:cNvSpPr/>
          <p:nvPr/>
        </p:nvSpPr>
        <p:spPr>
          <a:xfrm>
            <a:off x="9951720" y="2155825"/>
            <a:ext cx="701040" cy="579120"/>
          </a:xfrm>
          <a:prstGeom prst="rect">
            <a:avLst/>
          </a:prstGeom>
          <a:solidFill>
            <a:srgbClr val="FF0000"/>
          </a:solidFill>
          <a:ln w="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/>
          </a:lstStyle>
          <a:p>
            <a:endParaRPr lang="en-US"/>
          </a:p>
        </p:txBody>
      </p:sp>
      <p:sp>
        <p:nvSpPr>
          <p:cNvPr id="17" name="New shape"/>
          <p:cNvSpPr/>
          <p:nvPr/>
        </p:nvSpPr>
        <p:spPr>
          <a:xfrm>
            <a:off x="10652761" y="2155825"/>
            <a:ext cx="701040" cy="579120"/>
          </a:xfrm>
          <a:prstGeom prst="rect">
            <a:avLst/>
          </a:prstGeom>
          <a:solidFill>
            <a:srgbClr val="FF0000"/>
          </a:solidFill>
          <a:ln w="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/>
          </a:lstStyle>
          <a:p>
            <a:endParaRPr lang="en-US"/>
          </a:p>
        </p:txBody>
      </p:sp>
      <p:sp>
        <p:nvSpPr>
          <p:cNvPr id="18" name="New shape"/>
          <p:cNvSpPr/>
          <p:nvPr/>
        </p:nvSpPr>
        <p:spPr>
          <a:xfrm>
            <a:off x="838200" y="2734945"/>
            <a:ext cx="701040" cy="370840"/>
          </a:xfrm>
          <a:prstGeom prst="rect">
            <a:avLst/>
          </a:prstGeom>
          <a:solidFill>
            <a:srgbClr val="FFFFFF"/>
          </a:solidFill>
          <a:ln w="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/>
          </a:lstStyle>
          <a:p>
            <a:endParaRPr lang="en-US"/>
          </a:p>
        </p:txBody>
      </p:sp>
      <p:sp>
        <p:nvSpPr>
          <p:cNvPr id="19" name="New shape"/>
          <p:cNvSpPr/>
          <p:nvPr/>
        </p:nvSpPr>
        <p:spPr>
          <a:xfrm>
            <a:off x="1539240" y="2734945"/>
            <a:ext cx="701040" cy="370840"/>
          </a:xfrm>
          <a:prstGeom prst="rect">
            <a:avLst/>
          </a:prstGeom>
          <a:solidFill>
            <a:srgbClr val="FFFFFF"/>
          </a:solidFill>
          <a:ln w="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/>
          </a:lstStyle>
          <a:p>
            <a:endParaRPr lang="en-US"/>
          </a:p>
        </p:txBody>
      </p:sp>
      <p:sp>
        <p:nvSpPr>
          <p:cNvPr id="20" name="New shape"/>
          <p:cNvSpPr/>
          <p:nvPr/>
        </p:nvSpPr>
        <p:spPr>
          <a:xfrm>
            <a:off x="2240280" y="2734945"/>
            <a:ext cx="701040" cy="370840"/>
          </a:xfrm>
          <a:prstGeom prst="rect">
            <a:avLst/>
          </a:prstGeom>
          <a:solidFill>
            <a:srgbClr val="FFFFFF"/>
          </a:solidFill>
          <a:ln w="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/>
          </a:lstStyle>
          <a:p>
            <a:endParaRPr lang="en-US"/>
          </a:p>
        </p:txBody>
      </p:sp>
      <p:sp>
        <p:nvSpPr>
          <p:cNvPr id="21" name="New shape"/>
          <p:cNvSpPr/>
          <p:nvPr/>
        </p:nvSpPr>
        <p:spPr>
          <a:xfrm>
            <a:off x="2941320" y="2734945"/>
            <a:ext cx="701040" cy="370840"/>
          </a:xfrm>
          <a:prstGeom prst="rect">
            <a:avLst/>
          </a:prstGeom>
          <a:solidFill>
            <a:srgbClr val="FFFFFF"/>
          </a:solidFill>
          <a:ln w="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/>
          </a:lstStyle>
          <a:p>
            <a:endParaRPr lang="en-US"/>
          </a:p>
        </p:txBody>
      </p:sp>
      <p:sp>
        <p:nvSpPr>
          <p:cNvPr id="22" name="New shape"/>
          <p:cNvSpPr/>
          <p:nvPr/>
        </p:nvSpPr>
        <p:spPr>
          <a:xfrm>
            <a:off x="3642360" y="2734945"/>
            <a:ext cx="701040" cy="370840"/>
          </a:xfrm>
          <a:prstGeom prst="rect">
            <a:avLst/>
          </a:prstGeom>
          <a:solidFill>
            <a:srgbClr val="FFFFFF"/>
          </a:solidFill>
          <a:ln w="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/>
          </a:lstStyle>
          <a:p>
            <a:endParaRPr lang="en-US"/>
          </a:p>
        </p:txBody>
      </p:sp>
      <p:sp>
        <p:nvSpPr>
          <p:cNvPr id="23" name="New shape"/>
          <p:cNvSpPr/>
          <p:nvPr/>
        </p:nvSpPr>
        <p:spPr>
          <a:xfrm>
            <a:off x="4343400" y="2734945"/>
            <a:ext cx="701040" cy="370840"/>
          </a:xfrm>
          <a:prstGeom prst="rect">
            <a:avLst/>
          </a:prstGeom>
          <a:solidFill>
            <a:srgbClr val="FFFFFF"/>
          </a:solidFill>
          <a:ln w="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/>
          </a:lstStyle>
          <a:p>
            <a:endParaRPr lang="en-US"/>
          </a:p>
        </p:txBody>
      </p:sp>
      <p:sp>
        <p:nvSpPr>
          <p:cNvPr id="24" name="New shape"/>
          <p:cNvSpPr/>
          <p:nvPr/>
        </p:nvSpPr>
        <p:spPr>
          <a:xfrm>
            <a:off x="5044440" y="2734945"/>
            <a:ext cx="701040" cy="370840"/>
          </a:xfrm>
          <a:prstGeom prst="rect">
            <a:avLst/>
          </a:prstGeom>
          <a:solidFill>
            <a:srgbClr val="FFFFFF"/>
          </a:solidFill>
          <a:ln w="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/>
          </a:lstStyle>
          <a:p>
            <a:endParaRPr lang="en-US"/>
          </a:p>
        </p:txBody>
      </p:sp>
      <p:sp>
        <p:nvSpPr>
          <p:cNvPr id="25" name="New shape"/>
          <p:cNvSpPr/>
          <p:nvPr/>
        </p:nvSpPr>
        <p:spPr>
          <a:xfrm>
            <a:off x="5745480" y="2734945"/>
            <a:ext cx="701040" cy="370840"/>
          </a:xfrm>
          <a:prstGeom prst="rect">
            <a:avLst/>
          </a:prstGeom>
          <a:solidFill>
            <a:srgbClr val="FFFFFF"/>
          </a:solidFill>
          <a:ln w="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/>
          </a:lstStyle>
          <a:p>
            <a:endParaRPr lang="en-US"/>
          </a:p>
        </p:txBody>
      </p:sp>
      <p:sp>
        <p:nvSpPr>
          <p:cNvPr id="26" name="New shape"/>
          <p:cNvSpPr/>
          <p:nvPr/>
        </p:nvSpPr>
        <p:spPr>
          <a:xfrm>
            <a:off x="6446520" y="2734945"/>
            <a:ext cx="701040" cy="370840"/>
          </a:xfrm>
          <a:prstGeom prst="rect">
            <a:avLst/>
          </a:prstGeom>
          <a:solidFill>
            <a:srgbClr val="FFFFFF"/>
          </a:solidFill>
          <a:ln w="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/>
          </a:lstStyle>
          <a:p>
            <a:endParaRPr lang="en-US"/>
          </a:p>
        </p:txBody>
      </p:sp>
      <p:sp>
        <p:nvSpPr>
          <p:cNvPr id="27" name="New shape"/>
          <p:cNvSpPr/>
          <p:nvPr/>
        </p:nvSpPr>
        <p:spPr>
          <a:xfrm>
            <a:off x="7147561" y="2734945"/>
            <a:ext cx="701040" cy="370840"/>
          </a:xfrm>
          <a:prstGeom prst="rect">
            <a:avLst/>
          </a:prstGeom>
          <a:solidFill>
            <a:srgbClr val="FFFFFF"/>
          </a:solidFill>
          <a:ln w="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/>
          </a:lstStyle>
          <a:p>
            <a:endParaRPr lang="en-US"/>
          </a:p>
        </p:txBody>
      </p:sp>
      <p:sp>
        <p:nvSpPr>
          <p:cNvPr id="28" name="New shape"/>
          <p:cNvSpPr/>
          <p:nvPr/>
        </p:nvSpPr>
        <p:spPr>
          <a:xfrm>
            <a:off x="7848600" y="2734945"/>
            <a:ext cx="701040" cy="370840"/>
          </a:xfrm>
          <a:prstGeom prst="rect">
            <a:avLst/>
          </a:prstGeom>
          <a:solidFill>
            <a:srgbClr val="FFFFFF"/>
          </a:solidFill>
          <a:ln w="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/>
          </a:lstStyle>
          <a:p>
            <a:endParaRPr lang="en-US"/>
          </a:p>
        </p:txBody>
      </p:sp>
      <p:sp>
        <p:nvSpPr>
          <p:cNvPr id="29" name="New shape"/>
          <p:cNvSpPr/>
          <p:nvPr/>
        </p:nvSpPr>
        <p:spPr>
          <a:xfrm>
            <a:off x="8549641" y="2734945"/>
            <a:ext cx="701040" cy="370840"/>
          </a:xfrm>
          <a:prstGeom prst="rect">
            <a:avLst/>
          </a:prstGeom>
          <a:solidFill>
            <a:srgbClr val="FFFFFF"/>
          </a:solidFill>
          <a:ln w="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/>
          </a:lstStyle>
          <a:p>
            <a:endParaRPr lang="en-US"/>
          </a:p>
        </p:txBody>
      </p:sp>
      <p:sp>
        <p:nvSpPr>
          <p:cNvPr id="30" name="New shape"/>
          <p:cNvSpPr/>
          <p:nvPr/>
        </p:nvSpPr>
        <p:spPr>
          <a:xfrm>
            <a:off x="9250680" y="2734945"/>
            <a:ext cx="701040" cy="370840"/>
          </a:xfrm>
          <a:prstGeom prst="rect">
            <a:avLst/>
          </a:prstGeom>
          <a:solidFill>
            <a:srgbClr val="FFFFFF"/>
          </a:solidFill>
          <a:ln w="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/>
          </a:lstStyle>
          <a:p>
            <a:endParaRPr lang="en-US"/>
          </a:p>
        </p:txBody>
      </p:sp>
      <p:sp>
        <p:nvSpPr>
          <p:cNvPr id="31" name="New shape"/>
          <p:cNvSpPr/>
          <p:nvPr/>
        </p:nvSpPr>
        <p:spPr>
          <a:xfrm>
            <a:off x="9951720" y="2734945"/>
            <a:ext cx="701040" cy="370840"/>
          </a:xfrm>
          <a:prstGeom prst="rect">
            <a:avLst/>
          </a:prstGeom>
          <a:solidFill>
            <a:srgbClr val="FFFFFF"/>
          </a:solidFill>
          <a:ln w="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/>
          </a:lstStyle>
          <a:p>
            <a:endParaRPr lang="en-US"/>
          </a:p>
        </p:txBody>
      </p:sp>
      <p:sp>
        <p:nvSpPr>
          <p:cNvPr id="32" name="New shape"/>
          <p:cNvSpPr/>
          <p:nvPr/>
        </p:nvSpPr>
        <p:spPr>
          <a:xfrm>
            <a:off x="10652761" y="2734945"/>
            <a:ext cx="701040" cy="370840"/>
          </a:xfrm>
          <a:prstGeom prst="rect">
            <a:avLst/>
          </a:prstGeom>
          <a:solidFill>
            <a:srgbClr val="FFFFFF"/>
          </a:solidFill>
          <a:ln w="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/>
          </a:lstStyle>
          <a:p>
            <a:endParaRPr lang="en-US"/>
          </a:p>
        </p:txBody>
      </p:sp>
      <p:sp>
        <p:nvSpPr>
          <p:cNvPr id="33" name="New shape"/>
          <p:cNvSpPr/>
          <p:nvPr/>
        </p:nvSpPr>
        <p:spPr>
          <a:xfrm>
            <a:off x="1539240" y="2149475"/>
            <a:ext cx="0" cy="962660"/>
          </a:xfrm>
          <a:prstGeom prst="line">
            <a:avLst/>
          </a:prstGeom>
          <a:ln w="12700">
            <a:solidFill>
              <a:srgbClr val="FFFFFF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>
            <a:defPPr/>
          </a:lstStyle>
          <a:p>
            <a:endParaRPr lang="en-US"/>
          </a:p>
        </p:txBody>
      </p:sp>
      <p:sp>
        <p:nvSpPr>
          <p:cNvPr id="34" name="New shape"/>
          <p:cNvSpPr/>
          <p:nvPr/>
        </p:nvSpPr>
        <p:spPr>
          <a:xfrm>
            <a:off x="2240280" y="2149475"/>
            <a:ext cx="0" cy="962660"/>
          </a:xfrm>
          <a:prstGeom prst="line">
            <a:avLst/>
          </a:prstGeom>
          <a:ln w="12700">
            <a:solidFill>
              <a:srgbClr val="FFFFFF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>
            <a:defPPr/>
          </a:lstStyle>
          <a:p>
            <a:endParaRPr lang="en-US"/>
          </a:p>
        </p:txBody>
      </p:sp>
      <p:sp>
        <p:nvSpPr>
          <p:cNvPr id="35" name="New shape"/>
          <p:cNvSpPr/>
          <p:nvPr/>
        </p:nvSpPr>
        <p:spPr>
          <a:xfrm>
            <a:off x="2941320" y="2149475"/>
            <a:ext cx="0" cy="962660"/>
          </a:xfrm>
          <a:prstGeom prst="line">
            <a:avLst/>
          </a:prstGeom>
          <a:ln w="12700">
            <a:solidFill>
              <a:srgbClr val="FFFFFF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>
            <a:defPPr/>
          </a:lstStyle>
          <a:p>
            <a:endParaRPr lang="en-US"/>
          </a:p>
        </p:txBody>
      </p:sp>
      <p:sp>
        <p:nvSpPr>
          <p:cNvPr id="36" name="New shape"/>
          <p:cNvSpPr/>
          <p:nvPr/>
        </p:nvSpPr>
        <p:spPr>
          <a:xfrm>
            <a:off x="3642360" y="2149475"/>
            <a:ext cx="0" cy="962660"/>
          </a:xfrm>
          <a:prstGeom prst="line">
            <a:avLst/>
          </a:prstGeom>
          <a:ln w="12700">
            <a:solidFill>
              <a:srgbClr val="FFFFFF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>
            <a:defPPr/>
          </a:lstStyle>
          <a:p>
            <a:endParaRPr lang="en-US"/>
          </a:p>
        </p:txBody>
      </p:sp>
      <p:sp>
        <p:nvSpPr>
          <p:cNvPr id="37" name="New shape"/>
          <p:cNvSpPr/>
          <p:nvPr/>
        </p:nvSpPr>
        <p:spPr>
          <a:xfrm>
            <a:off x="4343400" y="2149475"/>
            <a:ext cx="0" cy="962660"/>
          </a:xfrm>
          <a:prstGeom prst="line">
            <a:avLst/>
          </a:prstGeom>
          <a:ln w="12700">
            <a:solidFill>
              <a:srgbClr val="FFFFFF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>
            <a:defPPr/>
          </a:lstStyle>
          <a:p>
            <a:endParaRPr lang="en-US"/>
          </a:p>
        </p:txBody>
      </p:sp>
      <p:sp>
        <p:nvSpPr>
          <p:cNvPr id="38" name="New shape"/>
          <p:cNvSpPr/>
          <p:nvPr/>
        </p:nvSpPr>
        <p:spPr>
          <a:xfrm>
            <a:off x="5044440" y="2149475"/>
            <a:ext cx="0" cy="962660"/>
          </a:xfrm>
          <a:prstGeom prst="line">
            <a:avLst/>
          </a:prstGeom>
          <a:ln w="12700">
            <a:solidFill>
              <a:srgbClr val="FFFFFF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>
            <a:defPPr/>
          </a:lstStyle>
          <a:p>
            <a:endParaRPr lang="en-US"/>
          </a:p>
        </p:txBody>
      </p:sp>
      <p:sp>
        <p:nvSpPr>
          <p:cNvPr id="39" name="New shape"/>
          <p:cNvSpPr/>
          <p:nvPr/>
        </p:nvSpPr>
        <p:spPr>
          <a:xfrm>
            <a:off x="5745480" y="2149475"/>
            <a:ext cx="0" cy="962660"/>
          </a:xfrm>
          <a:prstGeom prst="line">
            <a:avLst/>
          </a:prstGeom>
          <a:ln w="12700">
            <a:solidFill>
              <a:srgbClr val="FFFFFF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>
            <a:defPPr/>
          </a:lstStyle>
          <a:p>
            <a:endParaRPr lang="en-US"/>
          </a:p>
        </p:txBody>
      </p:sp>
      <p:sp>
        <p:nvSpPr>
          <p:cNvPr id="40" name="New shape"/>
          <p:cNvSpPr/>
          <p:nvPr/>
        </p:nvSpPr>
        <p:spPr>
          <a:xfrm>
            <a:off x="6446520" y="2149475"/>
            <a:ext cx="0" cy="962660"/>
          </a:xfrm>
          <a:prstGeom prst="line">
            <a:avLst/>
          </a:prstGeom>
          <a:ln w="12700">
            <a:solidFill>
              <a:srgbClr val="FFFFFF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>
            <a:defPPr/>
          </a:lstStyle>
          <a:p>
            <a:endParaRPr lang="en-US"/>
          </a:p>
        </p:txBody>
      </p:sp>
      <p:sp>
        <p:nvSpPr>
          <p:cNvPr id="41" name="New shape"/>
          <p:cNvSpPr/>
          <p:nvPr/>
        </p:nvSpPr>
        <p:spPr>
          <a:xfrm>
            <a:off x="7147560" y="2149475"/>
            <a:ext cx="0" cy="962660"/>
          </a:xfrm>
          <a:prstGeom prst="line">
            <a:avLst/>
          </a:prstGeom>
          <a:ln w="12700">
            <a:solidFill>
              <a:srgbClr val="FFFFFF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>
            <a:defPPr/>
          </a:lstStyle>
          <a:p>
            <a:endParaRPr lang="en-US"/>
          </a:p>
        </p:txBody>
      </p:sp>
      <p:sp>
        <p:nvSpPr>
          <p:cNvPr id="42" name="New shape"/>
          <p:cNvSpPr/>
          <p:nvPr/>
        </p:nvSpPr>
        <p:spPr>
          <a:xfrm>
            <a:off x="7848600" y="2149475"/>
            <a:ext cx="0" cy="962660"/>
          </a:xfrm>
          <a:prstGeom prst="line">
            <a:avLst/>
          </a:prstGeom>
          <a:ln w="12700">
            <a:solidFill>
              <a:srgbClr val="FFFFFF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>
            <a:defPPr/>
          </a:lstStyle>
          <a:p>
            <a:endParaRPr lang="en-US"/>
          </a:p>
        </p:txBody>
      </p:sp>
      <p:sp>
        <p:nvSpPr>
          <p:cNvPr id="43" name="New shape"/>
          <p:cNvSpPr/>
          <p:nvPr/>
        </p:nvSpPr>
        <p:spPr>
          <a:xfrm>
            <a:off x="8549640" y="2149475"/>
            <a:ext cx="0" cy="962660"/>
          </a:xfrm>
          <a:prstGeom prst="line">
            <a:avLst/>
          </a:prstGeom>
          <a:ln w="12700">
            <a:solidFill>
              <a:srgbClr val="FFFFFF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>
            <a:defPPr/>
          </a:lstStyle>
          <a:p>
            <a:endParaRPr lang="en-US"/>
          </a:p>
        </p:txBody>
      </p:sp>
      <p:sp>
        <p:nvSpPr>
          <p:cNvPr id="44" name="New shape"/>
          <p:cNvSpPr/>
          <p:nvPr/>
        </p:nvSpPr>
        <p:spPr>
          <a:xfrm>
            <a:off x="9250680" y="2149475"/>
            <a:ext cx="0" cy="962660"/>
          </a:xfrm>
          <a:prstGeom prst="line">
            <a:avLst/>
          </a:prstGeom>
          <a:ln w="12700">
            <a:solidFill>
              <a:srgbClr val="FFFFFF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>
            <a:defPPr/>
          </a:lstStyle>
          <a:p>
            <a:endParaRPr lang="en-US"/>
          </a:p>
        </p:txBody>
      </p:sp>
      <p:sp>
        <p:nvSpPr>
          <p:cNvPr id="45" name="New shape"/>
          <p:cNvSpPr/>
          <p:nvPr/>
        </p:nvSpPr>
        <p:spPr>
          <a:xfrm>
            <a:off x="9951720" y="2149475"/>
            <a:ext cx="0" cy="962660"/>
          </a:xfrm>
          <a:prstGeom prst="line">
            <a:avLst/>
          </a:prstGeom>
          <a:ln w="12700">
            <a:solidFill>
              <a:srgbClr val="FFFFFF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>
            <a:defPPr/>
          </a:lstStyle>
          <a:p>
            <a:endParaRPr lang="en-US"/>
          </a:p>
        </p:txBody>
      </p:sp>
      <p:sp>
        <p:nvSpPr>
          <p:cNvPr id="46" name="New shape"/>
          <p:cNvSpPr/>
          <p:nvPr/>
        </p:nvSpPr>
        <p:spPr>
          <a:xfrm>
            <a:off x="10652760" y="2149475"/>
            <a:ext cx="0" cy="962660"/>
          </a:xfrm>
          <a:prstGeom prst="line">
            <a:avLst/>
          </a:prstGeom>
          <a:ln w="12700">
            <a:solidFill>
              <a:srgbClr val="FFFFFF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>
            <a:defPPr/>
          </a:lstStyle>
          <a:p>
            <a:endParaRPr lang="en-US"/>
          </a:p>
        </p:txBody>
      </p:sp>
      <p:sp>
        <p:nvSpPr>
          <p:cNvPr id="47" name="New shape"/>
          <p:cNvSpPr/>
          <p:nvPr/>
        </p:nvSpPr>
        <p:spPr>
          <a:xfrm>
            <a:off x="831850" y="2734945"/>
            <a:ext cx="10528300" cy="0"/>
          </a:xfrm>
          <a:prstGeom prst="line">
            <a:avLst/>
          </a:prstGeom>
          <a:ln w="38100">
            <a:solidFill>
              <a:srgbClr val="FFFFFF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>
            <a:defPPr/>
          </a:lstStyle>
          <a:p>
            <a:endParaRPr lang="en-US"/>
          </a:p>
        </p:txBody>
      </p:sp>
      <p:sp>
        <p:nvSpPr>
          <p:cNvPr id="48" name="New shape"/>
          <p:cNvSpPr/>
          <p:nvPr/>
        </p:nvSpPr>
        <p:spPr>
          <a:xfrm>
            <a:off x="838200" y="2149475"/>
            <a:ext cx="0" cy="962660"/>
          </a:xfrm>
          <a:prstGeom prst="line">
            <a:avLst/>
          </a:prstGeom>
          <a:ln w="12700">
            <a:solidFill>
              <a:srgbClr val="FFFFFF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>
            <a:defPPr/>
          </a:lstStyle>
          <a:p>
            <a:endParaRPr lang="en-US"/>
          </a:p>
        </p:txBody>
      </p:sp>
      <p:sp>
        <p:nvSpPr>
          <p:cNvPr id="49" name="New shape"/>
          <p:cNvSpPr/>
          <p:nvPr/>
        </p:nvSpPr>
        <p:spPr>
          <a:xfrm>
            <a:off x="11353800" y="2149475"/>
            <a:ext cx="0" cy="962660"/>
          </a:xfrm>
          <a:prstGeom prst="line">
            <a:avLst/>
          </a:prstGeom>
          <a:ln w="12700">
            <a:solidFill>
              <a:srgbClr val="FFFFFF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>
            <a:defPPr/>
          </a:lstStyle>
          <a:p>
            <a:endParaRPr lang="en-US"/>
          </a:p>
        </p:txBody>
      </p:sp>
      <p:sp>
        <p:nvSpPr>
          <p:cNvPr id="50" name="New shape"/>
          <p:cNvSpPr/>
          <p:nvPr/>
        </p:nvSpPr>
        <p:spPr>
          <a:xfrm>
            <a:off x="831850" y="2155825"/>
            <a:ext cx="10528300" cy="0"/>
          </a:xfrm>
          <a:prstGeom prst="line">
            <a:avLst/>
          </a:prstGeom>
          <a:ln w="12700">
            <a:solidFill>
              <a:srgbClr val="FFFFFF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>
            <a:defPPr/>
          </a:lstStyle>
          <a:p>
            <a:endParaRPr lang="en-US"/>
          </a:p>
        </p:txBody>
      </p:sp>
      <p:sp>
        <p:nvSpPr>
          <p:cNvPr id="51" name="New shape"/>
          <p:cNvSpPr/>
          <p:nvPr/>
        </p:nvSpPr>
        <p:spPr>
          <a:xfrm>
            <a:off x="831850" y="3105785"/>
            <a:ext cx="10528300" cy="0"/>
          </a:xfrm>
          <a:prstGeom prst="line">
            <a:avLst/>
          </a:prstGeom>
          <a:ln w="12700">
            <a:solidFill>
              <a:srgbClr val="FFFFFF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>
            <a:defPPr/>
          </a:lstStyle>
          <a:p>
            <a:endParaRPr lang="en-US"/>
          </a:p>
        </p:txBody>
      </p:sp>
      <p:sp>
        <p:nvSpPr>
          <p:cNvPr id="52" name="New shape"/>
          <p:cNvSpPr/>
          <p:nvPr/>
        </p:nvSpPr>
        <p:spPr>
          <a:xfrm>
            <a:off x="281940" y="4044061"/>
            <a:ext cx="2532888" cy="25908"/>
          </a:xfrm>
          <a:prstGeom prst="rect">
            <a:avLst/>
          </a:prstGeom>
          <a:solidFill>
            <a:srgbClr val="000000"/>
          </a:solidFill>
          <a:ln w="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/>
          </a:lstStyle>
          <a:p>
            <a:endParaRPr lang="en-US"/>
          </a:p>
        </p:txBody>
      </p:sp>
      <p:sp>
        <p:nvSpPr>
          <p:cNvPr id="53" name="New shape"/>
          <p:cNvSpPr/>
          <p:nvPr/>
        </p:nvSpPr>
        <p:spPr>
          <a:xfrm>
            <a:off x="7034276" y="861822"/>
            <a:ext cx="1079881" cy="457200"/>
          </a:xfrm>
          <a:prstGeom prst="rect">
            <a:avLst/>
          </a:prstGeom>
          <a:solidFill>
            <a:srgbClr val="5B9BD4"/>
          </a:solidFill>
          <a:ln w="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/>
          </a:lstStyle>
          <a:p>
            <a:endParaRPr lang="en-US"/>
          </a:p>
        </p:txBody>
      </p:sp>
      <p:sp>
        <p:nvSpPr>
          <p:cNvPr id="54" name="New shape"/>
          <p:cNvSpPr/>
          <p:nvPr/>
        </p:nvSpPr>
        <p:spPr>
          <a:xfrm>
            <a:off x="8114156" y="861822"/>
            <a:ext cx="1079881" cy="457200"/>
          </a:xfrm>
          <a:prstGeom prst="rect">
            <a:avLst/>
          </a:prstGeom>
          <a:solidFill>
            <a:srgbClr val="5B9BD4"/>
          </a:solidFill>
          <a:ln w="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/>
          </a:lstStyle>
          <a:p>
            <a:endParaRPr lang="en-US"/>
          </a:p>
        </p:txBody>
      </p:sp>
      <p:sp>
        <p:nvSpPr>
          <p:cNvPr id="55" name="New shape"/>
          <p:cNvSpPr/>
          <p:nvPr/>
        </p:nvSpPr>
        <p:spPr>
          <a:xfrm>
            <a:off x="9194037" y="861822"/>
            <a:ext cx="1079881" cy="457200"/>
          </a:xfrm>
          <a:prstGeom prst="rect">
            <a:avLst/>
          </a:prstGeom>
          <a:solidFill>
            <a:srgbClr val="5B9BD4"/>
          </a:solidFill>
          <a:ln w="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/>
          </a:lstStyle>
          <a:p>
            <a:endParaRPr lang="en-US"/>
          </a:p>
        </p:txBody>
      </p:sp>
      <p:sp>
        <p:nvSpPr>
          <p:cNvPr id="56" name="New shape"/>
          <p:cNvSpPr/>
          <p:nvPr/>
        </p:nvSpPr>
        <p:spPr>
          <a:xfrm>
            <a:off x="10273919" y="861822"/>
            <a:ext cx="1079881" cy="457200"/>
          </a:xfrm>
          <a:prstGeom prst="rect">
            <a:avLst/>
          </a:prstGeom>
          <a:solidFill>
            <a:srgbClr val="5B9BD4"/>
          </a:solidFill>
          <a:ln w="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/>
          </a:lstStyle>
          <a:p>
            <a:endParaRPr lang="en-US"/>
          </a:p>
        </p:txBody>
      </p:sp>
      <p:sp>
        <p:nvSpPr>
          <p:cNvPr id="57" name="New shape"/>
          <p:cNvSpPr/>
          <p:nvPr/>
        </p:nvSpPr>
        <p:spPr>
          <a:xfrm>
            <a:off x="7034276" y="1319022"/>
            <a:ext cx="1079881" cy="457200"/>
          </a:xfrm>
          <a:prstGeom prst="rect">
            <a:avLst/>
          </a:prstGeom>
          <a:solidFill>
            <a:srgbClr val="D2DEEE"/>
          </a:solidFill>
          <a:ln w="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/>
          </a:lstStyle>
          <a:p>
            <a:endParaRPr lang="en-US"/>
          </a:p>
        </p:txBody>
      </p:sp>
      <p:sp>
        <p:nvSpPr>
          <p:cNvPr id="58" name="New shape"/>
          <p:cNvSpPr/>
          <p:nvPr/>
        </p:nvSpPr>
        <p:spPr>
          <a:xfrm>
            <a:off x="8114156" y="1319022"/>
            <a:ext cx="1079881" cy="457200"/>
          </a:xfrm>
          <a:prstGeom prst="rect">
            <a:avLst/>
          </a:prstGeom>
          <a:solidFill>
            <a:srgbClr val="D2DEEE"/>
          </a:solidFill>
          <a:ln w="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/>
          </a:lstStyle>
          <a:p>
            <a:endParaRPr lang="en-US"/>
          </a:p>
        </p:txBody>
      </p:sp>
      <p:sp>
        <p:nvSpPr>
          <p:cNvPr id="59" name="New shape"/>
          <p:cNvSpPr/>
          <p:nvPr/>
        </p:nvSpPr>
        <p:spPr>
          <a:xfrm>
            <a:off x="9194037" y="1319022"/>
            <a:ext cx="1079881" cy="457200"/>
          </a:xfrm>
          <a:prstGeom prst="rect">
            <a:avLst/>
          </a:prstGeom>
          <a:solidFill>
            <a:srgbClr val="D2DEEE"/>
          </a:solidFill>
          <a:ln w="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/>
          </a:lstStyle>
          <a:p>
            <a:endParaRPr lang="en-US"/>
          </a:p>
        </p:txBody>
      </p:sp>
      <p:sp>
        <p:nvSpPr>
          <p:cNvPr id="60" name="New shape"/>
          <p:cNvSpPr/>
          <p:nvPr/>
        </p:nvSpPr>
        <p:spPr>
          <a:xfrm>
            <a:off x="10273919" y="1319022"/>
            <a:ext cx="1079881" cy="457200"/>
          </a:xfrm>
          <a:prstGeom prst="rect">
            <a:avLst/>
          </a:prstGeom>
          <a:solidFill>
            <a:srgbClr val="D2DEEE"/>
          </a:solidFill>
          <a:ln w="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/>
          </a:lstStyle>
          <a:p>
            <a:endParaRPr lang="en-US"/>
          </a:p>
        </p:txBody>
      </p:sp>
      <p:sp>
        <p:nvSpPr>
          <p:cNvPr id="61" name="New shape"/>
          <p:cNvSpPr/>
          <p:nvPr/>
        </p:nvSpPr>
        <p:spPr>
          <a:xfrm>
            <a:off x="8114157" y="855472"/>
            <a:ext cx="0" cy="927100"/>
          </a:xfrm>
          <a:prstGeom prst="line">
            <a:avLst/>
          </a:prstGeom>
          <a:ln w="12700">
            <a:solidFill>
              <a:srgbClr val="FFFFFF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>
            <a:defPPr/>
          </a:lstStyle>
          <a:p>
            <a:endParaRPr lang="en-US"/>
          </a:p>
        </p:txBody>
      </p:sp>
      <p:sp>
        <p:nvSpPr>
          <p:cNvPr id="62" name="New shape"/>
          <p:cNvSpPr/>
          <p:nvPr/>
        </p:nvSpPr>
        <p:spPr>
          <a:xfrm>
            <a:off x="9194038" y="855472"/>
            <a:ext cx="0" cy="927100"/>
          </a:xfrm>
          <a:prstGeom prst="line">
            <a:avLst/>
          </a:prstGeom>
          <a:ln w="12700">
            <a:solidFill>
              <a:srgbClr val="FFFFFF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>
            <a:defPPr/>
          </a:lstStyle>
          <a:p>
            <a:endParaRPr lang="en-US"/>
          </a:p>
        </p:txBody>
      </p:sp>
      <p:sp>
        <p:nvSpPr>
          <p:cNvPr id="63" name="New shape"/>
          <p:cNvSpPr/>
          <p:nvPr/>
        </p:nvSpPr>
        <p:spPr>
          <a:xfrm>
            <a:off x="10273919" y="855472"/>
            <a:ext cx="0" cy="927100"/>
          </a:xfrm>
          <a:prstGeom prst="line">
            <a:avLst/>
          </a:prstGeom>
          <a:ln w="12700">
            <a:solidFill>
              <a:srgbClr val="FFFFFF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>
            <a:defPPr/>
          </a:lstStyle>
          <a:p>
            <a:endParaRPr lang="en-US"/>
          </a:p>
        </p:txBody>
      </p:sp>
      <p:sp>
        <p:nvSpPr>
          <p:cNvPr id="64" name="New shape"/>
          <p:cNvSpPr/>
          <p:nvPr/>
        </p:nvSpPr>
        <p:spPr>
          <a:xfrm>
            <a:off x="7027926" y="1319022"/>
            <a:ext cx="4332224" cy="0"/>
          </a:xfrm>
          <a:prstGeom prst="line">
            <a:avLst/>
          </a:prstGeom>
          <a:ln w="38100">
            <a:solidFill>
              <a:srgbClr val="FFFFFF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>
            <a:defPPr/>
          </a:lstStyle>
          <a:p>
            <a:endParaRPr lang="en-US"/>
          </a:p>
        </p:txBody>
      </p:sp>
      <p:sp>
        <p:nvSpPr>
          <p:cNvPr id="65" name="New shape"/>
          <p:cNvSpPr/>
          <p:nvPr/>
        </p:nvSpPr>
        <p:spPr>
          <a:xfrm>
            <a:off x="7034276" y="855472"/>
            <a:ext cx="0" cy="927100"/>
          </a:xfrm>
          <a:prstGeom prst="line">
            <a:avLst/>
          </a:prstGeom>
          <a:ln w="12700">
            <a:solidFill>
              <a:srgbClr val="FFFFFF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>
            <a:defPPr/>
          </a:lstStyle>
          <a:p>
            <a:endParaRPr lang="en-US"/>
          </a:p>
        </p:txBody>
      </p:sp>
      <p:sp>
        <p:nvSpPr>
          <p:cNvPr id="66" name="New shape"/>
          <p:cNvSpPr/>
          <p:nvPr/>
        </p:nvSpPr>
        <p:spPr>
          <a:xfrm>
            <a:off x="11353800" y="855472"/>
            <a:ext cx="0" cy="927100"/>
          </a:xfrm>
          <a:prstGeom prst="line">
            <a:avLst/>
          </a:prstGeom>
          <a:ln w="12700">
            <a:solidFill>
              <a:srgbClr val="FFFFFF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>
            <a:defPPr/>
          </a:lstStyle>
          <a:p>
            <a:endParaRPr lang="en-US"/>
          </a:p>
        </p:txBody>
      </p:sp>
      <p:sp>
        <p:nvSpPr>
          <p:cNvPr id="67" name="New shape"/>
          <p:cNvSpPr/>
          <p:nvPr/>
        </p:nvSpPr>
        <p:spPr>
          <a:xfrm>
            <a:off x="7027926" y="861822"/>
            <a:ext cx="4332224" cy="0"/>
          </a:xfrm>
          <a:prstGeom prst="line">
            <a:avLst/>
          </a:prstGeom>
          <a:ln w="12700">
            <a:solidFill>
              <a:srgbClr val="FFFFFF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>
            <a:defPPr/>
          </a:lstStyle>
          <a:p>
            <a:endParaRPr lang="en-US"/>
          </a:p>
        </p:txBody>
      </p:sp>
      <p:sp>
        <p:nvSpPr>
          <p:cNvPr id="68" name="New shape"/>
          <p:cNvSpPr/>
          <p:nvPr/>
        </p:nvSpPr>
        <p:spPr>
          <a:xfrm>
            <a:off x="7027926" y="1776222"/>
            <a:ext cx="4332224" cy="0"/>
          </a:xfrm>
          <a:prstGeom prst="line">
            <a:avLst/>
          </a:prstGeom>
          <a:ln w="12700">
            <a:solidFill>
              <a:srgbClr val="FFFFFF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>
            <a:defPPr/>
          </a:lstStyle>
          <a:p>
            <a:endParaRPr lang="en-US"/>
          </a:p>
        </p:txBody>
      </p:sp>
      <p:sp>
        <p:nvSpPr>
          <p:cNvPr id="69" name="New shape"/>
          <p:cNvSpPr/>
          <p:nvPr/>
        </p:nvSpPr>
        <p:spPr>
          <a:xfrm>
            <a:off x="929640" y="703804"/>
            <a:ext cx="3057104" cy="683121"/>
          </a:xfrm>
          <a:prstGeom prst="rect">
            <a:avLst/>
          </a:prstGeom>
          <a:noFill/>
        </p:spPr>
        <p:style>
          <a:lnRef idx="2">
            <a:srgbClr val="000000">
              <a:alpha val="0"/>
            </a:srgb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lIns="0" tIns="0" rtlCol="0" anchor="ctr">
            <a:spAutoFit/>
          </a:bodyPr>
          <a:lstStyle>
            <a:defPPr/>
          </a:lstStyle>
          <a:p>
            <a:r>
              <a:rPr lang="en-US" sz="4406">
                <a:solidFill>
                  <a:srgbClr val="00AFEF"/>
                </a:solidFill>
                <a:latin typeface="Calibri Light"/>
              </a:rPr>
              <a:t>Binary Search</a:t>
            </a:r>
          </a:p>
        </p:txBody>
      </p:sp>
      <p:sp>
        <p:nvSpPr>
          <p:cNvPr id="70" name="New shape"/>
          <p:cNvSpPr/>
          <p:nvPr/>
        </p:nvSpPr>
        <p:spPr>
          <a:xfrm>
            <a:off x="1085393" y="2235480"/>
            <a:ext cx="8249421" cy="496714"/>
          </a:xfrm>
          <a:prstGeom prst="rect">
            <a:avLst/>
          </a:prstGeom>
          <a:noFill/>
        </p:spPr>
        <p:style>
          <a:lnRef idx="2">
            <a:srgbClr val="000000">
              <a:alpha val="0"/>
            </a:srgb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lIns="0" tIns="0" rtlCol="0" anchor="ctr">
            <a:spAutoFit/>
          </a:bodyPr>
          <a:lstStyle>
            <a:defPPr/>
          </a:lstStyle>
          <a:p>
            <a:r>
              <a:rPr lang="en-US" sz="3204" b="1">
                <a:solidFill>
                  <a:srgbClr val="FFFFFF"/>
                </a:solidFill>
                <a:latin typeface="Calibri"/>
              </a:rPr>
              <a:t>67  8  910 11 14 15 17 19 22 23 25 28 30</a:t>
            </a:r>
          </a:p>
        </p:txBody>
      </p:sp>
      <p:sp>
        <p:nvSpPr>
          <p:cNvPr id="71" name="New shape"/>
          <p:cNvSpPr/>
          <p:nvPr/>
        </p:nvSpPr>
        <p:spPr>
          <a:xfrm>
            <a:off x="1075030" y="2798601"/>
            <a:ext cx="227039" cy="247427"/>
          </a:xfrm>
          <a:prstGeom prst="rect">
            <a:avLst/>
          </a:prstGeom>
          <a:noFill/>
        </p:spPr>
        <p:style>
          <a:lnRef idx="2">
            <a:srgbClr val="000000">
              <a:alpha val="0"/>
            </a:srgb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lIns="0" tIns="0" rtlCol="0" anchor="ctr">
            <a:spAutoFit/>
          </a:bodyPr>
          <a:lstStyle>
            <a:defPPr/>
          </a:lstStyle>
          <a:p>
            <a:r>
              <a:rPr lang="en-US" sz="1596" i="1">
                <a:solidFill>
                  <a:srgbClr val="7E7E7E"/>
                </a:solidFill>
                <a:latin typeface="Calibri"/>
              </a:rPr>
              <a:t>[0]</a:t>
            </a:r>
          </a:p>
        </p:txBody>
      </p:sp>
      <p:sp>
        <p:nvSpPr>
          <p:cNvPr id="72" name="New shape"/>
          <p:cNvSpPr/>
          <p:nvPr/>
        </p:nvSpPr>
        <p:spPr>
          <a:xfrm>
            <a:off x="1776095" y="2798601"/>
            <a:ext cx="227039" cy="247427"/>
          </a:xfrm>
          <a:prstGeom prst="rect">
            <a:avLst/>
          </a:prstGeom>
          <a:noFill/>
        </p:spPr>
        <p:style>
          <a:lnRef idx="2">
            <a:srgbClr val="000000">
              <a:alpha val="0"/>
            </a:srgb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lIns="0" tIns="0" rtlCol="0" anchor="ctr">
            <a:spAutoFit/>
          </a:bodyPr>
          <a:lstStyle>
            <a:defPPr/>
          </a:lstStyle>
          <a:p>
            <a:r>
              <a:rPr lang="en-US" sz="1596" i="1">
                <a:solidFill>
                  <a:srgbClr val="7E7E7E"/>
                </a:solidFill>
                <a:latin typeface="Calibri"/>
              </a:rPr>
              <a:t>[1]</a:t>
            </a:r>
          </a:p>
        </p:txBody>
      </p:sp>
      <p:sp>
        <p:nvSpPr>
          <p:cNvPr id="73" name="New shape"/>
          <p:cNvSpPr/>
          <p:nvPr/>
        </p:nvSpPr>
        <p:spPr>
          <a:xfrm>
            <a:off x="2477135" y="2798601"/>
            <a:ext cx="227039" cy="247427"/>
          </a:xfrm>
          <a:prstGeom prst="rect">
            <a:avLst/>
          </a:prstGeom>
          <a:noFill/>
        </p:spPr>
        <p:style>
          <a:lnRef idx="2">
            <a:srgbClr val="000000">
              <a:alpha val="0"/>
            </a:srgb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lIns="0" tIns="0" rtlCol="0" anchor="ctr">
            <a:spAutoFit/>
          </a:bodyPr>
          <a:lstStyle>
            <a:defPPr/>
          </a:lstStyle>
          <a:p>
            <a:r>
              <a:rPr lang="en-US" sz="1596" i="1">
                <a:solidFill>
                  <a:srgbClr val="7E7E7E"/>
                </a:solidFill>
                <a:latin typeface="Calibri"/>
              </a:rPr>
              <a:t>[2]</a:t>
            </a:r>
          </a:p>
        </p:txBody>
      </p:sp>
      <p:sp>
        <p:nvSpPr>
          <p:cNvPr id="74" name="New shape"/>
          <p:cNvSpPr/>
          <p:nvPr/>
        </p:nvSpPr>
        <p:spPr>
          <a:xfrm>
            <a:off x="3178175" y="2798601"/>
            <a:ext cx="227039" cy="247427"/>
          </a:xfrm>
          <a:prstGeom prst="rect">
            <a:avLst/>
          </a:prstGeom>
          <a:noFill/>
        </p:spPr>
        <p:style>
          <a:lnRef idx="2">
            <a:srgbClr val="000000">
              <a:alpha val="0"/>
            </a:srgb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lIns="0" tIns="0" rtlCol="0" anchor="ctr">
            <a:spAutoFit/>
          </a:bodyPr>
          <a:lstStyle>
            <a:defPPr/>
          </a:lstStyle>
          <a:p>
            <a:r>
              <a:rPr lang="en-US" sz="1596" i="1">
                <a:solidFill>
                  <a:srgbClr val="7E7E7E"/>
                </a:solidFill>
                <a:latin typeface="Calibri"/>
              </a:rPr>
              <a:t>[3]</a:t>
            </a:r>
          </a:p>
        </p:txBody>
      </p:sp>
      <p:sp>
        <p:nvSpPr>
          <p:cNvPr id="75" name="New shape"/>
          <p:cNvSpPr/>
          <p:nvPr/>
        </p:nvSpPr>
        <p:spPr>
          <a:xfrm>
            <a:off x="3879469" y="2798601"/>
            <a:ext cx="227039" cy="247427"/>
          </a:xfrm>
          <a:prstGeom prst="rect">
            <a:avLst/>
          </a:prstGeom>
          <a:noFill/>
        </p:spPr>
        <p:style>
          <a:lnRef idx="2">
            <a:srgbClr val="000000">
              <a:alpha val="0"/>
            </a:srgb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lIns="0" tIns="0" rtlCol="0" anchor="ctr">
            <a:spAutoFit/>
          </a:bodyPr>
          <a:lstStyle>
            <a:defPPr/>
          </a:lstStyle>
          <a:p>
            <a:r>
              <a:rPr lang="en-US" sz="1596" i="1">
                <a:solidFill>
                  <a:srgbClr val="7E7E7E"/>
                </a:solidFill>
                <a:latin typeface="Calibri"/>
              </a:rPr>
              <a:t>[4]</a:t>
            </a:r>
          </a:p>
        </p:txBody>
      </p:sp>
      <p:sp>
        <p:nvSpPr>
          <p:cNvPr id="76" name="New shape"/>
          <p:cNvSpPr/>
          <p:nvPr/>
        </p:nvSpPr>
        <p:spPr>
          <a:xfrm>
            <a:off x="4580509" y="2798601"/>
            <a:ext cx="227039" cy="247427"/>
          </a:xfrm>
          <a:prstGeom prst="rect">
            <a:avLst/>
          </a:prstGeom>
          <a:noFill/>
        </p:spPr>
        <p:style>
          <a:lnRef idx="2">
            <a:srgbClr val="000000">
              <a:alpha val="0"/>
            </a:srgb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lIns="0" tIns="0" rtlCol="0" anchor="ctr">
            <a:spAutoFit/>
          </a:bodyPr>
          <a:lstStyle>
            <a:defPPr/>
          </a:lstStyle>
          <a:p>
            <a:r>
              <a:rPr lang="en-US" sz="1596" i="1">
                <a:solidFill>
                  <a:srgbClr val="7E7E7E"/>
                </a:solidFill>
                <a:latin typeface="Calibri"/>
              </a:rPr>
              <a:t>[5]</a:t>
            </a:r>
          </a:p>
        </p:txBody>
      </p:sp>
      <p:sp>
        <p:nvSpPr>
          <p:cNvPr id="77" name="New shape"/>
          <p:cNvSpPr/>
          <p:nvPr/>
        </p:nvSpPr>
        <p:spPr>
          <a:xfrm>
            <a:off x="5281549" y="2798601"/>
            <a:ext cx="227039" cy="247427"/>
          </a:xfrm>
          <a:prstGeom prst="rect">
            <a:avLst/>
          </a:prstGeom>
          <a:noFill/>
        </p:spPr>
        <p:style>
          <a:lnRef idx="2">
            <a:srgbClr val="000000">
              <a:alpha val="0"/>
            </a:srgb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lIns="0" tIns="0" rtlCol="0" anchor="ctr">
            <a:spAutoFit/>
          </a:bodyPr>
          <a:lstStyle>
            <a:defPPr/>
          </a:lstStyle>
          <a:p>
            <a:r>
              <a:rPr lang="en-US" sz="1596" i="1">
                <a:solidFill>
                  <a:srgbClr val="7E7E7E"/>
                </a:solidFill>
                <a:latin typeface="Calibri"/>
              </a:rPr>
              <a:t>[6]</a:t>
            </a:r>
          </a:p>
        </p:txBody>
      </p:sp>
      <p:sp>
        <p:nvSpPr>
          <p:cNvPr id="78" name="New shape"/>
          <p:cNvSpPr/>
          <p:nvPr/>
        </p:nvSpPr>
        <p:spPr>
          <a:xfrm>
            <a:off x="5982970" y="2798601"/>
            <a:ext cx="227039" cy="247427"/>
          </a:xfrm>
          <a:prstGeom prst="rect">
            <a:avLst/>
          </a:prstGeom>
          <a:noFill/>
        </p:spPr>
        <p:style>
          <a:lnRef idx="2">
            <a:srgbClr val="000000">
              <a:alpha val="0"/>
            </a:srgb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lIns="0" tIns="0" rtlCol="0" anchor="ctr">
            <a:spAutoFit/>
          </a:bodyPr>
          <a:lstStyle>
            <a:defPPr/>
          </a:lstStyle>
          <a:p>
            <a:r>
              <a:rPr lang="en-US" sz="1596" i="1">
                <a:solidFill>
                  <a:srgbClr val="7E7E7E"/>
                </a:solidFill>
                <a:latin typeface="Calibri"/>
              </a:rPr>
              <a:t>[7]</a:t>
            </a:r>
          </a:p>
        </p:txBody>
      </p:sp>
      <p:sp>
        <p:nvSpPr>
          <p:cNvPr id="79" name="New shape"/>
          <p:cNvSpPr/>
          <p:nvPr/>
        </p:nvSpPr>
        <p:spPr>
          <a:xfrm>
            <a:off x="6684010" y="2798601"/>
            <a:ext cx="227039" cy="247427"/>
          </a:xfrm>
          <a:prstGeom prst="rect">
            <a:avLst/>
          </a:prstGeom>
          <a:noFill/>
        </p:spPr>
        <p:style>
          <a:lnRef idx="2">
            <a:srgbClr val="000000">
              <a:alpha val="0"/>
            </a:srgb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lIns="0" tIns="0" rtlCol="0" anchor="ctr">
            <a:spAutoFit/>
          </a:bodyPr>
          <a:lstStyle>
            <a:defPPr/>
          </a:lstStyle>
          <a:p>
            <a:r>
              <a:rPr lang="en-US" sz="1596" i="1">
                <a:solidFill>
                  <a:srgbClr val="7E7E7E"/>
                </a:solidFill>
                <a:latin typeface="Calibri"/>
              </a:rPr>
              <a:t>[8]</a:t>
            </a:r>
          </a:p>
        </p:txBody>
      </p:sp>
      <p:sp>
        <p:nvSpPr>
          <p:cNvPr id="80" name="New shape"/>
          <p:cNvSpPr/>
          <p:nvPr/>
        </p:nvSpPr>
        <p:spPr>
          <a:xfrm>
            <a:off x="7385050" y="2798601"/>
            <a:ext cx="227039" cy="247427"/>
          </a:xfrm>
          <a:prstGeom prst="rect">
            <a:avLst/>
          </a:prstGeom>
          <a:noFill/>
        </p:spPr>
        <p:style>
          <a:lnRef idx="2">
            <a:srgbClr val="000000">
              <a:alpha val="0"/>
            </a:srgb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lIns="0" tIns="0" rtlCol="0" anchor="ctr">
            <a:spAutoFit/>
          </a:bodyPr>
          <a:lstStyle>
            <a:defPPr/>
          </a:lstStyle>
          <a:p>
            <a:r>
              <a:rPr lang="en-US" sz="1596" i="1">
                <a:solidFill>
                  <a:srgbClr val="7E7E7E"/>
                </a:solidFill>
                <a:latin typeface="Calibri"/>
              </a:rPr>
              <a:t>[9]</a:t>
            </a:r>
          </a:p>
        </p:txBody>
      </p:sp>
      <p:sp>
        <p:nvSpPr>
          <p:cNvPr id="81" name="New shape"/>
          <p:cNvSpPr/>
          <p:nvPr/>
        </p:nvSpPr>
        <p:spPr>
          <a:xfrm>
            <a:off x="8035798" y="2798601"/>
            <a:ext cx="329770" cy="247427"/>
          </a:xfrm>
          <a:prstGeom prst="rect">
            <a:avLst/>
          </a:prstGeom>
          <a:noFill/>
        </p:spPr>
        <p:style>
          <a:lnRef idx="2">
            <a:srgbClr val="000000">
              <a:alpha val="0"/>
            </a:srgb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lIns="0" tIns="0" rtlCol="0" anchor="ctr">
            <a:spAutoFit/>
          </a:bodyPr>
          <a:lstStyle>
            <a:defPPr/>
          </a:lstStyle>
          <a:p>
            <a:r>
              <a:rPr lang="en-US" sz="1596" i="1">
                <a:solidFill>
                  <a:srgbClr val="7E7E7E"/>
                </a:solidFill>
                <a:latin typeface="Calibri"/>
              </a:rPr>
              <a:t>[10]</a:t>
            </a:r>
          </a:p>
        </p:txBody>
      </p:sp>
      <p:sp>
        <p:nvSpPr>
          <p:cNvPr id="82" name="New shape"/>
          <p:cNvSpPr/>
          <p:nvPr/>
        </p:nvSpPr>
        <p:spPr>
          <a:xfrm>
            <a:off x="8736838" y="2798601"/>
            <a:ext cx="329770" cy="247427"/>
          </a:xfrm>
          <a:prstGeom prst="rect">
            <a:avLst/>
          </a:prstGeom>
          <a:noFill/>
        </p:spPr>
        <p:style>
          <a:lnRef idx="2">
            <a:srgbClr val="000000">
              <a:alpha val="0"/>
            </a:srgb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lIns="0" tIns="0" rtlCol="0" anchor="ctr">
            <a:spAutoFit/>
          </a:bodyPr>
          <a:lstStyle>
            <a:defPPr/>
          </a:lstStyle>
          <a:p>
            <a:r>
              <a:rPr lang="en-US" sz="1596" i="1">
                <a:solidFill>
                  <a:srgbClr val="7E7E7E"/>
                </a:solidFill>
                <a:latin typeface="Calibri"/>
              </a:rPr>
              <a:t>[11]</a:t>
            </a:r>
          </a:p>
        </p:txBody>
      </p:sp>
      <p:sp>
        <p:nvSpPr>
          <p:cNvPr id="83" name="New shape"/>
          <p:cNvSpPr/>
          <p:nvPr/>
        </p:nvSpPr>
        <p:spPr>
          <a:xfrm>
            <a:off x="9438132" y="2798601"/>
            <a:ext cx="329770" cy="247427"/>
          </a:xfrm>
          <a:prstGeom prst="rect">
            <a:avLst/>
          </a:prstGeom>
          <a:noFill/>
        </p:spPr>
        <p:style>
          <a:lnRef idx="2">
            <a:srgbClr val="000000">
              <a:alpha val="0"/>
            </a:srgb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lIns="0" tIns="0" rtlCol="0" anchor="ctr">
            <a:spAutoFit/>
          </a:bodyPr>
          <a:lstStyle>
            <a:defPPr/>
          </a:lstStyle>
          <a:p>
            <a:r>
              <a:rPr lang="en-US" sz="1596" i="1">
                <a:solidFill>
                  <a:srgbClr val="7E7E7E"/>
                </a:solidFill>
                <a:latin typeface="Calibri"/>
              </a:rPr>
              <a:t>[12]</a:t>
            </a:r>
          </a:p>
        </p:txBody>
      </p:sp>
      <p:sp>
        <p:nvSpPr>
          <p:cNvPr id="84" name="New shape"/>
          <p:cNvSpPr/>
          <p:nvPr/>
        </p:nvSpPr>
        <p:spPr>
          <a:xfrm>
            <a:off x="10139172" y="2798601"/>
            <a:ext cx="329770" cy="247427"/>
          </a:xfrm>
          <a:prstGeom prst="rect">
            <a:avLst/>
          </a:prstGeom>
          <a:noFill/>
        </p:spPr>
        <p:style>
          <a:lnRef idx="2">
            <a:srgbClr val="000000">
              <a:alpha val="0"/>
            </a:srgb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lIns="0" tIns="0" rtlCol="0" anchor="ctr">
            <a:spAutoFit/>
          </a:bodyPr>
          <a:lstStyle>
            <a:defPPr/>
          </a:lstStyle>
          <a:p>
            <a:r>
              <a:rPr lang="en-US" sz="1596" i="1">
                <a:solidFill>
                  <a:srgbClr val="7E7E7E"/>
                </a:solidFill>
                <a:latin typeface="Calibri"/>
              </a:rPr>
              <a:t>[13]</a:t>
            </a:r>
          </a:p>
        </p:txBody>
      </p:sp>
      <p:sp>
        <p:nvSpPr>
          <p:cNvPr id="85" name="New shape"/>
          <p:cNvSpPr/>
          <p:nvPr/>
        </p:nvSpPr>
        <p:spPr>
          <a:xfrm>
            <a:off x="10840212" y="2798601"/>
            <a:ext cx="329770" cy="247427"/>
          </a:xfrm>
          <a:prstGeom prst="rect">
            <a:avLst/>
          </a:prstGeom>
          <a:noFill/>
        </p:spPr>
        <p:style>
          <a:lnRef idx="2">
            <a:srgbClr val="000000">
              <a:alpha val="0"/>
            </a:srgb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lIns="0" tIns="0" rtlCol="0" anchor="ctr">
            <a:spAutoFit/>
          </a:bodyPr>
          <a:lstStyle>
            <a:defPPr/>
          </a:lstStyle>
          <a:p>
            <a:r>
              <a:rPr lang="en-US" sz="1596" i="1">
                <a:solidFill>
                  <a:srgbClr val="7E7E7E"/>
                </a:solidFill>
                <a:latin typeface="Calibri"/>
              </a:rPr>
              <a:t>[14]</a:t>
            </a:r>
          </a:p>
        </p:txBody>
      </p:sp>
      <p:sp>
        <p:nvSpPr>
          <p:cNvPr id="86" name="New shape"/>
          <p:cNvSpPr/>
          <p:nvPr/>
        </p:nvSpPr>
        <p:spPr>
          <a:xfrm>
            <a:off x="281940" y="3651530"/>
            <a:ext cx="2535824" cy="496714"/>
          </a:xfrm>
          <a:prstGeom prst="rect">
            <a:avLst/>
          </a:prstGeom>
          <a:noFill/>
        </p:spPr>
        <p:style>
          <a:lnRef idx="2">
            <a:srgbClr val="000000">
              <a:alpha val="0"/>
            </a:srgb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lIns="0" tIns="0" rtlCol="0" anchor="ctr">
            <a:spAutoFit/>
          </a:bodyPr>
          <a:lstStyle>
            <a:defPPr/>
          </a:lstStyle>
          <a:p>
            <a:r>
              <a:rPr lang="en-US" sz="3204">
                <a:solidFill>
                  <a:srgbClr val="000000"/>
                </a:solidFill>
                <a:latin typeface="Calibri"/>
              </a:rPr>
              <a:t>In pseudocode:</a:t>
            </a:r>
          </a:p>
        </p:txBody>
      </p:sp>
      <p:sp>
        <p:nvSpPr>
          <p:cNvPr id="87" name="New shape"/>
          <p:cNvSpPr/>
          <p:nvPr/>
        </p:nvSpPr>
        <p:spPr>
          <a:xfrm>
            <a:off x="739140" y="4134458"/>
            <a:ext cx="5526351" cy="433834"/>
          </a:xfrm>
          <a:prstGeom prst="rect">
            <a:avLst/>
          </a:prstGeom>
          <a:noFill/>
        </p:spPr>
        <p:style>
          <a:lnRef idx="2">
            <a:srgbClr val="000000">
              <a:alpha val="0"/>
            </a:srgb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lIns="0" tIns="0" rtlCol="0" anchor="ctr">
            <a:spAutoFit/>
          </a:bodyPr>
          <a:lstStyle>
            <a:defPPr/>
          </a:lstStyle>
          <a:p>
            <a:r>
              <a:rPr lang="en-US" sz="2798">
                <a:solidFill>
                  <a:srgbClr val="000000"/>
                </a:solidFill>
                <a:latin typeface="Calibri"/>
              </a:rPr>
              <a:t>Repeat until the (sub)array is of size 0:</a:t>
            </a:r>
          </a:p>
        </p:txBody>
      </p:sp>
      <p:sp>
        <p:nvSpPr>
          <p:cNvPr id="88" name="New shape"/>
          <p:cNvSpPr/>
          <p:nvPr/>
        </p:nvSpPr>
        <p:spPr>
          <a:xfrm>
            <a:off x="1196645" y="4557550"/>
            <a:ext cx="6464945" cy="372070"/>
          </a:xfrm>
          <a:prstGeom prst="rect">
            <a:avLst/>
          </a:prstGeom>
          <a:noFill/>
        </p:spPr>
        <p:style>
          <a:lnRef idx="2">
            <a:srgbClr val="000000">
              <a:alpha val="0"/>
            </a:srgb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lIns="0" tIns="0" rtlCol="0" anchor="ctr">
            <a:spAutoFit/>
          </a:bodyPr>
          <a:lstStyle>
            <a:defPPr/>
          </a:lstStyle>
          <a:p>
            <a:r>
              <a:rPr lang="en-US" sz="2400">
                <a:solidFill>
                  <a:srgbClr val="000000"/>
                </a:solidFill>
                <a:latin typeface="Calibri"/>
              </a:rPr>
              <a:t>Calculate the middle point of the current (sub)array.</a:t>
            </a:r>
          </a:p>
        </p:txBody>
      </p:sp>
      <p:sp>
        <p:nvSpPr>
          <p:cNvPr id="89" name="New shape"/>
          <p:cNvSpPr/>
          <p:nvPr/>
        </p:nvSpPr>
        <p:spPr>
          <a:xfrm>
            <a:off x="1196645" y="4923310"/>
            <a:ext cx="4217045" cy="372070"/>
          </a:xfrm>
          <a:prstGeom prst="rect">
            <a:avLst/>
          </a:prstGeom>
          <a:noFill/>
        </p:spPr>
        <p:style>
          <a:lnRef idx="2">
            <a:srgbClr val="000000">
              <a:alpha val="0"/>
            </a:srgb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lIns="0" tIns="0" rtlCol="0" anchor="ctr">
            <a:spAutoFit/>
          </a:bodyPr>
          <a:lstStyle>
            <a:defPPr/>
          </a:lstStyle>
          <a:p>
            <a:r>
              <a:rPr lang="en-US" sz="2400">
                <a:solidFill>
                  <a:srgbClr val="000000"/>
                </a:solidFill>
                <a:latin typeface="Calibri"/>
              </a:rPr>
              <a:t>If the target is at the middle, stop.</a:t>
            </a:r>
          </a:p>
        </p:txBody>
      </p:sp>
      <p:sp>
        <p:nvSpPr>
          <p:cNvPr id="90" name="New shape"/>
          <p:cNvSpPr/>
          <p:nvPr/>
        </p:nvSpPr>
        <p:spPr>
          <a:xfrm>
            <a:off x="1196645" y="5288810"/>
            <a:ext cx="10248423" cy="372442"/>
          </a:xfrm>
          <a:prstGeom prst="rect">
            <a:avLst/>
          </a:prstGeom>
          <a:noFill/>
        </p:spPr>
        <p:style>
          <a:lnRef idx="2">
            <a:srgbClr val="000000">
              <a:alpha val="0"/>
            </a:srgb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lIns="0" tIns="0" rtlCol="0" anchor="ctr">
            <a:spAutoFit/>
          </a:bodyPr>
          <a:lstStyle>
            <a:defPPr/>
          </a:lstStyle>
          <a:p>
            <a:r>
              <a:rPr lang="en-US" sz="2402">
                <a:solidFill>
                  <a:srgbClr val="000000"/>
                </a:solidFill>
                <a:latin typeface="Calibri"/>
              </a:rPr>
              <a:t>Otherwise, if the target is less than what’s at the middle, repeat, changing the end </a:t>
            </a:r>
          </a:p>
        </p:txBody>
      </p:sp>
      <p:sp>
        <p:nvSpPr>
          <p:cNvPr id="91" name="New shape"/>
          <p:cNvSpPr/>
          <p:nvPr/>
        </p:nvSpPr>
        <p:spPr>
          <a:xfrm>
            <a:off x="1196645" y="5655109"/>
            <a:ext cx="4992291" cy="372070"/>
          </a:xfrm>
          <a:prstGeom prst="rect">
            <a:avLst/>
          </a:prstGeom>
          <a:noFill/>
        </p:spPr>
        <p:style>
          <a:lnRef idx="2">
            <a:srgbClr val="000000">
              <a:alpha val="0"/>
            </a:srgb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lIns="0" tIns="0" rtlCol="0" anchor="ctr">
            <a:spAutoFit/>
          </a:bodyPr>
          <a:lstStyle>
            <a:defPPr/>
          </a:lstStyle>
          <a:p>
            <a:r>
              <a:rPr lang="en-US" sz="2400">
                <a:solidFill>
                  <a:srgbClr val="000000"/>
                </a:solidFill>
                <a:latin typeface="Calibri"/>
              </a:rPr>
              <a:t>point to be just to the left of the middle.</a:t>
            </a:r>
          </a:p>
        </p:txBody>
      </p:sp>
      <p:sp>
        <p:nvSpPr>
          <p:cNvPr id="92" name="New shape"/>
          <p:cNvSpPr/>
          <p:nvPr/>
        </p:nvSpPr>
        <p:spPr>
          <a:xfrm>
            <a:off x="1196645" y="6020870"/>
            <a:ext cx="10789295" cy="372070"/>
          </a:xfrm>
          <a:prstGeom prst="rect">
            <a:avLst/>
          </a:prstGeom>
          <a:noFill/>
        </p:spPr>
        <p:style>
          <a:lnRef idx="2">
            <a:srgbClr val="000000">
              <a:alpha val="0"/>
            </a:srgb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lIns="0" tIns="0" rtlCol="0" anchor="ctr">
            <a:spAutoFit/>
          </a:bodyPr>
          <a:lstStyle>
            <a:defPPr/>
          </a:lstStyle>
          <a:p>
            <a:r>
              <a:rPr lang="en-US" sz="2400">
                <a:solidFill>
                  <a:srgbClr val="000000"/>
                </a:solidFill>
                <a:latin typeface="Calibri"/>
              </a:rPr>
              <a:t>Otherwise, if the target is greater than what’s at the middle, repeat, changing the start </a:t>
            </a:r>
          </a:p>
        </p:txBody>
      </p:sp>
      <p:sp>
        <p:nvSpPr>
          <p:cNvPr id="93" name="New shape"/>
          <p:cNvSpPr/>
          <p:nvPr/>
        </p:nvSpPr>
        <p:spPr>
          <a:xfrm>
            <a:off x="1196645" y="6386630"/>
            <a:ext cx="5157490" cy="372070"/>
          </a:xfrm>
          <a:prstGeom prst="rect">
            <a:avLst/>
          </a:prstGeom>
          <a:noFill/>
        </p:spPr>
        <p:style>
          <a:lnRef idx="2">
            <a:srgbClr val="000000">
              <a:alpha val="0"/>
            </a:srgb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lIns="0" tIns="0" rtlCol="0" anchor="ctr">
            <a:spAutoFit/>
          </a:bodyPr>
          <a:lstStyle>
            <a:defPPr/>
          </a:lstStyle>
          <a:p>
            <a:r>
              <a:rPr lang="en-US" sz="2400">
                <a:solidFill>
                  <a:srgbClr val="000000"/>
                </a:solidFill>
                <a:latin typeface="Calibri"/>
              </a:rPr>
              <a:t>point to be just to the right of the middle.</a:t>
            </a:r>
          </a:p>
        </p:txBody>
      </p:sp>
      <p:sp>
        <p:nvSpPr>
          <p:cNvPr id="94" name="New shape"/>
          <p:cNvSpPr/>
          <p:nvPr/>
        </p:nvSpPr>
        <p:spPr>
          <a:xfrm>
            <a:off x="7182866" y="932589"/>
            <a:ext cx="1735782" cy="372070"/>
          </a:xfrm>
          <a:prstGeom prst="rect">
            <a:avLst/>
          </a:prstGeom>
          <a:noFill/>
        </p:spPr>
        <p:style>
          <a:lnRef idx="2">
            <a:srgbClr val="000000">
              <a:alpha val="0"/>
            </a:srgb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lIns="0" tIns="0" rtlCol="0" anchor="ctr">
            <a:spAutoFit/>
          </a:bodyPr>
          <a:lstStyle>
            <a:defPPr/>
          </a:lstStyle>
          <a:p>
            <a:r>
              <a:rPr lang="en-US" sz="2400" b="1">
                <a:solidFill>
                  <a:srgbClr val="FFFFFF"/>
                </a:solidFill>
                <a:latin typeface="Calibri"/>
              </a:rPr>
              <a:t>Target  Start</a:t>
            </a:r>
          </a:p>
        </p:txBody>
      </p:sp>
      <p:sp>
        <p:nvSpPr>
          <p:cNvPr id="95" name="New shape"/>
          <p:cNvSpPr/>
          <p:nvPr/>
        </p:nvSpPr>
        <p:spPr>
          <a:xfrm>
            <a:off x="9496933" y="932589"/>
            <a:ext cx="1835646" cy="372070"/>
          </a:xfrm>
          <a:prstGeom prst="rect">
            <a:avLst/>
          </a:prstGeom>
          <a:noFill/>
        </p:spPr>
        <p:style>
          <a:lnRef idx="2">
            <a:srgbClr val="000000">
              <a:alpha val="0"/>
            </a:srgb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lIns="0" tIns="0" rtlCol="0" anchor="ctr">
            <a:spAutoFit/>
          </a:bodyPr>
          <a:lstStyle>
            <a:defPPr/>
          </a:lstStyle>
          <a:p>
            <a:r>
              <a:rPr lang="en-US" sz="2400" b="1">
                <a:solidFill>
                  <a:srgbClr val="FFFFFF"/>
                </a:solidFill>
                <a:latin typeface="Calibri"/>
              </a:rPr>
              <a:t>End   Middle</a:t>
            </a:r>
          </a:p>
        </p:txBody>
      </p:sp>
      <p:sp>
        <p:nvSpPr>
          <p:cNvPr id="96" name="New shape"/>
          <p:cNvSpPr/>
          <p:nvPr/>
        </p:nvSpPr>
        <p:spPr>
          <a:xfrm>
            <a:off x="7420610" y="1389789"/>
            <a:ext cx="308967" cy="372070"/>
          </a:xfrm>
          <a:prstGeom prst="rect">
            <a:avLst/>
          </a:prstGeom>
          <a:noFill/>
        </p:spPr>
        <p:style>
          <a:lnRef idx="2">
            <a:srgbClr val="000000">
              <a:alpha val="0"/>
            </a:srgb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lIns="0" tIns="0" rtlCol="0" anchor="ctr">
            <a:spAutoFit/>
          </a:bodyPr>
          <a:lstStyle>
            <a:defPPr/>
          </a:lstStyle>
          <a:p>
            <a:r>
              <a:rPr lang="en-US" sz="2400">
                <a:solidFill>
                  <a:srgbClr val="000000"/>
                </a:solidFill>
                <a:latin typeface="Calibri"/>
              </a:rPr>
              <a:t>19</a:t>
            </a:r>
          </a:p>
        </p:txBody>
      </p:sp>
      <p:sp>
        <p:nvSpPr>
          <p:cNvPr id="97" name="New shape"/>
          <p:cNvSpPr/>
          <p:nvPr/>
        </p:nvSpPr>
        <p:spPr>
          <a:xfrm>
            <a:off x="8578596" y="1389789"/>
            <a:ext cx="154484" cy="372070"/>
          </a:xfrm>
          <a:prstGeom prst="rect">
            <a:avLst/>
          </a:prstGeom>
          <a:noFill/>
        </p:spPr>
        <p:style>
          <a:lnRef idx="2">
            <a:srgbClr val="000000">
              <a:alpha val="0"/>
            </a:srgb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lIns="0" tIns="0" rtlCol="0" anchor="ctr">
            <a:spAutoFit/>
          </a:bodyPr>
          <a:lstStyle>
            <a:defPPr/>
          </a:lstStyle>
          <a:p>
            <a:r>
              <a:rPr lang="en-US" sz="2400">
                <a:solidFill>
                  <a:srgbClr val="000000"/>
                </a:solidFill>
                <a:latin typeface="Calibri"/>
              </a:rPr>
              <a:t>0</a:t>
            </a:r>
          </a:p>
        </p:txBody>
      </p:sp>
      <p:sp>
        <p:nvSpPr>
          <p:cNvPr id="98" name="New shape"/>
          <p:cNvSpPr/>
          <p:nvPr/>
        </p:nvSpPr>
        <p:spPr>
          <a:xfrm>
            <a:off x="9580753" y="1389789"/>
            <a:ext cx="308967" cy="372070"/>
          </a:xfrm>
          <a:prstGeom prst="rect">
            <a:avLst/>
          </a:prstGeom>
          <a:noFill/>
        </p:spPr>
        <p:style>
          <a:lnRef idx="2">
            <a:srgbClr val="000000">
              <a:alpha val="0"/>
            </a:srgb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lIns="0" tIns="0" rtlCol="0" anchor="ctr">
            <a:spAutoFit/>
          </a:bodyPr>
          <a:lstStyle>
            <a:defPPr/>
          </a:lstStyle>
          <a:p>
            <a:r>
              <a:rPr lang="en-US" sz="2400">
                <a:solidFill>
                  <a:srgbClr val="000000"/>
                </a:solidFill>
                <a:latin typeface="Calibri"/>
              </a:rPr>
              <a:t>14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ew shape"/>
          <p:cNvSpPr/>
          <p:nvPr/>
        </p:nvSpPr>
        <p:spPr>
          <a:xfrm>
            <a:off x="0" y="-1"/>
            <a:ext cx="12192000" cy="6857999"/>
          </a:xfrm>
          <a:prstGeom prst="rect">
            <a:avLst/>
          </a:prstGeom>
          <a:solidFill>
            <a:srgbClr val="FFFFFF"/>
          </a:solidFill>
          <a:ln w="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/>
          </a:lstStyle>
          <a:p>
            <a:endParaRPr lang="en-US"/>
          </a:p>
        </p:txBody>
      </p:sp>
      <p:sp>
        <p:nvSpPr>
          <p:cNvPr id="3" name="New shape"/>
          <p:cNvSpPr/>
          <p:nvPr/>
        </p:nvSpPr>
        <p:spPr>
          <a:xfrm>
            <a:off x="838200" y="2155825"/>
            <a:ext cx="701040" cy="579120"/>
          </a:xfrm>
          <a:prstGeom prst="rect">
            <a:avLst/>
          </a:prstGeom>
          <a:solidFill>
            <a:srgbClr val="FF0000"/>
          </a:solidFill>
          <a:ln w="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/>
          </a:lstStyle>
          <a:p>
            <a:endParaRPr lang="en-US"/>
          </a:p>
        </p:txBody>
      </p:sp>
      <p:sp>
        <p:nvSpPr>
          <p:cNvPr id="4" name="New shape"/>
          <p:cNvSpPr/>
          <p:nvPr/>
        </p:nvSpPr>
        <p:spPr>
          <a:xfrm>
            <a:off x="1539240" y="2155825"/>
            <a:ext cx="701040" cy="579120"/>
          </a:xfrm>
          <a:prstGeom prst="rect">
            <a:avLst/>
          </a:prstGeom>
          <a:solidFill>
            <a:srgbClr val="FF0000"/>
          </a:solidFill>
          <a:ln w="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/>
          </a:lstStyle>
          <a:p>
            <a:endParaRPr lang="en-US"/>
          </a:p>
        </p:txBody>
      </p:sp>
      <p:sp>
        <p:nvSpPr>
          <p:cNvPr id="5" name="New shape"/>
          <p:cNvSpPr/>
          <p:nvPr/>
        </p:nvSpPr>
        <p:spPr>
          <a:xfrm>
            <a:off x="2240280" y="2155825"/>
            <a:ext cx="701040" cy="579120"/>
          </a:xfrm>
          <a:prstGeom prst="rect">
            <a:avLst/>
          </a:prstGeom>
          <a:solidFill>
            <a:srgbClr val="FF0000"/>
          </a:solidFill>
          <a:ln w="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/>
          </a:lstStyle>
          <a:p>
            <a:endParaRPr lang="en-US"/>
          </a:p>
        </p:txBody>
      </p:sp>
      <p:sp>
        <p:nvSpPr>
          <p:cNvPr id="6" name="New shape"/>
          <p:cNvSpPr/>
          <p:nvPr/>
        </p:nvSpPr>
        <p:spPr>
          <a:xfrm>
            <a:off x="2941320" y="2155825"/>
            <a:ext cx="701040" cy="579120"/>
          </a:xfrm>
          <a:prstGeom prst="rect">
            <a:avLst/>
          </a:prstGeom>
          <a:solidFill>
            <a:srgbClr val="FF0000"/>
          </a:solidFill>
          <a:ln w="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/>
          </a:lstStyle>
          <a:p>
            <a:endParaRPr lang="en-US"/>
          </a:p>
        </p:txBody>
      </p:sp>
      <p:sp>
        <p:nvSpPr>
          <p:cNvPr id="7" name="New shape"/>
          <p:cNvSpPr/>
          <p:nvPr/>
        </p:nvSpPr>
        <p:spPr>
          <a:xfrm>
            <a:off x="3642360" y="2155825"/>
            <a:ext cx="701040" cy="579120"/>
          </a:xfrm>
          <a:prstGeom prst="rect">
            <a:avLst/>
          </a:prstGeom>
          <a:solidFill>
            <a:srgbClr val="FF0000"/>
          </a:solidFill>
          <a:ln w="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/>
          </a:lstStyle>
          <a:p>
            <a:endParaRPr lang="en-US"/>
          </a:p>
        </p:txBody>
      </p:sp>
      <p:sp>
        <p:nvSpPr>
          <p:cNvPr id="8" name="New shape"/>
          <p:cNvSpPr/>
          <p:nvPr/>
        </p:nvSpPr>
        <p:spPr>
          <a:xfrm>
            <a:off x="4343400" y="2155825"/>
            <a:ext cx="701040" cy="579120"/>
          </a:xfrm>
          <a:prstGeom prst="rect">
            <a:avLst/>
          </a:prstGeom>
          <a:solidFill>
            <a:srgbClr val="FF0000"/>
          </a:solidFill>
          <a:ln w="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/>
          </a:lstStyle>
          <a:p>
            <a:endParaRPr lang="en-US"/>
          </a:p>
        </p:txBody>
      </p:sp>
      <p:sp>
        <p:nvSpPr>
          <p:cNvPr id="9" name="New shape"/>
          <p:cNvSpPr/>
          <p:nvPr/>
        </p:nvSpPr>
        <p:spPr>
          <a:xfrm>
            <a:off x="5044440" y="2155825"/>
            <a:ext cx="701040" cy="579120"/>
          </a:xfrm>
          <a:prstGeom prst="rect">
            <a:avLst/>
          </a:prstGeom>
          <a:solidFill>
            <a:srgbClr val="FF0000"/>
          </a:solidFill>
          <a:ln w="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/>
          </a:lstStyle>
          <a:p>
            <a:endParaRPr lang="en-US"/>
          </a:p>
        </p:txBody>
      </p:sp>
      <p:sp>
        <p:nvSpPr>
          <p:cNvPr id="10" name="New shape"/>
          <p:cNvSpPr/>
          <p:nvPr/>
        </p:nvSpPr>
        <p:spPr>
          <a:xfrm>
            <a:off x="5745480" y="2155825"/>
            <a:ext cx="701040" cy="579120"/>
          </a:xfrm>
          <a:prstGeom prst="rect">
            <a:avLst/>
          </a:prstGeom>
          <a:solidFill>
            <a:srgbClr val="FFC000"/>
          </a:solidFill>
          <a:ln w="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/>
          </a:lstStyle>
          <a:p>
            <a:endParaRPr lang="en-US"/>
          </a:p>
        </p:txBody>
      </p:sp>
      <p:sp>
        <p:nvSpPr>
          <p:cNvPr id="11" name="New shape"/>
          <p:cNvSpPr/>
          <p:nvPr/>
        </p:nvSpPr>
        <p:spPr>
          <a:xfrm>
            <a:off x="6446520" y="2155825"/>
            <a:ext cx="701040" cy="579120"/>
          </a:xfrm>
          <a:prstGeom prst="rect">
            <a:avLst/>
          </a:prstGeom>
          <a:solidFill>
            <a:srgbClr val="FF0000"/>
          </a:solidFill>
          <a:ln w="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/>
          </a:lstStyle>
          <a:p>
            <a:endParaRPr lang="en-US"/>
          </a:p>
        </p:txBody>
      </p:sp>
      <p:sp>
        <p:nvSpPr>
          <p:cNvPr id="12" name="New shape"/>
          <p:cNvSpPr/>
          <p:nvPr/>
        </p:nvSpPr>
        <p:spPr>
          <a:xfrm>
            <a:off x="7147561" y="2155825"/>
            <a:ext cx="701040" cy="579120"/>
          </a:xfrm>
          <a:prstGeom prst="rect">
            <a:avLst/>
          </a:prstGeom>
          <a:solidFill>
            <a:srgbClr val="FF0000"/>
          </a:solidFill>
          <a:ln w="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/>
          </a:lstStyle>
          <a:p>
            <a:endParaRPr lang="en-US"/>
          </a:p>
        </p:txBody>
      </p:sp>
      <p:sp>
        <p:nvSpPr>
          <p:cNvPr id="13" name="New shape"/>
          <p:cNvSpPr/>
          <p:nvPr/>
        </p:nvSpPr>
        <p:spPr>
          <a:xfrm>
            <a:off x="7848600" y="2155825"/>
            <a:ext cx="701040" cy="579120"/>
          </a:xfrm>
          <a:prstGeom prst="rect">
            <a:avLst/>
          </a:prstGeom>
          <a:solidFill>
            <a:srgbClr val="FF0000"/>
          </a:solidFill>
          <a:ln w="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/>
          </a:lstStyle>
          <a:p>
            <a:endParaRPr lang="en-US"/>
          </a:p>
        </p:txBody>
      </p:sp>
      <p:sp>
        <p:nvSpPr>
          <p:cNvPr id="14" name="New shape"/>
          <p:cNvSpPr/>
          <p:nvPr/>
        </p:nvSpPr>
        <p:spPr>
          <a:xfrm>
            <a:off x="8549641" y="2155825"/>
            <a:ext cx="701040" cy="579120"/>
          </a:xfrm>
          <a:prstGeom prst="rect">
            <a:avLst/>
          </a:prstGeom>
          <a:solidFill>
            <a:srgbClr val="FF0000"/>
          </a:solidFill>
          <a:ln w="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/>
          </a:lstStyle>
          <a:p>
            <a:endParaRPr lang="en-US"/>
          </a:p>
        </p:txBody>
      </p:sp>
      <p:sp>
        <p:nvSpPr>
          <p:cNvPr id="15" name="New shape"/>
          <p:cNvSpPr/>
          <p:nvPr/>
        </p:nvSpPr>
        <p:spPr>
          <a:xfrm>
            <a:off x="9250680" y="2155825"/>
            <a:ext cx="701040" cy="579120"/>
          </a:xfrm>
          <a:prstGeom prst="rect">
            <a:avLst/>
          </a:prstGeom>
          <a:solidFill>
            <a:srgbClr val="FF0000"/>
          </a:solidFill>
          <a:ln w="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/>
          </a:lstStyle>
          <a:p>
            <a:endParaRPr lang="en-US"/>
          </a:p>
        </p:txBody>
      </p:sp>
      <p:sp>
        <p:nvSpPr>
          <p:cNvPr id="16" name="New shape"/>
          <p:cNvSpPr/>
          <p:nvPr/>
        </p:nvSpPr>
        <p:spPr>
          <a:xfrm>
            <a:off x="9951720" y="2155825"/>
            <a:ext cx="701040" cy="579120"/>
          </a:xfrm>
          <a:prstGeom prst="rect">
            <a:avLst/>
          </a:prstGeom>
          <a:solidFill>
            <a:srgbClr val="FF0000"/>
          </a:solidFill>
          <a:ln w="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/>
          </a:lstStyle>
          <a:p>
            <a:endParaRPr lang="en-US"/>
          </a:p>
        </p:txBody>
      </p:sp>
      <p:sp>
        <p:nvSpPr>
          <p:cNvPr id="17" name="New shape"/>
          <p:cNvSpPr/>
          <p:nvPr/>
        </p:nvSpPr>
        <p:spPr>
          <a:xfrm>
            <a:off x="10652761" y="2155825"/>
            <a:ext cx="701040" cy="579120"/>
          </a:xfrm>
          <a:prstGeom prst="rect">
            <a:avLst/>
          </a:prstGeom>
          <a:solidFill>
            <a:srgbClr val="FF0000"/>
          </a:solidFill>
          <a:ln w="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/>
          </a:lstStyle>
          <a:p>
            <a:endParaRPr lang="en-US"/>
          </a:p>
        </p:txBody>
      </p:sp>
      <p:sp>
        <p:nvSpPr>
          <p:cNvPr id="18" name="New shape"/>
          <p:cNvSpPr/>
          <p:nvPr/>
        </p:nvSpPr>
        <p:spPr>
          <a:xfrm>
            <a:off x="838200" y="2734945"/>
            <a:ext cx="701040" cy="370840"/>
          </a:xfrm>
          <a:prstGeom prst="rect">
            <a:avLst/>
          </a:prstGeom>
          <a:solidFill>
            <a:srgbClr val="FFFFFF"/>
          </a:solidFill>
          <a:ln w="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/>
          </a:lstStyle>
          <a:p>
            <a:endParaRPr lang="en-US"/>
          </a:p>
        </p:txBody>
      </p:sp>
      <p:sp>
        <p:nvSpPr>
          <p:cNvPr id="19" name="New shape"/>
          <p:cNvSpPr/>
          <p:nvPr/>
        </p:nvSpPr>
        <p:spPr>
          <a:xfrm>
            <a:off x="1539240" y="2734945"/>
            <a:ext cx="701040" cy="370840"/>
          </a:xfrm>
          <a:prstGeom prst="rect">
            <a:avLst/>
          </a:prstGeom>
          <a:solidFill>
            <a:srgbClr val="FFFFFF"/>
          </a:solidFill>
          <a:ln w="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/>
          </a:lstStyle>
          <a:p>
            <a:endParaRPr lang="en-US"/>
          </a:p>
        </p:txBody>
      </p:sp>
      <p:sp>
        <p:nvSpPr>
          <p:cNvPr id="20" name="New shape"/>
          <p:cNvSpPr/>
          <p:nvPr/>
        </p:nvSpPr>
        <p:spPr>
          <a:xfrm>
            <a:off x="2240280" y="2734945"/>
            <a:ext cx="701040" cy="370840"/>
          </a:xfrm>
          <a:prstGeom prst="rect">
            <a:avLst/>
          </a:prstGeom>
          <a:solidFill>
            <a:srgbClr val="FFFFFF"/>
          </a:solidFill>
          <a:ln w="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/>
          </a:lstStyle>
          <a:p>
            <a:endParaRPr lang="en-US"/>
          </a:p>
        </p:txBody>
      </p:sp>
      <p:sp>
        <p:nvSpPr>
          <p:cNvPr id="21" name="New shape"/>
          <p:cNvSpPr/>
          <p:nvPr/>
        </p:nvSpPr>
        <p:spPr>
          <a:xfrm>
            <a:off x="2941320" y="2734945"/>
            <a:ext cx="701040" cy="370840"/>
          </a:xfrm>
          <a:prstGeom prst="rect">
            <a:avLst/>
          </a:prstGeom>
          <a:solidFill>
            <a:srgbClr val="FFFFFF"/>
          </a:solidFill>
          <a:ln w="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/>
          </a:lstStyle>
          <a:p>
            <a:endParaRPr lang="en-US"/>
          </a:p>
        </p:txBody>
      </p:sp>
      <p:sp>
        <p:nvSpPr>
          <p:cNvPr id="22" name="New shape"/>
          <p:cNvSpPr/>
          <p:nvPr/>
        </p:nvSpPr>
        <p:spPr>
          <a:xfrm>
            <a:off x="3642360" y="2734945"/>
            <a:ext cx="701040" cy="370840"/>
          </a:xfrm>
          <a:prstGeom prst="rect">
            <a:avLst/>
          </a:prstGeom>
          <a:solidFill>
            <a:srgbClr val="FFFFFF"/>
          </a:solidFill>
          <a:ln w="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/>
          </a:lstStyle>
          <a:p>
            <a:endParaRPr lang="en-US"/>
          </a:p>
        </p:txBody>
      </p:sp>
      <p:sp>
        <p:nvSpPr>
          <p:cNvPr id="23" name="New shape"/>
          <p:cNvSpPr/>
          <p:nvPr/>
        </p:nvSpPr>
        <p:spPr>
          <a:xfrm>
            <a:off x="4343400" y="2734945"/>
            <a:ext cx="701040" cy="370840"/>
          </a:xfrm>
          <a:prstGeom prst="rect">
            <a:avLst/>
          </a:prstGeom>
          <a:solidFill>
            <a:srgbClr val="FFFFFF"/>
          </a:solidFill>
          <a:ln w="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/>
          </a:lstStyle>
          <a:p>
            <a:endParaRPr lang="en-US"/>
          </a:p>
        </p:txBody>
      </p:sp>
      <p:sp>
        <p:nvSpPr>
          <p:cNvPr id="24" name="New shape"/>
          <p:cNvSpPr/>
          <p:nvPr/>
        </p:nvSpPr>
        <p:spPr>
          <a:xfrm>
            <a:off x="5044440" y="2734945"/>
            <a:ext cx="701040" cy="370840"/>
          </a:xfrm>
          <a:prstGeom prst="rect">
            <a:avLst/>
          </a:prstGeom>
          <a:solidFill>
            <a:srgbClr val="FFFFFF"/>
          </a:solidFill>
          <a:ln w="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/>
          </a:lstStyle>
          <a:p>
            <a:endParaRPr lang="en-US"/>
          </a:p>
        </p:txBody>
      </p:sp>
      <p:sp>
        <p:nvSpPr>
          <p:cNvPr id="25" name="New shape"/>
          <p:cNvSpPr/>
          <p:nvPr/>
        </p:nvSpPr>
        <p:spPr>
          <a:xfrm>
            <a:off x="5745480" y="2734945"/>
            <a:ext cx="701040" cy="370840"/>
          </a:xfrm>
          <a:prstGeom prst="rect">
            <a:avLst/>
          </a:prstGeom>
          <a:solidFill>
            <a:srgbClr val="FFFFFF"/>
          </a:solidFill>
          <a:ln w="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/>
          </a:lstStyle>
          <a:p>
            <a:endParaRPr lang="en-US"/>
          </a:p>
        </p:txBody>
      </p:sp>
      <p:sp>
        <p:nvSpPr>
          <p:cNvPr id="26" name="New shape"/>
          <p:cNvSpPr/>
          <p:nvPr/>
        </p:nvSpPr>
        <p:spPr>
          <a:xfrm>
            <a:off x="6446520" y="2734945"/>
            <a:ext cx="701040" cy="370840"/>
          </a:xfrm>
          <a:prstGeom prst="rect">
            <a:avLst/>
          </a:prstGeom>
          <a:solidFill>
            <a:srgbClr val="FFFFFF"/>
          </a:solidFill>
          <a:ln w="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/>
          </a:lstStyle>
          <a:p>
            <a:endParaRPr lang="en-US"/>
          </a:p>
        </p:txBody>
      </p:sp>
      <p:sp>
        <p:nvSpPr>
          <p:cNvPr id="27" name="New shape"/>
          <p:cNvSpPr/>
          <p:nvPr/>
        </p:nvSpPr>
        <p:spPr>
          <a:xfrm>
            <a:off x="7147561" y="2734945"/>
            <a:ext cx="701040" cy="370840"/>
          </a:xfrm>
          <a:prstGeom prst="rect">
            <a:avLst/>
          </a:prstGeom>
          <a:solidFill>
            <a:srgbClr val="FFFFFF"/>
          </a:solidFill>
          <a:ln w="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/>
          </a:lstStyle>
          <a:p>
            <a:endParaRPr lang="en-US"/>
          </a:p>
        </p:txBody>
      </p:sp>
      <p:sp>
        <p:nvSpPr>
          <p:cNvPr id="28" name="New shape"/>
          <p:cNvSpPr/>
          <p:nvPr/>
        </p:nvSpPr>
        <p:spPr>
          <a:xfrm>
            <a:off x="7848600" y="2734945"/>
            <a:ext cx="701040" cy="370840"/>
          </a:xfrm>
          <a:prstGeom prst="rect">
            <a:avLst/>
          </a:prstGeom>
          <a:solidFill>
            <a:srgbClr val="FFFFFF"/>
          </a:solidFill>
          <a:ln w="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/>
          </a:lstStyle>
          <a:p>
            <a:endParaRPr lang="en-US"/>
          </a:p>
        </p:txBody>
      </p:sp>
      <p:sp>
        <p:nvSpPr>
          <p:cNvPr id="29" name="New shape"/>
          <p:cNvSpPr/>
          <p:nvPr/>
        </p:nvSpPr>
        <p:spPr>
          <a:xfrm>
            <a:off x="8549641" y="2734945"/>
            <a:ext cx="701040" cy="370840"/>
          </a:xfrm>
          <a:prstGeom prst="rect">
            <a:avLst/>
          </a:prstGeom>
          <a:solidFill>
            <a:srgbClr val="FFFFFF"/>
          </a:solidFill>
          <a:ln w="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/>
          </a:lstStyle>
          <a:p>
            <a:endParaRPr lang="en-US"/>
          </a:p>
        </p:txBody>
      </p:sp>
      <p:sp>
        <p:nvSpPr>
          <p:cNvPr id="30" name="New shape"/>
          <p:cNvSpPr/>
          <p:nvPr/>
        </p:nvSpPr>
        <p:spPr>
          <a:xfrm>
            <a:off x="9250680" y="2734945"/>
            <a:ext cx="701040" cy="370840"/>
          </a:xfrm>
          <a:prstGeom prst="rect">
            <a:avLst/>
          </a:prstGeom>
          <a:solidFill>
            <a:srgbClr val="FFFFFF"/>
          </a:solidFill>
          <a:ln w="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/>
          </a:lstStyle>
          <a:p>
            <a:endParaRPr lang="en-US"/>
          </a:p>
        </p:txBody>
      </p:sp>
      <p:sp>
        <p:nvSpPr>
          <p:cNvPr id="31" name="New shape"/>
          <p:cNvSpPr/>
          <p:nvPr/>
        </p:nvSpPr>
        <p:spPr>
          <a:xfrm>
            <a:off x="9951720" y="2734945"/>
            <a:ext cx="701040" cy="370840"/>
          </a:xfrm>
          <a:prstGeom prst="rect">
            <a:avLst/>
          </a:prstGeom>
          <a:solidFill>
            <a:srgbClr val="FFFFFF"/>
          </a:solidFill>
          <a:ln w="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/>
          </a:lstStyle>
          <a:p>
            <a:endParaRPr lang="en-US"/>
          </a:p>
        </p:txBody>
      </p:sp>
      <p:sp>
        <p:nvSpPr>
          <p:cNvPr id="32" name="New shape"/>
          <p:cNvSpPr/>
          <p:nvPr/>
        </p:nvSpPr>
        <p:spPr>
          <a:xfrm>
            <a:off x="10652761" y="2734945"/>
            <a:ext cx="701040" cy="370840"/>
          </a:xfrm>
          <a:prstGeom prst="rect">
            <a:avLst/>
          </a:prstGeom>
          <a:solidFill>
            <a:srgbClr val="FFFFFF"/>
          </a:solidFill>
          <a:ln w="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/>
          </a:lstStyle>
          <a:p>
            <a:endParaRPr lang="en-US"/>
          </a:p>
        </p:txBody>
      </p:sp>
      <p:sp>
        <p:nvSpPr>
          <p:cNvPr id="33" name="New shape"/>
          <p:cNvSpPr/>
          <p:nvPr/>
        </p:nvSpPr>
        <p:spPr>
          <a:xfrm>
            <a:off x="1539240" y="2149475"/>
            <a:ext cx="0" cy="962660"/>
          </a:xfrm>
          <a:prstGeom prst="line">
            <a:avLst/>
          </a:prstGeom>
          <a:ln w="12700">
            <a:solidFill>
              <a:srgbClr val="FFFFFF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>
            <a:defPPr/>
          </a:lstStyle>
          <a:p>
            <a:endParaRPr lang="en-US"/>
          </a:p>
        </p:txBody>
      </p:sp>
      <p:sp>
        <p:nvSpPr>
          <p:cNvPr id="34" name="New shape"/>
          <p:cNvSpPr/>
          <p:nvPr/>
        </p:nvSpPr>
        <p:spPr>
          <a:xfrm>
            <a:off x="2240280" y="2149475"/>
            <a:ext cx="0" cy="962660"/>
          </a:xfrm>
          <a:prstGeom prst="line">
            <a:avLst/>
          </a:prstGeom>
          <a:ln w="12700">
            <a:solidFill>
              <a:srgbClr val="FFFFFF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>
            <a:defPPr/>
          </a:lstStyle>
          <a:p>
            <a:endParaRPr lang="en-US"/>
          </a:p>
        </p:txBody>
      </p:sp>
      <p:sp>
        <p:nvSpPr>
          <p:cNvPr id="35" name="New shape"/>
          <p:cNvSpPr/>
          <p:nvPr/>
        </p:nvSpPr>
        <p:spPr>
          <a:xfrm>
            <a:off x="2941320" y="2149475"/>
            <a:ext cx="0" cy="962660"/>
          </a:xfrm>
          <a:prstGeom prst="line">
            <a:avLst/>
          </a:prstGeom>
          <a:ln w="12700">
            <a:solidFill>
              <a:srgbClr val="FFFFFF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>
            <a:defPPr/>
          </a:lstStyle>
          <a:p>
            <a:endParaRPr lang="en-US"/>
          </a:p>
        </p:txBody>
      </p:sp>
      <p:sp>
        <p:nvSpPr>
          <p:cNvPr id="36" name="New shape"/>
          <p:cNvSpPr/>
          <p:nvPr/>
        </p:nvSpPr>
        <p:spPr>
          <a:xfrm>
            <a:off x="3642360" y="2149475"/>
            <a:ext cx="0" cy="962660"/>
          </a:xfrm>
          <a:prstGeom prst="line">
            <a:avLst/>
          </a:prstGeom>
          <a:ln w="12700">
            <a:solidFill>
              <a:srgbClr val="FFFFFF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>
            <a:defPPr/>
          </a:lstStyle>
          <a:p>
            <a:endParaRPr lang="en-US"/>
          </a:p>
        </p:txBody>
      </p:sp>
      <p:sp>
        <p:nvSpPr>
          <p:cNvPr id="37" name="New shape"/>
          <p:cNvSpPr/>
          <p:nvPr/>
        </p:nvSpPr>
        <p:spPr>
          <a:xfrm>
            <a:off x="4343400" y="2149475"/>
            <a:ext cx="0" cy="962660"/>
          </a:xfrm>
          <a:prstGeom prst="line">
            <a:avLst/>
          </a:prstGeom>
          <a:ln w="12700">
            <a:solidFill>
              <a:srgbClr val="FFFFFF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>
            <a:defPPr/>
          </a:lstStyle>
          <a:p>
            <a:endParaRPr lang="en-US"/>
          </a:p>
        </p:txBody>
      </p:sp>
      <p:sp>
        <p:nvSpPr>
          <p:cNvPr id="38" name="New shape"/>
          <p:cNvSpPr/>
          <p:nvPr/>
        </p:nvSpPr>
        <p:spPr>
          <a:xfrm>
            <a:off x="5044440" y="2149475"/>
            <a:ext cx="0" cy="962660"/>
          </a:xfrm>
          <a:prstGeom prst="line">
            <a:avLst/>
          </a:prstGeom>
          <a:ln w="12700">
            <a:solidFill>
              <a:srgbClr val="FFFFFF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>
            <a:defPPr/>
          </a:lstStyle>
          <a:p>
            <a:endParaRPr lang="en-US"/>
          </a:p>
        </p:txBody>
      </p:sp>
      <p:sp>
        <p:nvSpPr>
          <p:cNvPr id="39" name="New shape"/>
          <p:cNvSpPr/>
          <p:nvPr/>
        </p:nvSpPr>
        <p:spPr>
          <a:xfrm>
            <a:off x="5745480" y="2149475"/>
            <a:ext cx="0" cy="962660"/>
          </a:xfrm>
          <a:prstGeom prst="line">
            <a:avLst/>
          </a:prstGeom>
          <a:ln w="12700">
            <a:solidFill>
              <a:srgbClr val="FFFFFF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>
            <a:defPPr/>
          </a:lstStyle>
          <a:p>
            <a:endParaRPr lang="en-US"/>
          </a:p>
        </p:txBody>
      </p:sp>
      <p:sp>
        <p:nvSpPr>
          <p:cNvPr id="40" name="New shape"/>
          <p:cNvSpPr/>
          <p:nvPr/>
        </p:nvSpPr>
        <p:spPr>
          <a:xfrm>
            <a:off x="6446520" y="2149475"/>
            <a:ext cx="0" cy="962660"/>
          </a:xfrm>
          <a:prstGeom prst="line">
            <a:avLst/>
          </a:prstGeom>
          <a:ln w="12700">
            <a:solidFill>
              <a:srgbClr val="FFFFFF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>
            <a:defPPr/>
          </a:lstStyle>
          <a:p>
            <a:endParaRPr lang="en-US"/>
          </a:p>
        </p:txBody>
      </p:sp>
      <p:sp>
        <p:nvSpPr>
          <p:cNvPr id="41" name="New shape"/>
          <p:cNvSpPr/>
          <p:nvPr/>
        </p:nvSpPr>
        <p:spPr>
          <a:xfrm>
            <a:off x="7147560" y="2149475"/>
            <a:ext cx="0" cy="962660"/>
          </a:xfrm>
          <a:prstGeom prst="line">
            <a:avLst/>
          </a:prstGeom>
          <a:ln w="12700">
            <a:solidFill>
              <a:srgbClr val="FFFFFF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>
            <a:defPPr/>
          </a:lstStyle>
          <a:p>
            <a:endParaRPr lang="en-US"/>
          </a:p>
        </p:txBody>
      </p:sp>
      <p:sp>
        <p:nvSpPr>
          <p:cNvPr id="42" name="New shape"/>
          <p:cNvSpPr/>
          <p:nvPr/>
        </p:nvSpPr>
        <p:spPr>
          <a:xfrm>
            <a:off x="7848600" y="2149475"/>
            <a:ext cx="0" cy="962660"/>
          </a:xfrm>
          <a:prstGeom prst="line">
            <a:avLst/>
          </a:prstGeom>
          <a:ln w="12700">
            <a:solidFill>
              <a:srgbClr val="FFFFFF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>
            <a:defPPr/>
          </a:lstStyle>
          <a:p>
            <a:endParaRPr lang="en-US"/>
          </a:p>
        </p:txBody>
      </p:sp>
      <p:sp>
        <p:nvSpPr>
          <p:cNvPr id="43" name="New shape"/>
          <p:cNvSpPr/>
          <p:nvPr/>
        </p:nvSpPr>
        <p:spPr>
          <a:xfrm>
            <a:off x="8549640" y="2149475"/>
            <a:ext cx="0" cy="962660"/>
          </a:xfrm>
          <a:prstGeom prst="line">
            <a:avLst/>
          </a:prstGeom>
          <a:ln w="12700">
            <a:solidFill>
              <a:srgbClr val="FFFFFF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>
            <a:defPPr/>
          </a:lstStyle>
          <a:p>
            <a:endParaRPr lang="en-US"/>
          </a:p>
        </p:txBody>
      </p:sp>
      <p:sp>
        <p:nvSpPr>
          <p:cNvPr id="44" name="New shape"/>
          <p:cNvSpPr/>
          <p:nvPr/>
        </p:nvSpPr>
        <p:spPr>
          <a:xfrm>
            <a:off x="9250680" y="2149475"/>
            <a:ext cx="0" cy="962660"/>
          </a:xfrm>
          <a:prstGeom prst="line">
            <a:avLst/>
          </a:prstGeom>
          <a:ln w="12700">
            <a:solidFill>
              <a:srgbClr val="FFFFFF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>
            <a:defPPr/>
          </a:lstStyle>
          <a:p>
            <a:endParaRPr lang="en-US"/>
          </a:p>
        </p:txBody>
      </p:sp>
      <p:sp>
        <p:nvSpPr>
          <p:cNvPr id="45" name="New shape"/>
          <p:cNvSpPr/>
          <p:nvPr/>
        </p:nvSpPr>
        <p:spPr>
          <a:xfrm>
            <a:off x="9951720" y="2149475"/>
            <a:ext cx="0" cy="962660"/>
          </a:xfrm>
          <a:prstGeom prst="line">
            <a:avLst/>
          </a:prstGeom>
          <a:ln w="12700">
            <a:solidFill>
              <a:srgbClr val="FFFFFF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>
            <a:defPPr/>
          </a:lstStyle>
          <a:p>
            <a:endParaRPr lang="en-US"/>
          </a:p>
        </p:txBody>
      </p:sp>
      <p:sp>
        <p:nvSpPr>
          <p:cNvPr id="46" name="New shape"/>
          <p:cNvSpPr/>
          <p:nvPr/>
        </p:nvSpPr>
        <p:spPr>
          <a:xfrm>
            <a:off x="10652760" y="2149475"/>
            <a:ext cx="0" cy="962660"/>
          </a:xfrm>
          <a:prstGeom prst="line">
            <a:avLst/>
          </a:prstGeom>
          <a:ln w="12700">
            <a:solidFill>
              <a:srgbClr val="FFFFFF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>
            <a:defPPr/>
          </a:lstStyle>
          <a:p>
            <a:endParaRPr lang="en-US"/>
          </a:p>
        </p:txBody>
      </p:sp>
      <p:sp>
        <p:nvSpPr>
          <p:cNvPr id="47" name="New shape"/>
          <p:cNvSpPr/>
          <p:nvPr/>
        </p:nvSpPr>
        <p:spPr>
          <a:xfrm>
            <a:off x="831850" y="2734945"/>
            <a:ext cx="10528300" cy="0"/>
          </a:xfrm>
          <a:prstGeom prst="line">
            <a:avLst/>
          </a:prstGeom>
          <a:ln w="38100">
            <a:solidFill>
              <a:srgbClr val="FFFFFF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>
            <a:defPPr/>
          </a:lstStyle>
          <a:p>
            <a:endParaRPr lang="en-US"/>
          </a:p>
        </p:txBody>
      </p:sp>
      <p:sp>
        <p:nvSpPr>
          <p:cNvPr id="48" name="New shape"/>
          <p:cNvSpPr/>
          <p:nvPr/>
        </p:nvSpPr>
        <p:spPr>
          <a:xfrm>
            <a:off x="838200" y="2149475"/>
            <a:ext cx="0" cy="962660"/>
          </a:xfrm>
          <a:prstGeom prst="line">
            <a:avLst/>
          </a:prstGeom>
          <a:ln w="12700">
            <a:solidFill>
              <a:srgbClr val="FFFFFF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>
            <a:defPPr/>
          </a:lstStyle>
          <a:p>
            <a:endParaRPr lang="en-US"/>
          </a:p>
        </p:txBody>
      </p:sp>
      <p:sp>
        <p:nvSpPr>
          <p:cNvPr id="49" name="New shape"/>
          <p:cNvSpPr/>
          <p:nvPr/>
        </p:nvSpPr>
        <p:spPr>
          <a:xfrm>
            <a:off x="11353800" y="2149475"/>
            <a:ext cx="0" cy="962660"/>
          </a:xfrm>
          <a:prstGeom prst="line">
            <a:avLst/>
          </a:prstGeom>
          <a:ln w="12700">
            <a:solidFill>
              <a:srgbClr val="FFFFFF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>
            <a:defPPr/>
          </a:lstStyle>
          <a:p>
            <a:endParaRPr lang="en-US"/>
          </a:p>
        </p:txBody>
      </p:sp>
      <p:sp>
        <p:nvSpPr>
          <p:cNvPr id="50" name="New shape"/>
          <p:cNvSpPr/>
          <p:nvPr/>
        </p:nvSpPr>
        <p:spPr>
          <a:xfrm>
            <a:off x="831850" y="2155825"/>
            <a:ext cx="10528300" cy="0"/>
          </a:xfrm>
          <a:prstGeom prst="line">
            <a:avLst/>
          </a:prstGeom>
          <a:ln w="12700">
            <a:solidFill>
              <a:srgbClr val="FFFFFF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>
            <a:defPPr/>
          </a:lstStyle>
          <a:p>
            <a:endParaRPr lang="en-US"/>
          </a:p>
        </p:txBody>
      </p:sp>
      <p:sp>
        <p:nvSpPr>
          <p:cNvPr id="51" name="New shape"/>
          <p:cNvSpPr/>
          <p:nvPr/>
        </p:nvSpPr>
        <p:spPr>
          <a:xfrm>
            <a:off x="831850" y="3105785"/>
            <a:ext cx="10528300" cy="0"/>
          </a:xfrm>
          <a:prstGeom prst="line">
            <a:avLst/>
          </a:prstGeom>
          <a:ln w="12700">
            <a:solidFill>
              <a:srgbClr val="FFFFFF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>
            <a:defPPr/>
          </a:lstStyle>
          <a:p>
            <a:endParaRPr lang="en-US"/>
          </a:p>
        </p:txBody>
      </p:sp>
      <p:sp>
        <p:nvSpPr>
          <p:cNvPr id="52" name="New shape"/>
          <p:cNvSpPr/>
          <p:nvPr/>
        </p:nvSpPr>
        <p:spPr>
          <a:xfrm>
            <a:off x="281940" y="4044061"/>
            <a:ext cx="2532888" cy="25908"/>
          </a:xfrm>
          <a:prstGeom prst="rect">
            <a:avLst/>
          </a:prstGeom>
          <a:solidFill>
            <a:srgbClr val="000000"/>
          </a:solidFill>
          <a:ln w="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/>
          </a:lstStyle>
          <a:p>
            <a:endParaRPr lang="en-US"/>
          </a:p>
        </p:txBody>
      </p:sp>
      <p:sp>
        <p:nvSpPr>
          <p:cNvPr id="53" name="New shape"/>
          <p:cNvSpPr/>
          <p:nvPr/>
        </p:nvSpPr>
        <p:spPr>
          <a:xfrm>
            <a:off x="7034276" y="861822"/>
            <a:ext cx="1079881" cy="457200"/>
          </a:xfrm>
          <a:prstGeom prst="rect">
            <a:avLst/>
          </a:prstGeom>
          <a:solidFill>
            <a:srgbClr val="5B9BD4"/>
          </a:solidFill>
          <a:ln w="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/>
          </a:lstStyle>
          <a:p>
            <a:endParaRPr lang="en-US"/>
          </a:p>
        </p:txBody>
      </p:sp>
      <p:sp>
        <p:nvSpPr>
          <p:cNvPr id="54" name="New shape"/>
          <p:cNvSpPr/>
          <p:nvPr/>
        </p:nvSpPr>
        <p:spPr>
          <a:xfrm>
            <a:off x="8114156" y="861822"/>
            <a:ext cx="1079881" cy="457200"/>
          </a:xfrm>
          <a:prstGeom prst="rect">
            <a:avLst/>
          </a:prstGeom>
          <a:solidFill>
            <a:srgbClr val="5B9BD4"/>
          </a:solidFill>
          <a:ln w="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/>
          </a:lstStyle>
          <a:p>
            <a:endParaRPr lang="en-US"/>
          </a:p>
        </p:txBody>
      </p:sp>
      <p:sp>
        <p:nvSpPr>
          <p:cNvPr id="55" name="New shape"/>
          <p:cNvSpPr/>
          <p:nvPr/>
        </p:nvSpPr>
        <p:spPr>
          <a:xfrm>
            <a:off x="9194037" y="861822"/>
            <a:ext cx="1079881" cy="457200"/>
          </a:xfrm>
          <a:prstGeom prst="rect">
            <a:avLst/>
          </a:prstGeom>
          <a:solidFill>
            <a:srgbClr val="5B9BD4"/>
          </a:solidFill>
          <a:ln w="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/>
          </a:lstStyle>
          <a:p>
            <a:endParaRPr lang="en-US"/>
          </a:p>
        </p:txBody>
      </p:sp>
      <p:sp>
        <p:nvSpPr>
          <p:cNvPr id="56" name="New shape"/>
          <p:cNvSpPr/>
          <p:nvPr/>
        </p:nvSpPr>
        <p:spPr>
          <a:xfrm>
            <a:off x="10273919" y="861822"/>
            <a:ext cx="1079881" cy="457200"/>
          </a:xfrm>
          <a:prstGeom prst="rect">
            <a:avLst/>
          </a:prstGeom>
          <a:solidFill>
            <a:srgbClr val="5B9BD4"/>
          </a:solidFill>
          <a:ln w="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/>
          </a:lstStyle>
          <a:p>
            <a:endParaRPr lang="en-US"/>
          </a:p>
        </p:txBody>
      </p:sp>
      <p:sp>
        <p:nvSpPr>
          <p:cNvPr id="57" name="New shape"/>
          <p:cNvSpPr/>
          <p:nvPr/>
        </p:nvSpPr>
        <p:spPr>
          <a:xfrm>
            <a:off x="7034276" y="1319022"/>
            <a:ext cx="1079881" cy="457200"/>
          </a:xfrm>
          <a:prstGeom prst="rect">
            <a:avLst/>
          </a:prstGeom>
          <a:solidFill>
            <a:srgbClr val="D2DEEE"/>
          </a:solidFill>
          <a:ln w="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/>
          </a:lstStyle>
          <a:p>
            <a:endParaRPr lang="en-US"/>
          </a:p>
        </p:txBody>
      </p:sp>
      <p:sp>
        <p:nvSpPr>
          <p:cNvPr id="58" name="New shape"/>
          <p:cNvSpPr/>
          <p:nvPr/>
        </p:nvSpPr>
        <p:spPr>
          <a:xfrm>
            <a:off x="8114156" y="1319022"/>
            <a:ext cx="1079881" cy="457200"/>
          </a:xfrm>
          <a:prstGeom prst="rect">
            <a:avLst/>
          </a:prstGeom>
          <a:solidFill>
            <a:srgbClr val="D2DEEE"/>
          </a:solidFill>
          <a:ln w="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/>
          </a:lstStyle>
          <a:p>
            <a:endParaRPr lang="en-US"/>
          </a:p>
        </p:txBody>
      </p:sp>
      <p:sp>
        <p:nvSpPr>
          <p:cNvPr id="59" name="New shape"/>
          <p:cNvSpPr/>
          <p:nvPr/>
        </p:nvSpPr>
        <p:spPr>
          <a:xfrm>
            <a:off x="9194037" y="1319022"/>
            <a:ext cx="1079881" cy="457200"/>
          </a:xfrm>
          <a:prstGeom prst="rect">
            <a:avLst/>
          </a:prstGeom>
          <a:solidFill>
            <a:srgbClr val="D2DEEE"/>
          </a:solidFill>
          <a:ln w="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/>
          </a:lstStyle>
          <a:p>
            <a:endParaRPr lang="en-US"/>
          </a:p>
        </p:txBody>
      </p:sp>
      <p:sp>
        <p:nvSpPr>
          <p:cNvPr id="60" name="New shape"/>
          <p:cNvSpPr/>
          <p:nvPr/>
        </p:nvSpPr>
        <p:spPr>
          <a:xfrm>
            <a:off x="10273919" y="1319022"/>
            <a:ext cx="1079881" cy="457200"/>
          </a:xfrm>
          <a:prstGeom prst="rect">
            <a:avLst/>
          </a:prstGeom>
          <a:solidFill>
            <a:srgbClr val="C5DFB4"/>
          </a:solidFill>
          <a:ln w="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/>
          </a:lstStyle>
          <a:p>
            <a:endParaRPr lang="en-US"/>
          </a:p>
        </p:txBody>
      </p:sp>
      <p:sp>
        <p:nvSpPr>
          <p:cNvPr id="61" name="New shape"/>
          <p:cNvSpPr/>
          <p:nvPr/>
        </p:nvSpPr>
        <p:spPr>
          <a:xfrm>
            <a:off x="8114157" y="855472"/>
            <a:ext cx="0" cy="927100"/>
          </a:xfrm>
          <a:prstGeom prst="line">
            <a:avLst/>
          </a:prstGeom>
          <a:ln w="12700">
            <a:solidFill>
              <a:srgbClr val="FFFFFF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>
            <a:defPPr/>
          </a:lstStyle>
          <a:p>
            <a:endParaRPr lang="en-US"/>
          </a:p>
        </p:txBody>
      </p:sp>
      <p:sp>
        <p:nvSpPr>
          <p:cNvPr id="62" name="New shape"/>
          <p:cNvSpPr/>
          <p:nvPr/>
        </p:nvSpPr>
        <p:spPr>
          <a:xfrm>
            <a:off x="9194038" y="855472"/>
            <a:ext cx="0" cy="927100"/>
          </a:xfrm>
          <a:prstGeom prst="line">
            <a:avLst/>
          </a:prstGeom>
          <a:ln w="12700">
            <a:solidFill>
              <a:srgbClr val="FFFFFF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>
            <a:defPPr/>
          </a:lstStyle>
          <a:p>
            <a:endParaRPr lang="en-US"/>
          </a:p>
        </p:txBody>
      </p:sp>
      <p:sp>
        <p:nvSpPr>
          <p:cNvPr id="63" name="New shape"/>
          <p:cNvSpPr/>
          <p:nvPr/>
        </p:nvSpPr>
        <p:spPr>
          <a:xfrm>
            <a:off x="10273919" y="855472"/>
            <a:ext cx="0" cy="927100"/>
          </a:xfrm>
          <a:prstGeom prst="line">
            <a:avLst/>
          </a:prstGeom>
          <a:ln w="12700">
            <a:solidFill>
              <a:srgbClr val="FFFFFF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>
            <a:defPPr/>
          </a:lstStyle>
          <a:p>
            <a:endParaRPr lang="en-US"/>
          </a:p>
        </p:txBody>
      </p:sp>
      <p:sp>
        <p:nvSpPr>
          <p:cNvPr id="64" name="New shape"/>
          <p:cNvSpPr/>
          <p:nvPr/>
        </p:nvSpPr>
        <p:spPr>
          <a:xfrm>
            <a:off x="7027926" y="1319022"/>
            <a:ext cx="4332224" cy="0"/>
          </a:xfrm>
          <a:prstGeom prst="line">
            <a:avLst/>
          </a:prstGeom>
          <a:ln w="38100">
            <a:solidFill>
              <a:srgbClr val="FFFFFF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>
            <a:defPPr/>
          </a:lstStyle>
          <a:p>
            <a:endParaRPr lang="en-US"/>
          </a:p>
        </p:txBody>
      </p:sp>
      <p:sp>
        <p:nvSpPr>
          <p:cNvPr id="65" name="New shape"/>
          <p:cNvSpPr/>
          <p:nvPr/>
        </p:nvSpPr>
        <p:spPr>
          <a:xfrm>
            <a:off x="7034276" y="855472"/>
            <a:ext cx="0" cy="927100"/>
          </a:xfrm>
          <a:prstGeom prst="line">
            <a:avLst/>
          </a:prstGeom>
          <a:ln w="12700">
            <a:solidFill>
              <a:srgbClr val="FFFFFF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>
            <a:defPPr/>
          </a:lstStyle>
          <a:p>
            <a:endParaRPr lang="en-US"/>
          </a:p>
        </p:txBody>
      </p:sp>
      <p:sp>
        <p:nvSpPr>
          <p:cNvPr id="66" name="New shape"/>
          <p:cNvSpPr/>
          <p:nvPr/>
        </p:nvSpPr>
        <p:spPr>
          <a:xfrm>
            <a:off x="11353800" y="855472"/>
            <a:ext cx="0" cy="927100"/>
          </a:xfrm>
          <a:prstGeom prst="line">
            <a:avLst/>
          </a:prstGeom>
          <a:ln w="12700">
            <a:solidFill>
              <a:srgbClr val="FFFFFF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>
            <a:defPPr/>
          </a:lstStyle>
          <a:p>
            <a:endParaRPr lang="en-US"/>
          </a:p>
        </p:txBody>
      </p:sp>
      <p:sp>
        <p:nvSpPr>
          <p:cNvPr id="67" name="New shape"/>
          <p:cNvSpPr/>
          <p:nvPr/>
        </p:nvSpPr>
        <p:spPr>
          <a:xfrm>
            <a:off x="7027926" y="861822"/>
            <a:ext cx="4332224" cy="0"/>
          </a:xfrm>
          <a:prstGeom prst="line">
            <a:avLst/>
          </a:prstGeom>
          <a:ln w="12700">
            <a:solidFill>
              <a:srgbClr val="FFFFFF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>
            <a:defPPr/>
          </a:lstStyle>
          <a:p>
            <a:endParaRPr lang="en-US"/>
          </a:p>
        </p:txBody>
      </p:sp>
      <p:sp>
        <p:nvSpPr>
          <p:cNvPr id="68" name="New shape"/>
          <p:cNvSpPr/>
          <p:nvPr/>
        </p:nvSpPr>
        <p:spPr>
          <a:xfrm>
            <a:off x="7027926" y="1776222"/>
            <a:ext cx="4332224" cy="0"/>
          </a:xfrm>
          <a:prstGeom prst="line">
            <a:avLst/>
          </a:prstGeom>
          <a:ln w="12700">
            <a:solidFill>
              <a:srgbClr val="FFFFFF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>
            <a:defPPr/>
          </a:lstStyle>
          <a:p>
            <a:endParaRPr lang="en-US"/>
          </a:p>
        </p:txBody>
      </p:sp>
      <p:sp>
        <p:nvSpPr>
          <p:cNvPr id="69" name="New shape"/>
          <p:cNvSpPr/>
          <p:nvPr/>
        </p:nvSpPr>
        <p:spPr>
          <a:xfrm>
            <a:off x="929640" y="703804"/>
            <a:ext cx="3057104" cy="683121"/>
          </a:xfrm>
          <a:prstGeom prst="rect">
            <a:avLst/>
          </a:prstGeom>
          <a:noFill/>
        </p:spPr>
        <p:style>
          <a:lnRef idx="2">
            <a:srgbClr val="000000">
              <a:alpha val="0"/>
            </a:srgb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lIns="0" tIns="0" rtlCol="0" anchor="ctr">
            <a:spAutoFit/>
          </a:bodyPr>
          <a:lstStyle>
            <a:defPPr/>
          </a:lstStyle>
          <a:p>
            <a:r>
              <a:rPr lang="en-US" sz="4406">
                <a:solidFill>
                  <a:srgbClr val="00AFEF"/>
                </a:solidFill>
                <a:latin typeface="Calibri Light"/>
              </a:rPr>
              <a:t>Binary Search</a:t>
            </a:r>
          </a:p>
        </p:txBody>
      </p:sp>
      <p:sp>
        <p:nvSpPr>
          <p:cNvPr id="70" name="New shape"/>
          <p:cNvSpPr/>
          <p:nvPr/>
        </p:nvSpPr>
        <p:spPr>
          <a:xfrm>
            <a:off x="1085393" y="2235480"/>
            <a:ext cx="8249421" cy="496714"/>
          </a:xfrm>
          <a:prstGeom prst="rect">
            <a:avLst/>
          </a:prstGeom>
          <a:noFill/>
        </p:spPr>
        <p:style>
          <a:lnRef idx="2">
            <a:srgbClr val="000000">
              <a:alpha val="0"/>
            </a:srgb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lIns="0" tIns="0" rtlCol="0" anchor="ctr">
            <a:spAutoFit/>
          </a:bodyPr>
          <a:lstStyle>
            <a:defPPr/>
          </a:lstStyle>
          <a:p>
            <a:r>
              <a:rPr lang="en-US" sz="3204" b="1">
                <a:solidFill>
                  <a:srgbClr val="FFFFFF"/>
                </a:solidFill>
                <a:latin typeface="Calibri"/>
              </a:rPr>
              <a:t>67  8  910 11 14 15 17 19 22 23 25 28 30</a:t>
            </a:r>
          </a:p>
        </p:txBody>
      </p:sp>
      <p:sp>
        <p:nvSpPr>
          <p:cNvPr id="71" name="New shape"/>
          <p:cNvSpPr/>
          <p:nvPr/>
        </p:nvSpPr>
        <p:spPr>
          <a:xfrm>
            <a:off x="1075030" y="2798601"/>
            <a:ext cx="227039" cy="247427"/>
          </a:xfrm>
          <a:prstGeom prst="rect">
            <a:avLst/>
          </a:prstGeom>
          <a:noFill/>
        </p:spPr>
        <p:style>
          <a:lnRef idx="2">
            <a:srgbClr val="000000">
              <a:alpha val="0"/>
            </a:srgb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lIns="0" tIns="0" rtlCol="0" anchor="ctr">
            <a:spAutoFit/>
          </a:bodyPr>
          <a:lstStyle>
            <a:defPPr/>
          </a:lstStyle>
          <a:p>
            <a:r>
              <a:rPr lang="en-US" sz="1596" i="1">
                <a:solidFill>
                  <a:srgbClr val="7E7E7E"/>
                </a:solidFill>
                <a:latin typeface="Calibri"/>
              </a:rPr>
              <a:t>[0]</a:t>
            </a:r>
          </a:p>
        </p:txBody>
      </p:sp>
      <p:sp>
        <p:nvSpPr>
          <p:cNvPr id="72" name="New shape"/>
          <p:cNvSpPr/>
          <p:nvPr/>
        </p:nvSpPr>
        <p:spPr>
          <a:xfrm>
            <a:off x="1776095" y="2798601"/>
            <a:ext cx="227039" cy="247427"/>
          </a:xfrm>
          <a:prstGeom prst="rect">
            <a:avLst/>
          </a:prstGeom>
          <a:noFill/>
        </p:spPr>
        <p:style>
          <a:lnRef idx="2">
            <a:srgbClr val="000000">
              <a:alpha val="0"/>
            </a:srgb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lIns="0" tIns="0" rtlCol="0" anchor="ctr">
            <a:spAutoFit/>
          </a:bodyPr>
          <a:lstStyle>
            <a:defPPr/>
          </a:lstStyle>
          <a:p>
            <a:r>
              <a:rPr lang="en-US" sz="1596" i="1">
                <a:solidFill>
                  <a:srgbClr val="7E7E7E"/>
                </a:solidFill>
                <a:latin typeface="Calibri"/>
              </a:rPr>
              <a:t>[1]</a:t>
            </a:r>
          </a:p>
        </p:txBody>
      </p:sp>
      <p:sp>
        <p:nvSpPr>
          <p:cNvPr id="73" name="New shape"/>
          <p:cNvSpPr/>
          <p:nvPr/>
        </p:nvSpPr>
        <p:spPr>
          <a:xfrm>
            <a:off x="2477135" y="2798601"/>
            <a:ext cx="227039" cy="247427"/>
          </a:xfrm>
          <a:prstGeom prst="rect">
            <a:avLst/>
          </a:prstGeom>
          <a:noFill/>
        </p:spPr>
        <p:style>
          <a:lnRef idx="2">
            <a:srgbClr val="000000">
              <a:alpha val="0"/>
            </a:srgb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lIns="0" tIns="0" rtlCol="0" anchor="ctr">
            <a:spAutoFit/>
          </a:bodyPr>
          <a:lstStyle>
            <a:defPPr/>
          </a:lstStyle>
          <a:p>
            <a:r>
              <a:rPr lang="en-US" sz="1596" i="1">
                <a:solidFill>
                  <a:srgbClr val="7E7E7E"/>
                </a:solidFill>
                <a:latin typeface="Calibri"/>
              </a:rPr>
              <a:t>[2]</a:t>
            </a:r>
          </a:p>
        </p:txBody>
      </p:sp>
      <p:sp>
        <p:nvSpPr>
          <p:cNvPr id="74" name="New shape"/>
          <p:cNvSpPr/>
          <p:nvPr/>
        </p:nvSpPr>
        <p:spPr>
          <a:xfrm>
            <a:off x="3178175" y="2798601"/>
            <a:ext cx="227039" cy="247427"/>
          </a:xfrm>
          <a:prstGeom prst="rect">
            <a:avLst/>
          </a:prstGeom>
          <a:noFill/>
        </p:spPr>
        <p:style>
          <a:lnRef idx="2">
            <a:srgbClr val="000000">
              <a:alpha val="0"/>
            </a:srgb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lIns="0" tIns="0" rtlCol="0" anchor="ctr">
            <a:spAutoFit/>
          </a:bodyPr>
          <a:lstStyle>
            <a:defPPr/>
          </a:lstStyle>
          <a:p>
            <a:r>
              <a:rPr lang="en-US" sz="1596" i="1">
                <a:solidFill>
                  <a:srgbClr val="7E7E7E"/>
                </a:solidFill>
                <a:latin typeface="Calibri"/>
              </a:rPr>
              <a:t>[3]</a:t>
            </a:r>
          </a:p>
        </p:txBody>
      </p:sp>
      <p:sp>
        <p:nvSpPr>
          <p:cNvPr id="75" name="New shape"/>
          <p:cNvSpPr/>
          <p:nvPr/>
        </p:nvSpPr>
        <p:spPr>
          <a:xfrm>
            <a:off x="3879469" y="2798601"/>
            <a:ext cx="227039" cy="247427"/>
          </a:xfrm>
          <a:prstGeom prst="rect">
            <a:avLst/>
          </a:prstGeom>
          <a:noFill/>
        </p:spPr>
        <p:style>
          <a:lnRef idx="2">
            <a:srgbClr val="000000">
              <a:alpha val="0"/>
            </a:srgb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lIns="0" tIns="0" rtlCol="0" anchor="ctr">
            <a:spAutoFit/>
          </a:bodyPr>
          <a:lstStyle>
            <a:defPPr/>
          </a:lstStyle>
          <a:p>
            <a:r>
              <a:rPr lang="en-US" sz="1596" i="1">
                <a:solidFill>
                  <a:srgbClr val="7E7E7E"/>
                </a:solidFill>
                <a:latin typeface="Calibri"/>
              </a:rPr>
              <a:t>[4]</a:t>
            </a:r>
          </a:p>
        </p:txBody>
      </p:sp>
      <p:sp>
        <p:nvSpPr>
          <p:cNvPr id="76" name="New shape"/>
          <p:cNvSpPr/>
          <p:nvPr/>
        </p:nvSpPr>
        <p:spPr>
          <a:xfrm>
            <a:off x="4580509" y="2798601"/>
            <a:ext cx="227039" cy="247427"/>
          </a:xfrm>
          <a:prstGeom prst="rect">
            <a:avLst/>
          </a:prstGeom>
          <a:noFill/>
        </p:spPr>
        <p:style>
          <a:lnRef idx="2">
            <a:srgbClr val="000000">
              <a:alpha val="0"/>
            </a:srgb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lIns="0" tIns="0" rtlCol="0" anchor="ctr">
            <a:spAutoFit/>
          </a:bodyPr>
          <a:lstStyle>
            <a:defPPr/>
          </a:lstStyle>
          <a:p>
            <a:r>
              <a:rPr lang="en-US" sz="1596" i="1">
                <a:solidFill>
                  <a:srgbClr val="7E7E7E"/>
                </a:solidFill>
                <a:latin typeface="Calibri"/>
              </a:rPr>
              <a:t>[5]</a:t>
            </a:r>
          </a:p>
        </p:txBody>
      </p:sp>
      <p:sp>
        <p:nvSpPr>
          <p:cNvPr id="77" name="New shape"/>
          <p:cNvSpPr/>
          <p:nvPr/>
        </p:nvSpPr>
        <p:spPr>
          <a:xfrm>
            <a:off x="5281549" y="2798601"/>
            <a:ext cx="227039" cy="247427"/>
          </a:xfrm>
          <a:prstGeom prst="rect">
            <a:avLst/>
          </a:prstGeom>
          <a:noFill/>
        </p:spPr>
        <p:style>
          <a:lnRef idx="2">
            <a:srgbClr val="000000">
              <a:alpha val="0"/>
            </a:srgb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lIns="0" tIns="0" rtlCol="0" anchor="ctr">
            <a:spAutoFit/>
          </a:bodyPr>
          <a:lstStyle>
            <a:defPPr/>
          </a:lstStyle>
          <a:p>
            <a:r>
              <a:rPr lang="en-US" sz="1596" i="1">
                <a:solidFill>
                  <a:srgbClr val="7E7E7E"/>
                </a:solidFill>
                <a:latin typeface="Calibri"/>
              </a:rPr>
              <a:t>[6]</a:t>
            </a:r>
          </a:p>
        </p:txBody>
      </p:sp>
      <p:sp>
        <p:nvSpPr>
          <p:cNvPr id="78" name="New shape"/>
          <p:cNvSpPr/>
          <p:nvPr/>
        </p:nvSpPr>
        <p:spPr>
          <a:xfrm>
            <a:off x="5982970" y="2798601"/>
            <a:ext cx="227039" cy="247427"/>
          </a:xfrm>
          <a:prstGeom prst="rect">
            <a:avLst/>
          </a:prstGeom>
          <a:noFill/>
        </p:spPr>
        <p:style>
          <a:lnRef idx="2">
            <a:srgbClr val="000000">
              <a:alpha val="0"/>
            </a:srgb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lIns="0" tIns="0" rtlCol="0" anchor="ctr">
            <a:spAutoFit/>
          </a:bodyPr>
          <a:lstStyle>
            <a:defPPr/>
          </a:lstStyle>
          <a:p>
            <a:r>
              <a:rPr lang="en-US" sz="1596" i="1">
                <a:solidFill>
                  <a:srgbClr val="7E7E7E"/>
                </a:solidFill>
                <a:latin typeface="Calibri"/>
              </a:rPr>
              <a:t>[7]</a:t>
            </a:r>
          </a:p>
        </p:txBody>
      </p:sp>
      <p:sp>
        <p:nvSpPr>
          <p:cNvPr id="79" name="New shape"/>
          <p:cNvSpPr/>
          <p:nvPr/>
        </p:nvSpPr>
        <p:spPr>
          <a:xfrm>
            <a:off x="6684010" y="2798601"/>
            <a:ext cx="227039" cy="247427"/>
          </a:xfrm>
          <a:prstGeom prst="rect">
            <a:avLst/>
          </a:prstGeom>
          <a:noFill/>
        </p:spPr>
        <p:style>
          <a:lnRef idx="2">
            <a:srgbClr val="000000">
              <a:alpha val="0"/>
            </a:srgb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lIns="0" tIns="0" rtlCol="0" anchor="ctr">
            <a:spAutoFit/>
          </a:bodyPr>
          <a:lstStyle>
            <a:defPPr/>
          </a:lstStyle>
          <a:p>
            <a:r>
              <a:rPr lang="en-US" sz="1596" i="1">
                <a:solidFill>
                  <a:srgbClr val="7E7E7E"/>
                </a:solidFill>
                <a:latin typeface="Calibri"/>
              </a:rPr>
              <a:t>[8]</a:t>
            </a:r>
          </a:p>
        </p:txBody>
      </p:sp>
      <p:sp>
        <p:nvSpPr>
          <p:cNvPr id="80" name="New shape"/>
          <p:cNvSpPr/>
          <p:nvPr/>
        </p:nvSpPr>
        <p:spPr>
          <a:xfrm>
            <a:off x="7385050" y="2798601"/>
            <a:ext cx="227039" cy="247427"/>
          </a:xfrm>
          <a:prstGeom prst="rect">
            <a:avLst/>
          </a:prstGeom>
          <a:noFill/>
        </p:spPr>
        <p:style>
          <a:lnRef idx="2">
            <a:srgbClr val="000000">
              <a:alpha val="0"/>
            </a:srgb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lIns="0" tIns="0" rtlCol="0" anchor="ctr">
            <a:spAutoFit/>
          </a:bodyPr>
          <a:lstStyle>
            <a:defPPr/>
          </a:lstStyle>
          <a:p>
            <a:r>
              <a:rPr lang="en-US" sz="1596" i="1">
                <a:solidFill>
                  <a:srgbClr val="7E7E7E"/>
                </a:solidFill>
                <a:latin typeface="Calibri"/>
              </a:rPr>
              <a:t>[9]</a:t>
            </a:r>
          </a:p>
        </p:txBody>
      </p:sp>
      <p:sp>
        <p:nvSpPr>
          <p:cNvPr id="81" name="New shape"/>
          <p:cNvSpPr/>
          <p:nvPr/>
        </p:nvSpPr>
        <p:spPr>
          <a:xfrm>
            <a:off x="8035798" y="2798601"/>
            <a:ext cx="329770" cy="247427"/>
          </a:xfrm>
          <a:prstGeom prst="rect">
            <a:avLst/>
          </a:prstGeom>
          <a:noFill/>
        </p:spPr>
        <p:style>
          <a:lnRef idx="2">
            <a:srgbClr val="000000">
              <a:alpha val="0"/>
            </a:srgb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lIns="0" tIns="0" rtlCol="0" anchor="ctr">
            <a:spAutoFit/>
          </a:bodyPr>
          <a:lstStyle>
            <a:defPPr/>
          </a:lstStyle>
          <a:p>
            <a:r>
              <a:rPr lang="en-US" sz="1596" i="1">
                <a:solidFill>
                  <a:srgbClr val="7E7E7E"/>
                </a:solidFill>
                <a:latin typeface="Calibri"/>
              </a:rPr>
              <a:t>[10]</a:t>
            </a:r>
          </a:p>
        </p:txBody>
      </p:sp>
      <p:sp>
        <p:nvSpPr>
          <p:cNvPr id="82" name="New shape"/>
          <p:cNvSpPr/>
          <p:nvPr/>
        </p:nvSpPr>
        <p:spPr>
          <a:xfrm>
            <a:off x="8736838" y="2798601"/>
            <a:ext cx="329770" cy="247427"/>
          </a:xfrm>
          <a:prstGeom prst="rect">
            <a:avLst/>
          </a:prstGeom>
          <a:noFill/>
        </p:spPr>
        <p:style>
          <a:lnRef idx="2">
            <a:srgbClr val="000000">
              <a:alpha val="0"/>
            </a:srgb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lIns="0" tIns="0" rtlCol="0" anchor="ctr">
            <a:spAutoFit/>
          </a:bodyPr>
          <a:lstStyle>
            <a:defPPr/>
          </a:lstStyle>
          <a:p>
            <a:r>
              <a:rPr lang="en-US" sz="1596" i="1">
                <a:solidFill>
                  <a:srgbClr val="7E7E7E"/>
                </a:solidFill>
                <a:latin typeface="Calibri"/>
              </a:rPr>
              <a:t>[11]</a:t>
            </a:r>
          </a:p>
        </p:txBody>
      </p:sp>
      <p:sp>
        <p:nvSpPr>
          <p:cNvPr id="83" name="New shape"/>
          <p:cNvSpPr/>
          <p:nvPr/>
        </p:nvSpPr>
        <p:spPr>
          <a:xfrm>
            <a:off x="9438132" y="2798601"/>
            <a:ext cx="329770" cy="247427"/>
          </a:xfrm>
          <a:prstGeom prst="rect">
            <a:avLst/>
          </a:prstGeom>
          <a:noFill/>
        </p:spPr>
        <p:style>
          <a:lnRef idx="2">
            <a:srgbClr val="000000">
              <a:alpha val="0"/>
            </a:srgb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lIns="0" tIns="0" rtlCol="0" anchor="ctr">
            <a:spAutoFit/>
          </a:bodyPr>
          <a:lstStyle>
            <a:defPPr/>
          </a:lstStyle>
          <a:p>
            <a:r>
              <a:rPr lang="en-US" sz="1596" i="1">
                <a:solidFill>
                  <a:srgbClr val="7E7E7E"/>
                </a:solidFill>
                <a:latin typeface="Calibri"/>
              </a:rPr>
              <a:t>[12]</a:t>
            </a:r>
          </a:p>
        </p:txBody>
      </p:sp>
      <p:sp>
        <p:nvSpPr>
          <p:cNvPr id="84" name="New shape"/>
          <p:cNvSpPr/>
          <p:nvPr/>
        </p:nvSpPr>
        <p:spPr>
          <a:xfrm>
            <a:off x="10139172" y="2798601"/>
            <a:ext cx="329770" cy="247427"/>
          </a:xfrm>
          <a:prstGeom prst="rect">
            <a:avLst/>
          </a:prstGeom>
          <a:noFill/>
        </p:spPr>
        <p:style>
          <a:lnRef idx="2">
            <a:srgbClr val="000000">
              <a:alpha val="0"/>
            </a:srgb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lIns="0" tIns="0" rtlCol="0" anchor="ctr">
            <a:spAutoFit/>
          </a:bodyPr>
          <a:lstStyle>
            <a:defPPr/>
          </a:lstStyle>
          <a:p>
            <a:r>
              <a:rPr lang="en-US" sz="1596" i="1">
                <a:solidFill>
                  <a:srgbClr val="7E7E7E"/>
                </a:solidFill>
                <a:latin typeface="Calibri"/>
              </a:rPr>
              <a:t>[13]</a:t>
            </a:r>
          </a:p>
        </p:txBody>
      </p:sp>
      <p:sp>
        <p:nvSpPr>
          <p:cNvPr id="85" name="New shape"/>
          <p:cNvSpPr/>
          <p:nvPr/>
        </p:nvSpPr>
        <p:spPr>
          <a:xfrm>
            <a:off x="10840212" y="2798601"/>
            <a:ext cx="329770" cy="247427"/>
          </a:xfrm>
          <a:prstGeom prst="rect">
            <a:avLst/>
          </a:prstGeom>
          <a:noFill/>
        </p:spPr>
        <p:style>
          <a:lnRef idx="2">
            <a:srgbClr val="000000">
              <a:alpha val="0"/>
            </a:srgb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lIns="0" tIns="0" rtlCol="0" anchor="ctr">
            <a:spAutoFit/>
          </a:bodyPr>
          <a:lstStyle>
            <a:defPPr/>
          </a:lstStyle>
          <a:p>
            <a:r>
              <a:rPr lang="en-US" sz="1596" i="1">
                <a:solidFill>
                  <a:srgbClr val="7E7E7E"/>
                </a:solidFill>
                <a:latin typeface="Calibri"/>
              </a:rPr>
              <a:t>[14]</a:t>
            </a:r>
          </a:p>
        </p:txBody>
      </p:sp>
      <p:sp>
        <p:nvSpPr>
          <p:cNvPr id="86" name="New shape"/>
          <p:cNvSpPr/>
          <p:nvPr/>
        </p:nvSpPr>
        <p:spPr>
          <a:xfrm>
            <a:off x="281940" y="3651530"/>
            <a:ext cx="2535824" cy="496714"/>
          </a:xfrm>
          <a:prstGeom prst="rect">
            <a:avLst/>
          </a:prstGeom>
          <a:noFill/>
        </p:spPr>
        <p:style>
          <a:lnRef idx="2">
            <a:srgbClr val="000000">
              <a:alpha val="0"/>
            </a:srgb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lIns="0" tIns="0" rtlCol="0" anchor="ctr">
            <a:spAutoFit/>
          </a:bodyPr>
          <a:lstStyle>
            <a:defPPr/>
          </a:lstStyle>
          <a:p>
            <a:r>
              <a:rPr lang="en-US" sz="3204">
                <a:solidFill>
                  <a:srgbClr val="000000"/>
                </a:solidFill>
                <a:latin typeface="Calibri"/>
              </a:rPr>
              <a:t>In pseudocode:</a:t>
            </a:r>
          </a:p>
        </p:txBody>
      </p:sp>
      <p:sp>
        <p:nvSpPr>
          <p:cNvPr id="87" name="New shape"/>
          <p:cNvSpPr/>
          <p:nvPr/>
        </p:nvSpPr>
        <p:spPr>
          <a:xfrm>
            <a:off x="739140" y="4134458"/>
            <a:ext cx="5526351" cy="433834"/>
          </a:xfrm>
          <a:prstGeom prst="rect">
            <a:avLst/>
          </a:prstGeom>
          <a:noFill/>
        </p:spPr>
        <p:style>
          <a:lnRef idx="2">
            <a:srgbClr val="000000">
              <a:alpha val="0"/>
            </a:srgb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lIns="0" tIns="0" rtlCol="0" anchor="ctr">
            <a:spAutoFit/>
          </a:bodyPr>
          <a:lstStyle>
            <a:defPPr/>
          </a:lstStyle>
          <a:p>
            <a:r>
              <a:rPr lang="en-US" sz="2798">
                <a:solidFill>
                  <a:srgbClr val="000000"/>
                </a:solidFill>
                <a:latin typeface="Calibri"/>
              </a:rPr>
              <a:t>Repeat until the (sub)array is of size 0:</a:t>
            </a:r>
          </a:p>
        </p:txBody>
      </p:sp>
      <p:sp>
        <p:nvSpPr>
          <p:cNvPr id="88" name="New shape"/>
          <p:cNvSpPr/>
          <p:nvPr/>
        </p:nvSpPr>
        <p:spPr>
          <a:xfrm>
            <a:off x="1196645" y="4557550"/>
            <a:ext cx="6464945" cy="372070"/>
          </a:xfrm>
          <a:prstGeom prst="rect">
            <a:avLst/>
          </a:prstGeom>
          <a:noFill/>
        </p:spPr>
        <p:style>
          <a:lnRef idx="2">
            <a:srgbClr val="000000">
              <a:alpha val="0"/>
            </a:srgb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lIns="0" tIns="0" rtlCol="0" anchor="ctr">
            <a:spAutoFit/>
          </a:bodyPr>
          <a:lstStyle>
            <a:defPPr/>
          </a:lstStyle>
          <a:p>
            <a:r>
              <a:rPr lang="en-US" sz="2400">
                <a:solidFill>
                  <a:srgbClr val="000000"/>
                </a:solidFill>
                <a:latin typeface="Calibri"/>
              </a:rPr>
              <a:t>Calculate the middle point of the current (sub)array.</a:t>
            </a:r>
          </a:p>
        </p:txBody>
      </p:sp>
      <p:sp>
        <p:nvSpPr>
          <p:cNvPr id="89" name="New shape"/>
          <p:cNvSpPr/>
          <p:nvPr/>
        </p:nvSpPr>
        <p:spPr>
          <a:xfrm>
            <a:off x="1196645" y="4923310"/>
            <a:ext cx="4217045" cy="372070"/>
          </a:xfrm>
          <a:prstGeom prst="rect">
            <a:avLst/>
          </a:prstGeom>
          <a:noFill/>
        </p:spPr>
        <p:style>
          <a:lnRef idx="2">
            <a:srgbClr val="000000">
              <a:alpha val="0"/>
            </a:srgb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lIns="0" tIns="0" rtlCol="0" anchor="ctr">
            <a:spAutoFit/>
          </a:bodyPr>
          <a:lstStyle>
            <a:defPPr/>
          </a:lstStyle>
          <a:p>
            <a:r>
              <a:rPr lang="en-US" sz="2400">
                <a:solidFill>
                  <a:srgbClr val="000000"/>
                </a:solidFill>
                <a:latin typeface="Calibri"/>
              </a:rPr>
              <a:t>If the target is at the middle, stop.</a:t>
            </a:r>
          </a:p>
        </p:txBody>
      </p:sp>
      <p:sp>
        <p:nvSpPr>
          <p:cNvPr id="90" name="New shape"/>
          <p:cNvSpPr/>
          <p:nvPr/>
        </p:nvSpPr>
        <p:spPr>
          <a:xfrm>
            <a:off x="1196645" y="5288810"/>
            <a:ext cx="10248423" cy="372442"/>
          </a:xfrm>
          <a:prstGeom prst="rect">
            <a:avLst/>
          </a:prstGeom>
          <a:noFill/>
        </p:spPr>
        <p:style>
          <a:lnRef idx="2">
            <a:srgbClr val="000000">
              <a:alpha val="0"/>
            </a:srgb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lIns="0" tIns="0" rtlCol="0" anchor="ctr">
            <a:spAutoFit/>
          </a:bodyPr>
          <a:lstStyle>
            <a:defPPr/>
          </a:lstStyle>
          <a:p>
            <a:r>
              <a:rPr lang="en-US" sz="2402">
                <a:solidFill>
                  <a:srgbClr val="000000"/>
                </a:solidFill>
                <a:latin typeface="Calibri"/>
              </a:rPr>
              <a:t>Otherwise, if the target is less than what’s at the middle, repeat, changing the end </a:t>
            </a:r>
          </a:p>
        </p:txBody>
      </p:sp>
      <p:sp>
        <p:nvSpPr>
          <p:cNvPr id="91" name="New shape"/>
          <p:cNvSpPr/>
          <p:nvPr/>
        </p:nvSpPr>
        <p:spPr>
          <a:xfrm>
            <a:off x="1196645" y="5655109"/>
            <a:ext cx="4992291" cy="372070"/>
          </a:xfrm>
          <a:prstGeom prst="rect">
            <a:avLst/>
          </a:prstGeom>
          <a:noFill/>
        </p:spPr>
        <p:style>
          <a:lnRef idx="2">
            <a:srgbClr val="000000">
              <a:alpha val="0"/>
            </a:srgb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lIns="0" tIns="0" rtlCol="0" anchor="ctr">
            <a:spAutoFit/>
          </a:bodyPr>
          <a:lstStyle>
            <a:defPPr/>
          </a:lstStyle>
          <a:p>
            <a:r>
              <a:rPr lang="en-US" sz="2400">
                <a:solidFill>
                  <a:srgbClr val="000000"/>
                </a:solidFill>
                <a:latin typeface="Calibri"/>
              </a:rPr>
              <a:t>point to be just to the left of the middle.</a:t>
            </a:r>
          </a:p>
        </p:txBody>
      </p:sp>
      <p:sp>
        <p:nvSpPr>
          <p:cNvPr id="92" name="New shape"/>
          <p:cNvSpPr/>
          <p:nvPr/>
        </p:nvSpPr>
        <p:spPr>
          <a:xfrm>
            <a:off x="1196645" y="6020870"/>
            <a:ext cx="10789295" cy="372070"/>
          </a:xfrm>
          <a:prstGeom prst="rect">
            <a:avLst/>
          </a:prstGeom>
          <a:noFill/>
        </p:spPr>
        <p:style>
          <a:lnRef idx="2">
            <a:srgbClr val="000000">
              <a:alpha val="0"/>
            </a:srgb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lIns="0" tIns="0" rtlCol="0" anchor="ctr">
            <a:spAutoFit/>
          </a:bodyPr>
          <a:lstStyle>
            <a:defPPr/>
          </a:lstStyle>
          <a:p>
            <a:r>
              <a:rPr lang="en-US" sz="2400">
                <a:solidFill>
                  <a:srgbClr val="000000"/>
                </a:solidFill>
                <a:latin typeface="Calibri"/>
              </a:rPr>
              <a:t>Otherwise, if the target is greater than what’s at the middle, repeat, changing the start </a:t>
            </a:r>
          </a:p>
        </p:txBody>
      </p:sp>
      <p:sp>
        <p:nvSpPr>
          <p:cNvPr id="93" name="New shape"/>
          <p:cNvSpPr/>
          <p:nvPr/>
        </p:nvSpPr>
        <p:spPr>
          <a:xfrm>
            <a:off x="1196645" y="6386630"/>
            <a:ext cx="5157490" cy="372070"/>
          </a:xfrm>
          <a:prstGeom prst="rect">
            <a:avLst/>
          </a:prstGeom>
          <a:noFill/>
        </p:spPr>
        <p:style>
          <a:lnRef idx="2">
            <a:srgbClr val="000000">
              <a:alpha val="0"/>
            </a:srgb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lIns="0" tIns="0" rtlCol="0" anchor="ctr">
            <a:spAutoFit/>
          </a:bodyPr>
          <a:lstStyle>
            <a:defPPr/>
          </a:lstStyle>
          <a:p>
            <a:r>
              <a:rPr lang="en-US" sz="2400">
                <a:solidFill>
                  <a:srgbClr val="000000"/>
                </a:solidFill>
                <a:latin typeface="Calibri"/>
              </a:rPr>
              <a:t>point to be just to the right of the middle.</a:t>
            </a:r>
          </a:p>
        </p:txBody>
      </p:sp>
      <p:sp>
        <p:nvSpPr>
          <p:cNvPr id="94" name="New shape"/>
          <p:cNvSpPr/>
          <p:nvPr/>
        </p:nvSpPr>
        <p:spPr>
          <a:xfrm>
            <a:off x="7182866" y="932589"/>
            <a:ext cx="1735782" cy="372070"/>
          </a:xfrm>
          <a:prstGeom prst="rect">
            <a:avLst/>
          </a:prstGeom>
          <a:noFill/>
        </p:spPr>
        <p:style>
          <a:lnRef idx="2">
            <a:srgbClr val="000000">
              <a:alpha val="0"/>
            </a:srgb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lIns="0" tIns="0" rtlCol="0" anchor="ctr">
            <a:spAutoFit/>
          </a:bodyPr>
          <a:lstStyle>
            <a:defPPr/>
          </a:lstStyle>
          <a:p>
            <a:r>
              <a:rPr lang="en-US" sz="2400" b="1">
                <a:solidFill>
                  <a:srgbClr val="FFFFFF"/>
                </a:solidFill>
                <a:latin typeface="Calibri"/>
              </a:rPr>
              <a:t>Target  Start</a:t>
            </a:r>
          </a:p>
        </p:txBody>
      </p:sp>
      <p:sp>
        <p:nvSpPr>
          <p:cNvPr id="95" name="New shape"/>
          <p:cNvSpPr/>
          <p:nvPr/>
        </p:nvSpPr>
        <p:spPr>
          <a:xfrm>
            <a:off x="9496933" y="932589"/>
            <a:ext cx="1835646" cy="372070"/>
          </a:xfrm>
          <a:prstGeom prst="rect">
            <a:avLst/>
          </a:prstGeom>
          <a:noFill/>
        </p:spPr>
        <p:style>
          <a:lnRef idx="2">
            <a:srgbClr val="000000">
              <a:alpha val="0"/>
            </a:srgb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lIns="0" tIns="0" rtlCol="0" anchor="ctr">
            <a:spAutoFit/>
          </a:bodyPr>
          <a:lstStyle>
            <a:defPPr/>
          </a:lstStyle>
          <a:p>
            <a:r>
              <a:rPr lang="en-US" sz="2400" b="1">
                <a:solidFill>
                  <a:srgbClr val="FFFFFF"/>
                </a:solidFill>
                <a:latin typeface="Calibri"/>
              </a:rPr>
              <a:t>End   Middle</a:t>
            </a:r>
          </a:p>
        </p:txBody>
      </p:sp>
      <p:sp>
        <p:nvSpPr>
          <p:cNvPr id="96" name="New shape"/>
          <p:cNvSpPr/>
          <p:nvPr/>
        </p:nvSpPr>
        <p:spPr>
          <a:xfrm>
            <a:off x="7420610" y="1389789"/>
            <a:ext cx="308967" cy="372070"/>
          </a:xfrm>
          <a:prstGeom prst="rect">
            <a:avLst/>
          </a:prstGeom>
          <a:noFill/>
        </p:spPr>
        <p:style>
          <a:lnRef idx="2">
            <a:srgbClr val="000000">
              <a:alpha val="0"/>
            </a:srgb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lIns="0" tIns="0" rtlCol="0" anchor="ctr">
            <a:spAutoFit/>
          </a:bodyPr>
          <a:lstStyle>
            <a:defPPr/>
          </a:lstStyle>
          <a:p>
            <a:r>
              <a:rPr lang="en-US" sz="2400">
                <a:solidFill>
                  <a:srgbClr val="000000"/>
                </a:solidFill>
                <a:latin typeface="Calibri"/>
              </a:rPr>
              <a:t>19</a:t>
            </a:r>
          </a:p>
        </p:txBody>
      </p:sp>
      <p:sp>
        <p:nvSpPr>
          <p:cNvPr id="97" name="New shape"/>
          <p:cNvSpPr/>
          <p:nvPr/>
        </p:nvSpPr>
        <p:spPr>
          <a:xfrm>
            <a:off x="8578596" y="1389789"/>
            <a:ext cx="154484" cy="372070"/>
          </a:xfrm>
          <a:prstGeom prst="rect">
            <a:avLst/>
          </a:prstGeom>
          <a:noFill/>
        </p:spPr>
        <p:style>
          <a:lnRef idx="2">
            <a:srgbClr val="000000">
              <a:alpha val="0"/>
            </a:srgb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lIns="0" tIns="0" rtlCol="0" anchor="ctr">
            <a:spAutoFit/>
          </a:bodyPr>
          <a:lstStyle>
            <a:defPPr/>
          </a:lstStyle>
          <a:p>
            <a:r>
              <a:rPr lang="en-US" sz="2400">
                <a:solidFill>
                  <a:srgbClr val="000000"/>
                </a:solidFill>
                <a:latin typeface="Calibri"/>
              </a:rPr>
              <a:t>0</a:t>
            </a:r>
          </a:p>
        </p:txBody>
      </p:sp>
      <p:sp>
        <p:nvSpPr>
          <p:cNvPr id="98" name="New shape"/>
          <p:cNvSpPr/>
          <p:nvPr/>
        </p:nvSpPr>
        <p:spPr>
          <a:xfrm>
            <a:off x="9580753" y="1389789"/>
            <a:ext cx="308967" cy="372070"/>
          </a:xfrm>
          <a:prstGeom prst="rect">
            <a:avLst/>
          </a:prstGeom>
          <a:noFill/>
        </p:spPr>
        <p:style>
          <a:lnRef idx="2">
            <a:srgbClr val="000000">
              <a:alpha val="0"/>
            </a:srgb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lIns="0" tIns="0" rtlCol="0" anchor="ctr">
            <a:spAutoFit/>
          </a:bodyPr>
          <a:lstStyle>
            <a:defPPr/>
          </a:lstStyle>
          <a:p>
            <a:r>
              <a:rPr lang="en-US" sz="2400">
                <a:solidFill>
                  <a:srgbClr val="000000"/>
                </a:solidFill>
                <a:latin typeface="Calibri"/>
              </a:rPr>
              <a:t>14</a:t>
            </a:r>
          </a:p>
        </p:txBody>
      </p:sp>
      <p:sp>
        <p:nvSpPr>
          <p:cNvPr id="99" name="New shape"/>
          <p:cNvSpPr/>
          <p:nvPr/>
        </p:nvSpPr>
        <p:spPr>
          <a:xfrm>
            <a:off x="10738358" y="1389789"/>
            <a:ext cx="154484" cy="372070"/>
          </a:xfrm>
          <a:prstGeom prst="rect">
            <a:avLst/>
          </a:prstGeom>
          <a:noFill/>
        </p:spPr>
        <p:style>
          <a:lnRef idx="2">
            <a:srgbClr val="000000">
              <a:alpha val="0"/>
            </a:srgb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lIns="0" tIns="0" rtlCol="0" anchor="ctr">
            <a:spAutoFit/>
          </a:bodyPr>
          <a:lstStyle>
            <a:defPPr/>
          </a:lstStyle>
          <a:p>
            <a:r>
              <a:rPr lang="en-US" sz="2400">
                <a:solidFill>
                  <a:srgbClr val="000000"/>
                </a:solidFill>
                <a:latin typeface="Calibri"/>
              </a:rPr>
              <a:t>7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ew shape"/>
          <p:cNvSpPr/>
          <p:nvPr/>
        </p:nvSpPr>
        <p:spPr>
          <a:xfrm>
            <a:off x="0" y="-1"/>
            <a:ext cx="12192000" cy="6857999"/>
          </a:xfrm>
          <a:prstGeom prst="rect">
            <a:avLst/>
          </a:prstGeom>
          <a:solidFill>
            <a:srgbClr val="FFFFFF"/>
          </a:solidFill>
          <a:ln w="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/>
          </a:lstStyle>
          <a:p>
            <a:endParaRPr lang="en-US"/>
          </a:p>
        </p:txBody>
      </p:sp>
      <p:sp>
        <p:nvSpPr>
          <p:cNvPr id="3" name="New shape"/>
          <p:cNvSpPr/>
          <p:nvPr/>
        </p:nvSpPr>
        <p:spPr>
          <a:xfrm>
            <a:off x="838200" y="2155825"/>
            <a:ext cx="701040" cy="579120"/>
          </a:xfrm>
          <a:prstGeom prst="rect">
            <a:avLst/>
          </a:prstGeom>
          <a:solidFill>
            <a:srgbClr val="FF0000"/>
          </a:solidFill>
          <a:ln w="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/>
          </a:lstStyle>
          <a:p>
            <a:endParaRPr lang="en-US"/>
          </a:p>
        </p:txBody>
      </p:sp>
      <p:sp>
        <p:nvSpPr>
          <p:cNvPr id="4" name="New shape"/>
          <p:cNvSpPr/>
          <p:nvPr/>
        </p:nvSpPr>
        <p:spPr>
          <a:xfrm>
            <a:off x="1539240" y="2155825"/>
            <a:ext cx="701040" cy="579120"/>
          </a:xfrm>
          <a:prstGeom prst="rect">
            <a:avLst/>
          </a:prstGeom>
          <a:solidFill>
            <a:srgbClr val="FF0000"/>
          </a:solidFill>
          <a:ln w="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/>
          </a:lstStyle>
          <a:p>
            <a:endParaRPr lang="en-US"/>
          </a:p>
        </p:txBody>
      </p:sp>
      <p:sp>
        <p:nvSpPr>
          <p:cNvPr id="5" name="New shape"/>
          <p:cNvSpPr/>
          <p:nvPr/>
        </p:nvSpPr>
        <p:spPr>
          <a:xfrm>
            <a:off x="2240280" y="2155825"/>
            <a:ext cx="701040" cy="579120"/>
          </a:xfrm>
          <a:prstGeom prst="rect">
            <a:avLst/>
          </a:prstGeom>
          <a:solidFill>
            <a:srgbClr val="FF0000"/>
          </a:solidFill>
          <a:ln w="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/>
          </a:lstStyle>
          <a:p>
            <a:endParaRPr lang="en-US"/>
          </a:p>
        </p:txBody>
      </p:sp>
      <p:sp>
        <p:nvSpPr>
          <p:cNvPr id="6" name="New shape"/>
          <p:cNvSpPr/>
          <p:nvPr/>
        </p:nvSpPr>
        <p:spPr>
          <a:xfrm>
            <a:off x="2941320" y="2155825"/>
            <a:ext cx="701040" cy="579120"/>
          </a:xfrm>
          <a:prstGeom prst="rect">
            <a:avLst/>
          </a:prstGeom>
          <a:solidFill>
            <a:srgbClr val="FF0000"/>
          </a:solidFill>
          <a:ln w="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/>
          </a:lstStyle>
          <a:p>
            <a:endParaRPr lang="en-US"/>
          </a:p>
        </p:txBody>
      </p:sp>
      <p:sp>
        <p:nvSpPr>
          <p:cNvPr id="7" name="New shape"/>
          <p:cNvSpPr/>
          <p:nvPr/>
        </p:nvSpPr>
        <p:spPr>
          <a:xfrm>
            <a:off x="3642360" y="2155825"/>
            <a:ext cx="701040" cy="579120"/>
          </a:xfrm>
          <a:prstGeom prst="rect">
            <a:avLst/>
          </a:prstGeom>
          <a:solidFill>
            <a:srgbClr val="FF0000"/>
          </a:solidFill>
          <a:ln w="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/>
          </a:lstStyle>
          <a:p>
            <a:endParaRPr lang="en-US"/>
          </a:p>
        </p:txBody>
      </p:sp>
      <p:sp>
        <p:nvSpPr>
          <p:cNvPr id="8" name="New shape"/>
          <p:cNvSpPr/>
          <p:nvPr/>
        </p:nvSpPr>
        <p:spPr>
          <a:xfrm>
            <a:off x="4343400" y="2155825"/>
            <a:ext cx="701040" cy="579120"/>
          </a:xfrm>
          <a:prstGeom prst="rect">
            <a:avLst/>
          </a:prstGeom>
          <a:solidFill>
            <a:srgbClr val="FF0000"/>
          </a:solidFill>
          <a:ln w="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/>
          </a:lstStyle>
          <a:p>
            <a:endParaRPr lang="en-US"/>
          </a:p>
        </p:txBody>
      </p:sp>
      <p:sp>
        <p:nvSpPr>
          <p:cNvPr id="9" name="New shape"/>
          <p:cNvSpPr/>
          <p:nvPr/>
        </p:nvSpPr>
        <p:spPr>
          <a:xfrm>
            <a:off x="5044440" y="2155825"/>
            <a:ext cx="701040" cy="579120"/>
          </a:xfrm>
          <a:prstGeom prst="rect">
            <a:avLst/>
          </a:prstGeom>
          <a:solidFill>
            <a:srgbClr val="FF0000"/>
          </a:solidFill>
          <a:ln w="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/>
          </a:lstStyle>
          <a:p>
            <a:endParaRPr lang="en-US"/>
          </a:p>
        </p:txBody>
      </p:sp>
      <p:sp>
        <p:nvSpPr>
          <p:cNvPr id="10" name="New shape"/>
          <p:cNvSpPr/>
          <p:nvPr/>
        </p:nvSpPr>
        <p:spPr>
          <a:xfrm>
            <a:off x="5745480" y="2155825"/>
            <a:ext cx="701040" cy="579120"/>
          </a:xfrm>
          <a:prstGeom prst="rect">
            <a:avLst/>
          </a:prstGeom>
          <a:solidFill>
            <a:srgbClr val="FFC000"/>
          </a:solidFill>
          <a:ln w="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/>
          </a:lstStyle>
          <a:p>
            <a:endParaRPr lang="en-US"/>
          </a:p>
        </p:txBody>
      </p:sp>
      <p:sp>
        <p:nvSpPr>
          <p:cNvPr id="11" name="New shape"/>
          <p:cNvSpPr/>
          <p:nvPr/>
        </p:nvSpPr>
        <p:spPr>
          <a:xfrm>
            <a:off x="6446520" y="2155825"/>
            <a:ext cx="701040" cy="579120"/>
          </a:xfrm>
          <a:prstGeom prst="rect">
            <a:avLst/>
          </a:prstGeom>
          <a:solidFill>
            <a:srgbClr val="FF0000"/>
          </a:solidFill>
          <a:ln w="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/>
          </a:lstStyle>
          <a:p>
            <a:endParaRPr lang="en-US"/>
          </a:p>
        </p:txBody>
      </p:sp>
      <p:sp>
        <p:nvSpPr>
          <p:cNvPr id="12" name="New shape"/>
          <p:cNvSpPr/>
          <p:nvPr/>
        </p:nvSpPr>
        <p:spPr>
          <a:xfrm>
            <a:off x="7147561" y="2155825"/>
            <a:ext cx="701040" cy="579120"/>
          </a:xfrm>
          <a:prstGeom prst="rect">
            <a:avLst/>
          </a:prstGeom>
          <a:solidFill>
            <a:srgbClr val="FF0000"/>
          </a:solidFill>
          <a:ln w="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/>
          </a:lstStyle>
          <a:p>
            <a:endParaRPr lang="en-US"/>
          </a:p>
        </p:txBody>
      </p:sp>
      <p:sp>
        <p:nvSpPr>
          <p:cNvPr id="13" name="New shape"/>
          <p:cNvSpPr/>
          <p:nvPr/>
        </p:nvSpPr>
        <p:spPr>
          <a:xfrm>
            <a:off x="7848600" y="2155825"/>
            <a:ext cx="701040" cy="579120"/>
          </a:xfrm>
          <a:prstGeom prst="rect">
            <a:avLst/>
          </a:prstGeom>
          <a:solidFill>
            <a:srgbClr val="FF0000"/>
          </a:solidFill>
          <a:ln w="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/>
          </a:lstStyle>
          <a:p>
            <a:endParaRPr lang="en-US"/>
          </a:p>
        </p:txBody>
      </p:sp>
      <p:sp>
        <p:nvSpPr>
          <p:cNvPr id="14" name="New shape"/>
          <p:cNvSpPr/>
          <p:nvPr/>
        </p:nvSpPr>
        <p:spPr>
          <a:xfrm>
            <a:off x="8549641" y="2155825"/>
            <a:ext cx="701040" cy="579120"/>
          </a:xfrm>
          <a:prstGeom prst="rect">
            <a:avLst/>
          </a:prstGeom>
          <a:solidFill>
            <a:srgbClr val="FF0000"/>
          </a:solidFill>
          <a:ln w="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/>
          </a:lstStyle>
          <a:p>
            <a:endParaRPr lang="en-US"/>
          </a:p>
        </p:txBody>
      </p:sp>
      <p:sp>
        <p:nvSpPr>
          <p:cNvPr id="15" name="New shape"/>
          <p:cNvSpPr/>
          <p:nvPr/>
        </p:nvSpPr>
        <p:spPr>
          <a:xfrm>
            <a:off x="9250680" y="2155825"/>
            <a:ext cx="701040" cy="579120"/>
          </a:xfrm>
          <a:prstGeom prst="rect">
            <a:avLst/>
          </a:prstGeom>
          <a:solidFill>
            <a:srgbClr val="FF0000"/>
          </a:solidFill>
          <a:ln w="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/>
          </a:lstStyle>
          <a:p>
            <a:endParaRPr lang="en-US"/>
          </a:p>
        </p:txBody>
      </p:sp>
      <p:sp>
        <p:nvSpPr>
          <p:cNvPr id="16" name="New shape"/>
          <p:cNvSpPr/>
          <p:nvPr/>
        </p:nvSpPr>
        <p:spPr>
          <a:xfrm>
            <a:off x="9951720" y="2155825"/>
            <a:ext cx="701040" cy="579120"/>
          </a:xfrm>
          <a:prstGeom prst="rect">
            <a:avLst/>
          </a:prstGeom>
          <a:solidFill>
            <a:srgbClr val="FF0000"/>
          </a:solidFill>
          <a:ln w="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/>
          </a:lstStyle>
          <a:p>
            <a:endParaRPr lang="en-US"/>
          </a:p>
        </p:txBody>
      </p:sp>
      <p:sp>
        <p:nvSpPr>
          <p:cNvPr id="17" name="New shape"/>
          <p:cNvSpPr/>
          <p:nvPr/>
        </p:nvSpPr>
        <p:spPr>
          <a:xfrm>
            <a:off x="10652761" y="2155825"/>
            <a:ext cx="701040" cy="579120"/>
          </a:xfrm>
          <a:prstGeom prst="rect">
            <a:avLst/>
          </a:prstGeom>
          <a:solidFill>
            <a:srgbClr val="FF0000"/>
          </a:solidFill>
          <a:ln w="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/>
          </a:lstStyle>
          <a:p>
            <a:endParaRPr lang="en-US"/>
          </a:p>
        </p:txBody>
      </p:sp>
      <p:sp>
        <p:nvSpPr>
          <p:cNvPr id="18" name="New shape"/>
          <p:cNvSpPr/>
          <p:nvPr/>
        </p:nvSpPr>
        <p:spPr>
          <a:xfrm>
            <a:off x="838200" y="2734945"/>
            <a:ext cx="701040" cy="370840"/>
          </a:xfrm>
          <a:prstGeom prst="rect">
            <a:avLst/>
          </a:prstGeom>
          <a:solidFill>
            <a:srgbClr val="FFFFFF"/>
          </a:solidFill>
          <a:ln w="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/>
          </a:lstStyle>
          <a:p>
            <a:endParaRPr lang="en-US"/>
          </a:p>
        </p:txBody>
      </p:sp>
      <p:sp>
        <p:nvSpPr>
          <p:cNvPr id="19" name="New shape"/>
          <p:cNvSpPr/>
          <p:nvPr/>
        </p:nvSpPr>
        <p:spPr>
          <a:xfrm>
            <a:off x="1539240" y="2734945"/>
            <a:ext cx="701040" cy="370840"/>
          </a:xfrm>
          <a:prstGeom prst="rect">
            <a:avLst/>
          </a:prstGeom>
          <a:solidFill>
            <a:srgbClr val="FFFFFF"/>
          </a:solidFill>
          <a:ln w="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/>
          </a:lstStyle>
          <a:p>
            <a:endParaRPr lang="en-US"/>
          </a:p>
        </p:txBody>
      </p:sp>
      <p:sp>
        <p:nvSpPr>
          <p:cNvPr id="20" name="New shape"/>
          <p:cNvSpPr/>
          <p:nvPr/>
        </p:nvSpPr>
        <p:spPr>
          <a:xfrm>
            <a:off x="2240280" y="2734945"/>
            <a:ext cx="701040" cy="370840"/>
          </a:xfrm>
          <a:prstGeom prst="rect">
            <a:avLst/>
          </a:prstGeom>
          <a:solidFill>
            <a:srgbClr val="FFFFFF"/>
          </a:solidFill>
          <a:ln w="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/>
          </a:lstStyle>
          <a:p>
            <a:endParaRPr lang="en-US"/>
          </a:p>
        </p:txBody>
      </p:sp>
      <p:sp>
        <p:nvSpPr>
          <p:cNvPr id="21" name="New shape"/>
          <p:cNvSpPr/>
          <p:nvPr/>
        </p:nvSpPr>
        <p:spPr>
          <a:xfrm>
            <a:off x="2941320" y="2734945"/>
            <a:ext cx="701040" cy="370840"/>
          </a:xfrm>
          <a:prstGeom prst="rect">
            <a:avLst/>
          </a:prstGeom>
          <a:solidFill>
            <a:srgbClr val="FFFFFF"/>
          </a:solidFill>
          <a:ln w="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/>
          </a:lstStyle>
          <a:p>
            <a:endParaRPr lang="en-US"/>
          </a:p>
        </p:txBody>
      </p:sp>
      <p:sp>
        <p:nvSpPr>
          <p:cNvPr id="22" name="New shape"/>
          <p:cNvSpPr/>
          <p:nvPr/>
        </p:nvSpPr>
        <p:spPr>
          <a:xfrm>
            <a:off x="3642360" y="2734945"/>
            <a:ext cx="701040" cy="370840"/>
          </a:xfrm>
          <a:prstGeom prst="rect">
            <a:avLst/>
          </a:prstGeom>
          <a:solidFill>
            <a:srgbClr val="FFFFFF"/>
          </a:solidFill>
          <a:ln w="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/>
          </a:lstStyle>
          <a:p>
            <a:endParaRPr lang="en-US"/>
          </a:p>
        </p:txBody>
      </p:sp>
      <p:sp>
        <p:nvSpPr>
          <p:cNvPr id="23" name="New shape"/>
          <p:cNvSpPr/>
          <p:nvPr/>
        </p:nvSpPr>
        <p:spPr>
          <a:xfrm>
            <a:off x="4343400" y="2734945"/>
            <a:ext cx="701040" cy="370840"/>
          </a:xfrm>
          <a:prstGeom prst="rect">
            <a:avLst/>
          </a:prstGeom>
          <a:solidFill>
            <a:srgbClr val="FFFFFF"/>
          </a:solidFill>
          <a:ln w="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/>
          </a:lstStyle>
          <a:p>
            <a:endParaRPr lang="en-US"/>
          </a:p>
        </p:txBody>
      </p:sp>
      <p:sp>
        <p:nvSpPr>
          <p:cNvPr id="24" name="New shape"/>
          <p:cNvSpPr/>
          <p:nvPr/>
        </p:nvSpPr>
        <p:spPr>
          <a:xfrm>
            <a:off x="5044440" y="2734945"/>
            <a:ext cx="701040" cy="370840"/>
          </a:xfrm>
          <a:prstGeom prst="rect">
            <a:avLst/>
          </a:prstGeom>
          <a:solidFill>
            <a:srgbClr val="FFFFFF"/>
          </a:solidFill>
          <a:ln w="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/>
          </a:lstStyle>
          <a:p>
            <a:endParaRPr lang="en-US"/>
          </a:p>
        </p:txBody>
      </p:sp>
      <p:sp>
        <p:nvSpPr>
          <p:cNvPr id="25" name="New shape"/>
          <p:cNvSpPr/>
          <p:nvPr/>
        </p:nvSpPr>
        <p:spPr>
          <a:xfrm>
            <a:off x="5745480" y="2734945"/>
            <a:ext cx="701040" cy="370840"/>
          </a:xfrm>
          <a:prstGeom prst="rect">
            <a:avLst/>
          </a:prstGeom>
          <a:solidFill>
            <a:srgbClr val="FFFFFF"/>
          </a:solidFill>
          <a:ln w="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/>
          </a:lstStyle>
          <a:p>
            <a:endParaRPr lang="en-US"/>
          </a:p>
        </p:txBody>
      </p:sp>
      <p:sp>
        <p:nvSpPr>
          <p:cNvPr id="26" name="New shape"/>
          <p:cNvSpPr/>
          <p:nvPr/>
        </p:nvSpPr>
        <p:spPr>
          <a:xfrm>
            <a:off x="6446520" y="2734945"/>
            <a:ext cx="701040" cy="370840"/>
          </a:xfrm>
          <a:prstGeom prst="rect">
            <a:avLst/>
          </a:prstGeom>
          <a:solidFill>
            <a:srgbClr val="FFFFFF"/>
          </a:solidFill>
          <a:ln w="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/>
          </a:lstStyle>
          <a:p>
            <a:endParaRPr lang="en-US"/>
          </a:p>
        </p:txBody>
      </p:sp>
      <p:sp>
        <p:nvSpPr>
          <p:cNvPr id="27" name="New shape"/>
          <p:cNvSpPr/>
          <p:nvPr/>
        </p:nvSpPr>
        <p:spPr>
          <a:xfrm>
            <a:off x="7147561" y="2734945"/>
            <a:ext cx="701040" cy="370840"/>
          </a:xfrm>
          <a:prstGeom prst="rect">
            <a:avLst/>
          </a:prstGeom>
          <a:solidFill>
            <a:srgbClr val="FFFFFF"/>
          </a:solidFill>
          <a:ln w="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/>
          </a:lstStyle>
          <a:p>
            <a:endParaRPr lang="en-US"/>
          </a:p>
        </p:txBody>
      </p:sp>
      <p:sp>
        <p:nvSpPr>
          <p:cNvPr id="28" name="New shape"/>
          <p:cNvSpPr/>
          <p:nvPr/>
        </p:nvSpPr>
        <p:spPr>
          <a:xfrm>
            <a:off x="7848600" y="2734945"/>
            <a:ext cx="701040" cy="370840"/>
          </a:xfrm>
          <a:prstGeom prst="rect">
            <a:avLst/>
          </a:prstGeom>
          <a:solidFill>
            <a:srgbClr val="FFFFFF"/>
          </a:solidFill>
          <a:ln w="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/>
          </a:lstStyle>
          <a:p>
            <a:endParaRPr lang="en-US"/>
          </a:p>
        </p:txBody>
      </p:sp>
      <p:sp>
        <p:nvSpPr>
          <p:cNvPr id="29" name="New shape"/>
          <p:cNvSpPr/>
          <p:nvPr/>
        </p:nvSpPr>
        <p:spPr>
          <a:xfrm>
            <a:off x="8549641" y="2734945"/>
            <a:ext cx="701040" cy="370840"/>
          </a:xfrm>
          <a:prstGeom prst="rect">
            <a:avLst/>
          </a:prstGeom>
          <a:solidFill>
            <a:srgbClr val="FFFFFF"/>
          </a:solidFill>
          <a:ln w="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/>
          </a:lstStyle>
          <a:p>
            <a:endParaRPr lang="en-US"/>
          </a:p>
        </p:txBody>
      </p:sp>
      <p:sp>
        <p:nvSpPr>
          <p:cNvPr id="30" name="New shape"/>
          <p:cNvSpPr/>
          <p:nvPr/>
        </p:nvSpPr>
        <p:spPr>
          <a:xfrm>
            <a:off x="9250680" y="2734945"/>
            <a:ext cx="701040" cy="370840"/>
          </a:xfrm>
          <a:prstGeom prst="rect">
            <a:avLst/>
          </a:prstGeom>
          <a:solidFill>
            <a:srgbClr val="FFFFFF"/>
          </a:solidFill>
          <a:ln w="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/>
          </a:lstStyle>
          <a:p>
            <a:endParaRPr lang="en-US"/>
          </a:p>
        </p:txBody>
      </p:sp>
      <p:sp>
        <p:nvSpPr>
          <p:cNvPr id="31" name="New shape"/>
          <p:cNvSpPr/>
          <p:nvPr/>
        </p:nvSpPr>
        <p:spPr>
          <a:xfrm>
            <a:off x="9951720" y="2734945"/>
            <a:ext cx="701040" cy="370840"/>
          </a:xfrm>
          <a:prstGeom prst="rect">
            <a:avLst/>
          </a:prstGeom>
          <a:solidFill>
            <a:srgbClr val="FFFFFF"/>
          </a:solidFill>
          <a:ln w="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/>
          </a:lstStyle>
          <a:p>
            <a:endParaRPr lang="en-US"/>
          </a:p>
        </p:txBody>
      </p:sp>
      <p:sp>
        <p:nvSpPr>
          <p:cNvPr id="32" name="New shape"/>
          <p:cNvSpPr/>
          <p:nvPr/>
        </p:nvSpPr>
        <p:spPr>
          <a:xfrm>
            <a:off x="10652761" y="2734945"/>
            <a:ext cx="701040" cy="370840"/>
          </a:xfrm>
          <a:prstGeom prst="rect">
            <a:avLst/>
          </a:prstGeom>
          <a:solidFill>
            <a:srgbClr val="FFFFFF"/>
          </a:solidFill>
          <a:ln w="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/>
          </a:lstStyle>
          <a:p>
            <a:endParaRPr lang="en-US"/>
          </a:p>
        </p:txBody>
      </p:sp>
      <p:sp>
        <p:nvSpPr>
          <p:cNvPr id="33" name="New shape"/>
          <p:cNvSpPr/>
          <p:nvPr/>
        </p:nvSpPr>
        <p:spPr>
          <a:xfrm>
            <a:off x="1539240" y="2149475"/>
            <a:ext cx="0" cy="962660"/>
          </a:xfrm>
          <a:prstGeom prst="line">
            <a:avLst/>
          </a:prstGeom>
          <a:ln w="12700">
            <a:solidFill>
              <a:srgbClr val="FFFFFF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>
            <a:defPPr/>
          </a:lstStyle>
          <a:p>
            <a:endParaRPr lang="en-US"/>
          </a:p>
        </p:txBody>
      </p:sp>
      <p:sp>
        <p:nvSpPr>
          <p:cNvPr id="34" name="New shape"/>
          <p:cNvSpPr/>
          <p:nvPr/>
        </p:nvSpPr>
        <p:spPr>
          <a:xfrm>
            <a:off x="2240280" y="2149475"/>
            <a:ext cx="0" cy="962660"/>
          </a:xfrm>
          <a:prstGeom prst="line">
            <a:avLst/>
          </a:prstGeom>
          <a:ln w="12700">
            <a:solidFill>
              <a:srgbClr val="FFFFFF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>
            <a:defPPr/>
          </a:lstStyle>
          <a:p>
            <a:endParaRPr lang="en-US"/>
          </a:p>
        </p:txBody>
      </p:sp>
      <p:sp>
        <p:nvSpPr>
          <p:cNvPr id="35" name="New shape"/>
          <p:cNvSpPr/>
          <p:nvPr/>
        </p:nvSpPr>
        <p:spPr>
          <a:xfrm>
            <a:off x="2941320" y="2149475"/>
            <a:ext cx="0" cy="962660"/>
          </a:xfrm>
          <a:prstGeom prst="line">
            <a:avLst/>
          </a:prstGeom>
          <a:ln w="12700">
            <a:solidFill>
              <a:srgbClr val="FFFFFF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>
            <a:defPPr/>
          </a:lstStyle>
          <a:p>
            <a:endParaRPr lang="en-US"/>
          </a:p>
        </p:txBody>
      </p:sp>
      <p:sp>
        <p:nvSpPr>
          <p:cNvPr id="36" name="New shape"/>
          <p:cNvSpPr/>
          <p:nvPr/>
        </p:nvSpPr>
        <p:spPr>
          <a:xfrm>
            <a:off x="3642360" y="2149475"/>
            <a:ext cx="0" cy="962660"/>
          </a:xfrm>
          <a:prstGeom prst="line">
            <a:avLst/>
          </a:prstGeom>
          <a:ln w="12700">
            <a:solidFill>
              <a:srgbClr val="FFFFFF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>
            <a:defPPr/>
          </a:lstStyle>
          <a:p>
            <a:endParaRPr lang="en-US"/>
          </a:p>
        </p:txBody>
      </p:sp>
      <p:sp>
        <p:nvSpPr>
          <p:cNvPr id="37" name="New shape"/>
          <p:cNvSpPr/>
          <p:nvPr/>
        </p:nvSpPr>
        <p:spPr>
          <a:xfrm>
            <a:off x="4343400" y="2149475"/>
            <a:ext cx="0" cy="962660"/>
          </a:xfrm>
          <a:prstGeom prst="line">
            <a:avLst/>
          </a:prstGeom>
          <a:ln w="12700">
            <a:solidFill>
              <a:srgbClr val="FFFFFF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>
            <a:defPPr/>
          </a:lstStyle>
          <a:p>
            <a:endParaRPr lang="en-US"/>
          </a:p>
        </p:txBody>
      </p:sp>
      <p:sp>
        <p:nvSpPr>
          <p:cNvPr id="38" name="New shape"/>
          <p:cNvSpPr/>
          <p:nvPr/>
        </p:nvSpPr>
        <p:spPr>
          <a:xfrm>
            <a:off x="5044440" y="2149475"/>
            <a:ext cx="0" cy="962660"/>
          </a:xfrm>
          <a:prstGeom prst="line">
            <a:avLst/>
          </a:prstGeom>
          <a:ln w="12700">
            <a:solidFill>
              <a:srgbClr val="FFFFFF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>
            <a:defPPr/>
          </a:lstStyle>
          <a:p>
            <a:endParaRPr lang="en-US"/>
          </a:p>
        </p:txBody>
      </p:sp>
      <p:sp>
        <p:nvSpPr>
          <p:cNvPr id="39" name="New shape"/>
          <p:cNvSpPr/>
          <p:nvPr/>
        </p:nvSpPr>
        <p:spPr>
          <a:xfrm>
            <a:off x="5745480" y="2149475"/>
            <a:ext cx="0" cy="962660"/>
          </a:xfrm>
          <a:prstGeom prst="line">
            <a:avLst/>
          </a:prstGeom>
          <a:ln w="12700">
            <a:solidFill>
              <a:srgbClr val="FFFFFF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>
            <a:defPPr/>
          </a:lstStyle>
          <a:p>
            <a:endParaRPr lang="en-US"/>
          </a:p>
        </p:txBody>
      </p:sp>
      <p:sp>
        <p:nvSpPr>
          <p:cNvPr id="40" name="New shape"/>
          <p:cNvSpPr/>
          <p:nvPr/>
        </p:nvSpPr>
        <p:spPr>
          <a:xfrm>
            <a:off x="6446520" y="2149475"/>
            <a:ext cx="0" cy="962660"/>
          </a:xfrm>
          <a:prstGeom prst="line">
            <a:avLst/>
          </a:prstGeom>
          <a:ln w="12700">
            <a:solidFill>
              <a:srgbClr val="FFFFFF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>
            <a:defPPr/>
          </a:lstStyle>
          <a:p>
            <a:endParaRPr lang="en-US"/>
          </a:p>
        </p:txBody>
      </p:sp>
      <p:sp>
        <p:nvSpPr>
          <p:cNvPr id="41" name="New shape"/>
          <p:cNvSpPr/>
          <p:nvPr/>
        </p:nvSpPr>
        <p:spPr>
          <a:xfrm>
            <a:off x="7147560" y="2149475"/>
            <a:ext cx="0" cy="962660"/>
          </a:xfrm>
          <a:prstGeom prst="line">
            <a:avLst/>
          </a:prstGeom>
          <a:ln w="12700">
            <a:solidFill>
              <a:srgbClr val="FFFFFF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>
            <a:defPPr/>
          </a:lstStyle>
          <a:p>
            <a:endParaRPr lang="en-US"/>
          </a:p>
        </p:txBody>
      </p:sp>
      <p:sp>
        <p:nvSpPr>
          <p:cNvPr id="42" name="New shape"/>
          <p:cNvSpPr/>
          <p:nvPr/>
        </p:nvSpPr>
        <p:spPr>
          <a:xfrm>
            <a:off x="7848600" y="2149475"/>
            <a:ext cx="0" cy="962660"/>
          </a:xfrm>
          <a:prstGeom prst="line">
            <a:avLst/>
          </a:prstGeom>
          <a:ln w="12700">
            <a:solidFill>
              <a:srgbClr val="FFFFFF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>
            <a:defPPr/>
          </a:lstStyle>
          <a:p>
            <a:endParaRPr lang="en-US"/>
          </a:p>
        </p:txBody>
      </p:sp>
      <p:sp>
        <p:nvSpPr>
          <p:cNvPr id="43" name="New shape"/>
          <p:cNvSpPr/>
          <p:nvPr/>
        </p:nvSpPr>
        <p:spPr>
          <a:xfrm>
            <a:off x="8549640" y="2149475"/>
            <a:ext cx="0" cy="962660"/>
          </a:xfrm>
          <a:prstGeom prst="line">
            <a:avLst/>
          </a:prstGeom>
          <a:ln w="12700">
            <a:solidFill>
              <a:srgbClr val="FFFFFF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>
            <a:defPPr/>
          </a:lstStyle>
          <a:p>
            <a:endParaRPr lang="en-US"/>
          </a:p>
        </p:txBody>
      </p:sp>
      <p:sp>
        <p:nvSpPr>
          <p:cNvPr id="44" name="New shape"/>
          <p:cNvSpPr/>
          <p:nvPr/>
        </p:nvSpPr>
        <p:spPr>
          <a:xfrm>
            <a:off x="9250680" y="2149475"/>
            <a:ext cx="0" cy="962660"/>
          </a:xfrm>
          <a:prstGeom prst="line">
            <a:avLst/>
          </a:prstGeom>
          <a:ln w="12700">
            <a:solidFill>
              <a:srgbClr val="FFFFFF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>
            <a:defPPr/>
          </a:lstStyle>
          <a:p>
            <a:endParaRPr lang="en-US"/>
          </a:p>
        </p:txBody>
      </p:sp>
      <p:sp>
        <p:nvSpPr>
          <p:cNvPr id="45" name="New shape"/>
          <p:cNvSpPr/>
          <p:nvPr/>
        </p:nvSpPr>
        <p:spPr>
          <a:xfrm>
            <a:off x="9951720" y="2149475"/>
            <a:ext cx="0" cy="962660"/>
          </a:xfrm>
          <a:prstGeom prst="line">
            <a:avLst/>
          </a:prstGeom>
          <a:ln w="12700">
            <a:solidFill>
              <a:srgbClr val="FFFFFF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>
            <a:defPPr/>
          </a:lstStyle>
          <a:p>
            <a:endParaRPr lang="en-US"/>
          </a:p>
        </p:txBody>
      </p:sp>
      <p:sp>
        <p:nvSpPr>
          <p:cNvPr id="46" name="New shape"/>
          <p:cNvSpPr/>
          <p:nvPr/>
        </p:nvSpPr>
        <p:spPr>
          <a:xfrm>
            <a:off x="10652760" y="2149475"/>
            <a:ext cx="0" cy="962660"/>
          </a:xfrm>
          <a:prstGeom prst="line">
            <a:avLst/>
          </a:prstGeom>
          <a:ln w="12700">
            <a:solidFill>
              <a:srgbClr val="FFFFFF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>
            <a:defPPr/>
          </a:lstStyle>
          <a:p>
            <a:endParaRPr lang="en-US"/>
          </a:p>
        </p:txBody>
      </p:sp>
      <p:sp>
        <p:nvSpPr>
          <p:cNvPr id="47" name="New shape"/>
          <p:cNvSpPr/>
          <p:nvPr/>
        </p:nvSpPr>
        <p:spPr>
          <a:xfrm>
            <a:off x="831850" y="2734945"/>
            <a:ext cx="10528300" cy="0"/>
          </a:xfrm>
          <a:prstGeom prst="line">
            <a:avLst/>
          </a:prstGeom>
          <a:ln w="38100">
            <a:solidFill>
              <a:srgbClr val="FFFFFF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>
            <a:defPPr/>
          </a:lstStyle>
          <a:p>
            <a:endParaRPr lang="en-US"/>
          </a:p>
        </p:txBody>
      </p:sp>
      <p:sp>
        <p:nvSpPr>
          <p:cNvPr id="48" name="New shape"/>
          <p:cNvSpPr/>
          <p:nvPr/>
        </p:nvSpPr>
        <p:spPr>
          <a:xfrm>
            <a:off x="838200" y="2149475"/>
            <a:ext cx="0" cy="962660"/>
          </a:xfrm>
          <a:prstGeom prst="line">
            <a:avLst/>
          </a:prstGeom>
          <a:ln w="12700">
            <a:solidFill>
              <a:srgbClr val="FFFFFF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>
            <a:defPPr/>
          </a:lstStyle>
          <a:p>
            <a:endParaRPr lang="en-US"/>
          </a:p>
        </p:txBody>
      </p:sp>
      <p:sp>
        <p:nvSpPr>
          <p:cNvPr id="49" name="New shape"/>
          <p:cNvSpPr/>
          <p:nvPr/>
        </p:nvSpPr>
        <p:spPr>
          <a:xfrm>
            <a:off x="11353800" y="2149475"/>
            <a:ext cx="0" cy="962660"/>
          </a:xfrm>
          <a:prstGeom prst="line">
            <a:avLst/>
          </a:prstGeom>
          <a:ln w="12700">
            <a:solidFill>
              <a:srgbClr val="FFFFFF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>
            <a:defPPr/>
          </a:lstStyle>
          <a:p>
            <a:endParaRPr lang="en-US"/>
          </a:p>
        </p:txBody>
      </p:sp>
      <p:sp>
        <p:nvSpPr>
          <p:cNvPr id="50" name="New shape"/>
          <p:cNvSpPr/>
          <p:nvPr/>
        </p:nvSpPr>
        <p:spPr>
          <a:xfrm>
            <a:off x="831850" y="2155825"/>
            <a:ext cx="10528300" cy="0"/>
          </a:xfrm>
          <a:prstGeom prst="line">
            <a:avLst/>
          </a:prstGeom>
          <a:ln w="12700">
            <a:solidFill>
              <a:srgbClr val="FFFFFF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>
            <a:defPPr/>
          </a:lstStyle>
          <a:p>
            <a:endParaRPr lang="en-US"/>
          </a:p>
        </p:txBody>
      </p:sp>
      <p:sp>
        <p:nvSpPr>
          <p:cNvPr id="51" name="New shape"/>
          <p:cNvSpPr/>
          <p:nvPr/>
        </p:nvSpPr>
        <p:spPr>
          <a:xfrm>
            <a:off x="831850" y="3105785"/>
            <a:ext cx="10528300" cy="0"/>
          </a:xfrm>
          <a:prstGeom prst="line">
            <a:avLst/>
          </a:prstGeom>
          <a:ln w="12700">
            <a:solidFill>
              <a:srgbClr val="FFFFFF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>
            <a:defPPr/>
          </a:lstStyle>
          <a:p>
            <a:endParaRPr lang="en-US"/>
          </a:p>
        </p:txBody>
      </p:sp>
      <p:sp>
        <p:nvSpPr>
          <p:cNvPr id="52" name="New shape"/>
          <p:cNvSpPr/>
          <p:nvPr/>
        </p:nvSpPr>
        <p:spPr>
          <a:xfrm>
            <a:off x="281940" y="4044061"/>
            <a:ext cx="2532888" cy="25908"/>
          </a:xfrm>
          <a:prstGeom prst="rect">
            <a:avLst/>
          </a:prstGeom>
          <a:solidFill>
            <a:srgbClr val="000000"/>
          </a:solidFill>
          <a:ln w="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/>
          </a:lstStyle>
          <a:p>
            <a:endParaRPr lang="en-US"/>
          </a:p>
        </p:txBody>
      </p:sp>
      <p:sp>
        <p:nvSpPr>
          <p:cNvPr id="53" name="New shape"/>
          <p:cNvSpPr/>
          <p:nvPr/>
        </p:nvSpPr>
        <p:spPr>
          <a:xfrm>
            <a:off x="7034276" y="861822"/>
            <a:ext cx="1079881" cy="457200"/>
          </a:xfrm>
          <a:prstGeom prst="rect">
            <a:avLst/>
          </a:prstGeom>
          <a:solidFill>
            <a:srgbClr val="5B9BD4"/>
          </a:solidFill>
          <a:ln w="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/>
          </a:lstStyle>
          <a:p>
            <a:endParaRPr lang="en-US"/>
          </a:p>
        </p:txBody>
      </p:sp>
      <p:sp>
        <p:nvSpPr>
          <p:cNvPr id="54" name="New shape"/>
          <p:cNvSpPr/>
          <p:nvPr/>
        </p:nvSpPr>
        <p:spPr>
          <a:xfrm>
            <a:off x="8114156" y="861822"/>
            <a:ext cx="1079881" cy="457200"/>
          </a:xfrm>
          <a:prstGeom prst="rect">
            <a:avLst/>
          </a:prstGeom>
          <a:solidFill>
            <a:srgbClr val="5B9BD4"/>
          </a:solidFill>
          <a:ln w="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/>
          </a:lstStyle>
          <a:p>
            <a:endParaRPr lang="en-US"/>
          </a:p>
        </p:txBody>
      </p:sp>
      <p:sp>
        <p:nvSpPr>
          <p:cNvPr id="55" name="New shape"/>
          <p:cNvSpPr/>
          <p:nvPr/>
        </p:nvSpPr>
        <p:spPr>
          <a:xfrm>
            <a:off x="9194037" y="861822"/>
            <a:ext cx="1079881" cy="457200"/>
          </a:xfrm>
          <a:prstGeom prst="rect">
            <a:avLst/>
          </a:prstGeom>
          <a:solidFill>
            <a:srgbClr val="5B9BD4"/>
          </a:solidFill>
          <a:ln w="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/>
          </a:lstStyle>
          <a:p>
            <a:endParaRPr lang="en-US"/>
          </a:p>
        </p:txBody>
      </p:sp>
      <p:sp>
        <p:nvSpPr>
          <p:cNvPr id="56" name="New shape"/>
          <p:cNvSpPr/>
          <p:nvPr/>
        </p:nvSpPr>
        <p:spPr>
          <a:xfrm>
            <a:off x="10273919" y="861822"/>
            <a:ext cx="1079881" cy="457200"/>
          </a:xfrm>
          <a:prstGeom prst="rect">
            <a:avLst/>
          </a:prstGeom>
          <a:solidFill>
            <a:srgbClr val="5B9BD4"/>
          </a:solidFill>
          <a:ln w="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/>
          </a:lstStyle>
          <a:p>
            <a:endParaRPr lang="en-US"/>
          </a:p>
        </p:txBody>
      </p:sp>
      <p:sp>
        <p:nvSpPr>
          <p:cNvPr id="57" name="New shape"/>
          <p:cNvSpPr/>
          <p:nvPr/>
        </p:nvSpPr>
        <p:spPr>
          <a:xfrm>
            <a:off x="7034276" y="1319022"/>
            <a:ext cx="1079881" cy="457200"/>
          </a:xfrm>
          <a:prstGeom prst="rect">
            <a:avLst/>
          </a:prstGeom>
          <a:solidFill>
            <a:srgbClr val="D2DEEE"/>
          </a:solidFill>
          <a:ln w="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/>
          </a:lstStyle>
          <a:p>
            <a:endParaRPr lang="en-US"/>
          </a:p>
        </p:txBody>
      </p:sp>
      <p:sp>
        <p:nvSpPr>
          <p:cNvPr id="58" name="New shape"/>
          <p:cNvSpPr/>
          <p:nvPr/>
        </p:nvSpPr>
        <p:spPr>
          <a:xfrm>
            <a:off x="8114156" y="1319022"/>
            <a:ext cx="1079881" cy="457200"/>
          </a:xfrm>
          <a:prstGeom prst="rect">
            <a:avLst/>
          </a:prstGeom>
          <a:solidFill>
            <a:srgbClr val="D2DEEE"/>
          </a:solidFill>
          <a:ln w="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/>
          </a:lstStyle>
          <a:p>
            <a:endParaRPr lang="en-US"/>
          </a:p>
        </p:txBody>
      </p:sp>
      <p:sp>
        <p:nvSpPr>
          <p:cNvPr id="59" name="New shape"/>
          <p:cNvSpPr/>
          <p:nvPr/>
        </p:nvSpPr>
        <p:spPr>
          <a:xfrm>
            <a:off x="9194037" y="1319022"/>
            <a:ext cx="1079881" cy="457200"/>
          </a:xfrm>
          <a:prstGeom prst="rect">
            <a:avLst/>
          </a:prstGeom>
          <a:solidFill>
            <a:srgbClr val="D2DEEE"/>
          </a:solidFill>
          <a:ln w="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/>
          </a:lstStyle>
          <a:p>
            <a:endParaRPr lang="en-US"/>
          </a:p>
        </p:txBody>
      </p:sp>
      <p:sp>
        <p:nvSpPr>
          <p:cNvPr id="60" name="New shape"/>
          <p:cNvSpPr/>
          <p:nvPr/>
        </p:nvSpPr>
        <p:spPr>
          <a:xfrm>
            <a:off x="10273919" y="1319022"/>
            <a:ext cx="1079881" cy="457200"/>
          </a:xfrm>
          <a:prstGeom prst="rect">
            <a:avLst/>
          </a:prstGeom>
          <a:solidFill>
            <a:srgbClr val="D2DEEE"/>
          </a:solidFill>
          <a:ln w="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/>
          </a:lstStyle>
          <a:p>
            <a:endParaRPr lang="en-US"/>
          </a:p>
        </p:txBody>
      </p:sp>
      <p:sp>
        <p:nvSpPr>
          <p:cNvPr id="61" name="New shape"/>
          <p:cNvSpPr/>
          <p:nvPr/>
        </p:nvSpPr>
        <p:spPr>
          <a:xfrm>
            <a:off x="8114157" y="855472"/>
            <a:ext cx="0" cy="927100"/>
          </a:xfrm>
          <a:prstGeom prst="line">
            <a:avLst/>
          </a:prstGeom>
          <a:ln w="12700">
            <a:solidFill>
              <a:srgbClr val="FFFFFF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>
            <a:defPPr/>
          </a:lstStyle>
          <a:p>
            <a:endParaRPr lang="en-US"/>
          </a:p>
        </p:txBody>
      </p:sp>
      <p:sp>
        <p:nvSpPr>
          <p:cNvPr id="62" name="New shape"/>
          <p:cNvSpPr/>
          <p:nvPr/>
        </p:nvSpPr>
        <p:spPr>
          <a:xfrm>
            <a:off x="9194038" y="855472"/>
            <a:ext cx="0" cy="927100"/>
          </a:xfrm>
          <a:prstGeom prst="line">
            <a:avLst/>
          </a:prstGeom>
          <a:ln w="12700">
            <a:solidFill>
              <a:srgbClr val="FFFFFF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>
            <a:defPPr/>
          </a:lstStyle>
          <a:p>
            <a:endParaRPr lang="en-US"/>
          </a:p>
        </p:txBody>
      </p:sp>
      <p:sp>
        <p:nvSpPr>
          <p:cNvPr id="63" name="New shape"/>
          <p:cNvSpPr/>
          <p:nvPr/>
        </p:nvSpPr>
        <p:spPr>
          <a:xfrm>
            <a:off x="10273919" y="855472"/>
            <a:ext cx="0" cy="927100"/>
          </a:xfrm>
          <a:prstGeom prst="line">
            <a:avLst/>
          </a:prstGeom>
          <a:ln w="12700">
            <a:solidFill>
              <a:srgbClr val="FFFFFF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>
            <a:defPPr/>
          </a:lstStyle>
          <a:p>
            <a:endParaRPr lang="en-US"/>
          </a:p>
        </p:txBody>
      </p:sp>
      <p:sp>
        <p:nvSpPr>
          <p:cNvPr id="64" name="New shape"/>
          <p:cNvSpPr/>
          <p:nvPr/>
        </p:nvSpPr>
        <p:spPr>
          <a:xfrm>
            <a:off x="7027926" y="1319022"/>
            <a:ext cx="4332224" cy="0"/>
          </a:xfrm>
          <a:prstGeom prst="line">
            <a:avLst/>
          </a:prstGeom>
          <a:ln w="38100">
            <a:solidFill>
              <a:srgbClr val="FFFFFF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>
            <a:defPPr/>
          </a:lstStyle>
          <a:p>
            <a:endParaRPr lang="en-US"/>
          </a:p>
        </p:txBody>
      </p:sp>
      <p:sp>
        <p:nvSpPr>
          <p:cNvPr id="65" name="New shape"/>
          <p:cNvSpPr/>
          <p:nvPr/>
        </p:nvSpPr>
        <p:spPr>
          <a:xfrm>
            <a:off x="7034276" y="855472"/>
            <a:ext cx="0" cy="927100"/>
          </a:xfrm>
          <a:prstGeom prst="line">
            <a:avLst/>
          </a:prstGeom>
          <a:ln w="12700">
            <a:solidFill>
              <a:srgbClr val="FFFFFF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>
            <a:defPPr/>
          </a:lstStyle>
          <a:p>
            <a:endParaRPr lang="en-US"/>
          </a:p>
        </p:txBody>
      </p:sp>
      <p:sp>
        <p:nvSpPr>
          <p:cNvPr id="66" name="New shape"/>
          <p:cNvSpPr/>
          <p:nvPr/>
        </p:nvSpPr>
        <p:spPr>
          <a:xfrm>
            <a:off x="11353800" y="855472"/>
            <a:ext cx="0" cy="927100"/>
          </a:xfrm>
          <a:prstGeom prst="line">
            <a:avLst/>
          </a:prstGeom>
          <a:ln w="12700">
            <a:solidFill>
              <a:srgbClr val="FFFFFF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>
            <a:defPPr/>
          </a:lstStyle>
          <a:p>
            <a:endParaRPr lang="en-US"/>
          </a:p>
        </p:txBody>
      </p:sp>
      <p:sp>
        <p:nvSpPr>
          <p:cNvPr id="67" name="New shape"/>
          <p:cNvSpPr/>
          <p:nvPr/>
        </p:nvSpPr>
        <p:spPr>
          <a:xfrm>
            <a:off x="7027926" y="861822"/>
            <a:ext cx="4332224" cy="0"/>
          </a:xfrm>
          <a:prstGeom prst="line">
            <a:avLst/>
          </a:prstGeom>
          <a:ln w="12700">
            <a:solidFill>
              <a:srgbClr val="FFFFFF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>
            <a:defPPr/>
          </a:lstStyle>
          <a:p>
            <a:endParaRPr lang="en-US"/>
          </a:p>
        </p:txBody>
      </p:sp>
      <p:sp>
        <p:nvSpPr>
          <p:cNvPr id="68" name="New shape"/>
          <p:cNvSpPr/>
          <p:nvPr/>
        </p:nvSpPr>
        <p:spPr>
          <a:xfrm>
            <a:off x="7027926" y="1776222"/>
            <a:ext cx="4332224" cy="0"/>
          </a:xfrm>
          <a:prstGeom prst="line">
            <a:avLst/>
          </a:prstGeom>
          <a:ln w="12700">
            <a:solidFill>
              <a:srgbClr val="FFFFFF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>
            <a:defPPr/>
          </a:lstStyle>
          <a:p>
            <a:endParaRPr lang="en-US"/>
          </a:p>
        </p:txBody>
      </p:sp>
      <p:sp>
        <p:nvSpPr>
          <p:cNvPr id="69" name="New shape"/>
          <p:cNvSpPr/>
          <p:nvPr/>
        </p:nvSpPr>
        <p:spPr>
          <a:xfrm>
            <a:off x="929640" y="703804"/>
            <a:ext cx="3057104" cy="683121"/>
          </a:xfrm>
          <a:prstGeom prst="rect">
            <a:avLst/>
          </a:prstGeom>
          <a:noFill/>
        </p:spPr>
        <p:style>
          <a:lnRef idx="2">
            <a:srgbClr val="000000">
              <a:alpha val="0"/>
            </a:srgb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lIns="0" tIns="0" rtlCol="0" anchor="ctr">
            <a:spAutoFit/>
          </a:bodyPr>
          <a:lstStyle>
            <a:defPPr/>
          </a:lstStyle>
          <a:p>
            <a:r>
              <a:rPr lang="en-US" sz="4406">
                <a:solidFill>
                  <a:srgbClr val="00AFEF"/>
                </a:solidFill>
                <a:latin typeface="Calibri Light"/>
              </a:rPr>
              <a:t>Binary Search</a:t>
            </a:r>
          </a:p>
        </p:txBody>
      </p:sp>
      <p:sp>
        <p:nvSpPr>
          <p:cNvPr id="70" name="New shape"/>
          <p:cNvSpPr/>
          <p:nvPr/>
        </p:nvSpPr>
        <p:spPr>
          <a:xfrm>
            <a:off x="1085393" y="2235480"/>
            <a:ext cx="8249421" cy="496714"/>
          </a:xfrm>
          <a:prstGeom prst="rect">
            <a:avLst/>
          </a:prstGeom>
          <a:noFill/>
        </p:spPr>
        <p:style>
          <a:lnRef idx="2">
            <a:srgbClr val="000000">
              <a:alpha val="0"/>
            </a:srgb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lIns="0" tIns="0" rtlCol="0" anchor="ctr">
            <a:spAutoFit/>
          </a:bodyPr>
          <a:lstStyle>
            <a:defPPr/>
          </a:lstStyle>
          <a:p>
            <a:r>
              <a:rPr lang="en-US" sz="3204" b="1">
                <a:solidFill>
                  <a:srgbClr val="FFFFFF"/>
                </a:solidFill>
                <a:latin typeface="Calibri"/>
              </a:rPr>
              <a:t>67  8  910 11 14 15 17 19 22 23 25 28 30</a:t>
            </a:r>
          </a:p>
        </p:txBody>
      </p:sp>
      <p:sp>
        <p:nvSpPr>
          <p:cNvPr id="71" name="New shape"/>
          <p:cNvSpPr/>
          <p:nvPr/>
        </p:nvSpPr>
        <p:spPr>
          <a:xfrm>
            <a:off x="1075030" y="2798601"/>
            <a:ext cx="227039" cy="247427"/>
          </a:xfrm>
          <a:prstGeom prst="rect">
            <a:avLst/>
          </a:prstGeom>
          <a:noFill/>
        </p:spPr>
        <p:style>
          <a:lnRef idx="2">
            <a:srgbClr val="000000">
              <a:alpha val="0"/>
            </a:srgb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lIns="0" tIns="0" rtlCol="0" anchor="ctr">
            <a:spAutoFit/>
          </a:bodyPr>
          <a:lstStyle>
            <a:defPPr/>
          </a:lstStyle>
          <a:p>
            <a:r>
              <a:rPr lang="en-US" sz="1596" i="1">
                <a:solidFill>
                  <a:srgbClr val="7E7E7E"/>
                </a:solidFill>
                <a:latin typeface="Calibri"/>
              </a:rPr>
              <a:t>[0]</a:t>
            </a:r>
          </a:p>
        </p:txBody>
      </p:sp>
      <p:sp>
        <p:nvSpPr>
          <p:cNvPr id="72" name="New shape"/>
          <p:cNvSpPr/>
          <p:nvPr/>
        </p:nvSpPr>
        <p:spPr>
          <a:xfrm>
            <a:off x="1776095" y="2798601"/>
            <a:ext cx="227039" cy="247427"/>
          </a:xfrm>
          <a:prstGeom prst="rect">
            <a:avLst/>
          </a:prstGeom>
          <a:noFill/>
        </p:spPr>
        <p:style>
          <a:lnRef idx="2">
            <a:srgbClr val="000000">
              <a:alpha val="0"/>
            </a:srgb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lIns="0" tIns="0" rtlCol="0" anchor="ctr">
            <a:spAutoFit/>
          </a:bodyPr>
          <a:lstStyle>
            <a:defPPr/>
          </a:lstStyle>
          <a:p>
            <a:r>
              <a:rPr lang="en-US" sz="1596" i="1">
                <a:solidFill>
                  <a:srgbClr val="7E7E7E"/>
                </a:solidFill>
                <a:latin typeface="Calibri"/>
              </a:rPr>
              <a:t>[1]</a:t>
            </a:r>
          </a:p>
        </p:txBody>
      </p:sp>
      <p:sp>
        <p:nvSpPr>
          <p:cNvPr id="73" name="New shape"/>
          <p:cNvSpPr/>
          <p:nvPr/>
        </p:nvSpPr>
        <p:spPr>
          <a:xfrm>
            <a:off x="2477135" y="2798601"/>
            <a:ext cx="227039" cy="247427"/>
          </a:xfrm>
          <a:prstGeom prst="rect">
            <a:avLst/>
          </a:prstGeom>
          <a:noFill/>
        </p:spPr>
        <p:style>
          <a:lnRef idx="2">
            <a:srgbClr val="000000">
              <a:alpha val="0"/>
            </a:srgb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lIns="0" tIns="0" rtlCol="0" anchor="ctr">
            <a:spAutoFit/>
          </a:bodyPr>
          <a:lstStyle>
            <a:defPPr/>
          </a:lstStyle>
          <a:p>
            <a:r>
              <a:rPr lang="en-US" sz="1596" i="1">
                <a:solidFill>
                  <a:srgbClr val="7E7E7E"/>
                </a:solidFill>
                <a:latin typeface="Calibri"/>
              </a:rPr>
              <a:t>[2]</a:t>
            </a:r>
          </a:p>
        </p:txBody>
      </p:sp>
      <p:sp>
        <p:nvSpPr>
          <p:cNvPr id="74" name="New shape"/>
          <p:cNvSpPr/>
          <p:nvPr/>
        </p:nvSpPr>
        <p:spPr>
          <a:xfrm>
            <a:off x="3178175" y="2798601"/>
            <a:ext cx="227039" cy="247427"/>
          </a:xfrm>
          <a:prstGeom prst="rect">
            <a:avLst/>
          </a:prstGeom>
          <a:noFill/>
        </p:spPr>
        <p:style>
          <a:lnRef idx="2">
            <a:srgbClr val="000000">
              <a:alpha val="0"/>
            </a:srgb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lIns="0" tIns="0" rtlCol="0" anchor="ctr">
            <a:spAutoFit/>
          </a:bodyPr>
          <a:lstStyle>
            <a:defPPr/>
          </a:lstStyle>
          <a:p>
            <a:r>
              <a:rPr lang="en-US" sz="1596" i="1">
                <a:solidFill>
                  <a:srgbClr val="7E7E7E"/>
                </a:solidFill>
                <a:latin typeface="Calibri"/>
              </a:rPr>
              <a:t>[3]</a:t>
            </a:r>
          </a:p>
        </p:txBody>
      </p:sp>
      <p:sp>
        <p:nvSpPr>
          <p:cNvPr id="75" name="New shape"/>
          <p:cNvSpPr/>
          <p:nvPr/>
        </p:nvSpPr>
        <p:spPr>
          <a:xfrm>
            <a:off x="3879469" y="2798601"/>
            <a:ext cx="227039" cy="247427"/>
          </a:xfrm>
          <a:prstGeom prst="rect">
            <a:avLst/>
          </a:prstGeom>
          <a:noFill/>
        </p:spPr>
        <p:style>
          <a:lnRef idx="2">
            <a:srgbClr val="000000">
              <a:alpha val="0"/>
            </a:srgb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lIns="0" tIns="0" rtlCol="0" anchor="ctr">
            <a:spAutoFit/>
          </a:bodyPr>
          <a:lstStyle>
            <a:defPPr/>
          </a:lstStyle>
          <a:p>
            <a:r>
              <a:rPr lang="en-US" sz="1596" i="1">
                <a:solidFill>
                  <a:srgbClr val="7E7E7E"/>
                </a:solidFill>
                <a:latin typeface="Calibri"/>
              </a:rPr>
              <a:t>[4]</a:t>
            </a:r>
          </a:p>
        </p:txBody>
      </p:sp>
      <p:sp>
        <p:nvSpPr>
          <p:cNvPr id="76" name="New shape"/>
          <p:cNvSpPr/>
          <p:nvPr/>
        </p:nvSpPr>
        <p:spPr>
          <a:xfrm>
            <a:off x="4580509" y="2798601"/>
            <a:ext cx="227039" cy="247427"/>
          </a:xfrm>
          <a:prstGeom prst="rect">
            <a:avLst/>
          </a:prstGeom>
          <a:noFill/>
        </p:spPr>
        <p:style>
          <a:lnRef idx="2">
            <a:srgbClr val="000000">
              <a:alpha val="0"/>
            </a:srgb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lIns="0" tIns="0" rtlCol="0" anchor="ctr">
            <a:spAutoFit/>
          </a:bodyPr>
          <a:lstStyle>
            <a:defPPr/>
          </a:lstStyle>
          <a:p>
            <a:r>
              <a:rPr lang="en-US" sz="1596" i="1">
                <a:solidFill>
                  <a:srgbClr val="7E7E7E"/>
                </a:solidFill>
                <a:latin typeface="Calibri"/>
              </a:rPr>
              <a:t>[5]</a:t>
            </a:r>
          </a:p>
        </p:txBody>
      </p:sp>
      <p:sp>
        <p:nvSpPr>
          <p:cNvPr id="77" name="New shape"/>
          <p:cNvSpPr/>
          <p:nvPr/>
        </p:nvSpPr>
        <p:spPr>
          <a:xfrm>
            <a:off x="5281549" y="2798601"/>
            <a:ext cx="227039" cy="247427"/>
          </a:xfrm>
          <a:prstGeom prst="rect">
            <a:avLst/>
          </a:prstGeom>
          <a:noFill/>
        </p:spPr>
        <p:style>
          <a:lnRef idx="2">
            <a:srgbClr val="000000">
              <a:alpha val="0"/>
            </a:srgb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lIns="0" tIns="0" rtlCol="0" anchor="ctr">
            <a:spAutoFit/>
          </a:bodyPr>
          <a:lstStyle>
            <a:defPPr/>
          </a:lstStyle>
          <a:p>
            <a:r>
              <a:rPr lang="en-US" sz="1596" i="1">
                <a:solidFill>
                  <a:srgbClr val="7E7E7E"/>
                </a:solidFill>
                <a:latin typeface="Calibri"/>
              </a:rPr>
              <a:t>[6]</a:t>
            </a:r>
          </a:p>
        </p:txBody>
      </p:sp>
      <p:sp>
        <p:nvSpPr>
          <p:cNvPr id="78" name="New shape"/>
          <p:cNvSpPr/>
          <p:nvPr/>
        </p:nvSpPr>
        <p:spPr>
          <a:xfrm>
            <a:off x="5982970" y="2798601"/>
            <a:ext cx="227039" cy="247427"/>
          </a:xfrm>
          <a:prstGeom prst="rect">
            <a:avLst/>
          </a:prstGeom>
          <a:noFill/>
        </p:spPr>
        <p:style>
          <a:lnRef idx="2">
            <a:srgbClr val="000000">
              <a:alpha val="0"/>
            </a:srgb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lIns="0" tIns="0" rtlCol="0" anchor="ctr">
            <a:spAutoFit/>
          </a:bodyPr>
          <a:lstStyle>
            <a:defPPr/>
          </a:lstStyle>
          <a:p>
            <a:r>
              <a:rPr lang="en-US" sz="1596" i="1">
                <a:solidFill>
                  <a:srgbClr val="7E7E7E"/>
                </a:solidFill>
                <a:latin typeface="Calibri"/>
              </a:rPr>
              <a:t>[7]</a:t>
            </a:r>
          </a:p>
        </p:txBody>
      </p:sp>
      <p:sp>
        <p:nvSpPr>
          <p:cNvPr id="79" name="New shape"/>
          <p:cNvSpPr/>
          <p:nvPr/>
        </p:nvSpPr>
        <p:spPr>
          <a:xfrm>
            <a:off x="6684010" y="2798601"/>
            <a:ext cx="227039" cy="247427"/>
          </a:xfrm>
          <a:prstGeom prst="rect">
            <a:avLst/>
          </a:prstGeom>
          <a:noFill/>
        </p:spPr>
        <p:style>
          <a:lnRef idx="2">
            <a:srgbClr val="000000">
              <a:alpha val="0"/>
            </a:srgb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lIns="0" tIns="0" rtlCol="0" anchor="ctr">
            <a:spAutoFit/>
          </a:bodyPr>
          <a:lstStyle>
            <a:defPPr/>
          </a:lstStyle>
          <a:p>
            <a:r>
              <a:rPr lang="en-US" sz="1596" i="1">
                <a:solidFill>
                  <a:srgbClr val="7E7E7E"/>
                </a:solidFill>
                <a:latin typeface="Calibri"/>
              </a:rPr>
              <a:t>[8]</a:t>
            </a:r>
          </a:p>
        </p:txBody>
      </p:sp>
      <p:sp>
        <p:nvSpPr>
          <p:cNvPr id="80" name="New shape"/>
          <p:cNvSpPr/>
          <p:nvPr/>
        </p:nvSpPr>
        <p:spPr>
          <a:xfrm>
            <a:off x="7385050" y="2798601"/>
            <a:ext cx="227039" cy="247427"/>
          </a:xfrm>
          <a:prstGeom prst="rect">
            <a:avLst/>
          </a:prstGeom>
          <a:noFill/>
        </p:spPr>
        <p:style>
          <a:lnRef idx="2">
            <a:srgbClr val="000000">
              <a:alpha val="0"/>
            </a:srgb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lIns="0" tIns="0" rtlCol="0" anchor="ctr">
            <a:spAutoFit/>
          </a:bodyPr>
          <a:lstStyle>
            <a:defPPr/>
          </a:lstStyle>
          <a:p>
            <a:r>
              <a:rPr lang="en-US" sz="1596" i="1">
                <a:solidFill>
                  <a:srgbClr val="7E7E7E"/>
                </a:solidFill>
                <a:latin typeface="Calibri"/>
              </a:rPr>
              <a:t>[9]</a:t>
            </a:r>
          </a:p>
        </p:txBody>
      </p:sp>
      <p:sp>
        <p:nvSpPr>
          <p:cNvPr id="81" name="New shape"/>
          <p:cNvSpPr/>
          <p:nvPr/>
        </p:nvSpPr>
        <p:spPr>
          <a:xfrm>
            <a:off x="8035798" y="2798601"/>
            <a:ext cx="329770" cy="247427"/>
          </a:xfrm>
          <a:prstGeom prst="rect">
            <a:avLst/>
          </a:prstGeom>
          <a:noFill/>
        </p:spPr>
        <p:style>
          <a:lnRef idx="2">
            <a:srgbClr val="000000">
              <a:alpha val="0"/>
            </a:srgb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lIns="0" tIns="0" rtlCol="0" anchor="ctr">
            <a:spAutoFit/>
          </a:bodyPr>
          <a:lstStyle>
            <a:defPPr/>
          </a:lstStyle>
          <a:p>
            <a:r>
              <a:rPr lang="en-US" sz="1596" i="1">
                <a:solidFill>
                  <a:srgbClr val="7E7E7E"/>
                </a:solidFill>
                <a:latin typeface="Calibri"/>
              </a:rPr>
              <a:t>[10]</a:t>
            </a:r>
          </a:p>
        </p:txBody>
      </p:sp>
      <p:sp>
        <p:nvSpPr>
          <p:cNvPr id="82" name="New shape"/>
          <p:cNvSpPr/>
          <p:nvPr/>
        </p:nvSpPr>
        <p:spPr>
          <a:xfrm>
            <a:off x="8736838" y="2798601"/>
            <a:ext cx="329770" cy="247427"/>
          </a:xfrm>
          <a:prstGeom prst="rect">
            <a:avLst/>
          </a:prstGeom>
          <a:noFill/>
        </p:spPr>
        <p:style>
          <a:lnRef idx="2">
            <a:srgbClr val="000000">
              <a:alpha val="0"/>
            </a:srgb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lIns="0" tIns="0" rtlCol="0" anchor="ctr">
            <a:spAutoFit/>
          </a:bodyPr>
          <a:lstStyle>
            <a:defPPr/>
          </a:lstStyle>
          <a:p>
            <a:r>
              <a:rPr lang="en-US" sz="1596" i="1">
                <a:solidFill>
                  <a:srgbClr val="7E7E7E"/>
                </a:solidFill>
                <a:latin typeface="Calibri"/>
              </a:rPr>
              <a:t>[11]</a:t>
            </a:r>
          </a:p>
        </p:txBody>
      </p:sp>
      <p:sp>
        <p:nvSpPr>
          <p:cNvPr id="83" name="New shape"/>
          <p:cNvSpPr/>
          <p:nvPr/>
        </p:nvSpPr>
        <p:spPr>
          <a:xfrm>
            <a:off x="9438132" y="2798601"/>
            <a:ext cx="329770" cy="247427"/>
          </a:xfrm>
          <a:prstGeom prst="rect">
            <a:avLst/>
          </a:prstGeom>
          <a:noFill/>
        </p:spPr>
        <p:style>
          <a:lnRef idx="2">
            <a:srgbClr val="000000">
              <a:alpha val="0"/>
            </a:srgb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lIns="0" tIns="0" rtlCol="0" anchor="ctr">
            <a:spAutoFit/>
          </a:bodyPr>
          <a:lstStyle>
            <a:defPPr/>
          </a:lstStyle>
          <a:p>
            <a:r>
              <a:rPr lang="en-US" sz="1596" i="1">
                <a:solidFill>
                  <a:srgbClr val="7E7E7E"/>
                </a:solidFill>
                <a:latin typeface="Calibri"/>
              </a:rPr>
              <a:t>[12]</a:t>
            </a:r>
          </a:p>
        </p:txBody>
      </p:sp>
      <p:sp>
        <p:nvSpPr>
          <p:cNvPr id="84" name="New shape"/>
          <p:cNvSpPr/>
          <p:nvPr/>
        </p:nvSpPr>
        <p:spPr>
          <a:xfrm>
            <a:off x="10139172" y="2798601"/>
            <a:ext cx="329770" cy="247427"/>
          </a:xfrm>
          <a:prstGeom prst="rect">
            <a:avLst/>
          </a:prstGeom>
          <a:noFill/>
        </p:spPr>
        <p:style>
          <a:lnRef idx="2">
            <a:srgbClr val="000000">
              <a:alpha val="0"/>
            </a:srgb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lIns="0" tIns="0" rtlCol="0" anchor="ctr">
            <a:spAutoFit/>
          </a:bodyPr>
          <a:lstStyle>
            <a:defPPr/>
          </a:lstStyle>
          <a:p>
            <a:r>
              <a:rPr lang="en-US" sz="1596" i="1">
                <a:solidFill>
                  <a:srgbClr val="7E7E7E"/>
                </a:solidFill>
                <a:latin typeface="Calibri"/>
              </a:rPr>
              <a:t>[13]</a:t>
            </a:r>
          </a:p>
        </p:txBody>
      </p:sp>
      <p:sp>
        <p:nvSpPr>
          <p:cNvPr id="85" name="New shape"/>
          <p:cNvSpPr/>
          <p:nvPr/>
        </p:nvSpPr>
        <p:spPr>
          <a:xfrm>
            <a:off x="10840212" y="2798601"/>
            <a:ext cx="329770" cy="247427"/>
          </a:xfrm>
          <a:prstGeom prst="rect">
            <a:avLst/>
          </a:prstGeom>
          <a:noFill/>
        </p:spPr>
        <p:style>
          <a:lnRef idx="2">
            <a:srgbClr val="000000">
              <a:alpha val="0"/>
            </a:srgb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lIns="0" tIns="0" rtlCol="0" anchor="ctr">
            <a:spAutoFit/>
          </a:bodyPr>
          <a:lstStyle>
            <a:defPPr/>
          </a:lstStyle>
          <a:p>
            <a:r>
              <a:rPr lang="en-US" sz="1596" i="1">
                <a:solidFill>
                  <a:srgbClr val="7E7E7E"/>
                </a:solidFill>
                <a:latin typeface="Calibri"/>
              </a:rPr>
              <a:t>[14]</a:t>
            </a:r>
          </a:p>
        </p:txBody>
      </p:sp>
      <p:sp>
        <p:nvSpPr>
          <p:cNvPr id="86" name="New shape"/>
          <p:cNvSpPr/>
          <p:nvPr/>
        </p:nvSpPr>
        <p:spPr>
          <a:xfrm>
            <a:off x="281940" y="3651530"/>
            <a:ext cx="2535824" cy="496714"/>
          </a:xfrm>
          <a:prstGeom prst="rect">
            <a:avLst/>
          </a:prstGeom>
          <a:noFill/>
        </p:spPr>
        <p:style>
          <a:lnRef idx="2">
            <a:srgbClr val="000000">
              <a:alpha val="0"/>
            </a:srgb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lIns="0" tIns="0" rtlCol="0" anchor="ctr">
            <a:spAutoFit/>
          </a:bodyPr>
          <a:lstStyle>
            <a:defPPr/>
          </a:lstStyle>
          <a:p>
            <a:r>
              <a:rPr lang="en-US" sz="3204">
                <a:solidFill>
                  <a:srgbClr val="000000"/>
                </a:solidFill>
                <a:latin typeface="Calibri"/>
              </a:rPr>
              <a:t>In pseudocode:</a:t>
            </a:r>
          </a:p>
        </p:txBody>
      </p:sp>
      <p:sp>
        <p:nvSpPr>
          <p:cNvPr id="87" name="New shape"/>
          <p:cNvSpPr/>
          <p:nvPr/>
        </p:nvSpPr>
        <p:spPr>
          <a:xfrm>
            <a:off x="739140" y="4134458"/>
            <a:ext cx="5526351" cy="433834"/>
          </a:xfrm>
          <a:prstGeom prst="rect">
            <a:avLst/>
          </a:prstGeom>
          <a:noFill/>
        </p:spPr>
        <p:style>
          <a:lnRef idx="2">
            <a:srgbClr val="000000">
              <a:alpha val="0"/>
            </a:srgb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lIns="0" tIns="0" rtlCol="0" anchor="ctr">
            <a:spAutoFit/>
          </a:bodyPr>
          <a:lstStyle>
            <a:defPPr/>
          </a:lstStyle>
          <a:p>
            <a:r>
              <a:rPr lang="en-US" sz="2798">
                <a:solidFill>
                  <a:srgbClr val="000000"/>
                </a:solidFill>
                <a:latin typeface="Calibri"/>
              </a:rPr>
              <a:t>Repeat until the (sub)array is of size 0:</a:t>
            </a:r>
          </a:p>
        </p:txBody>
      </p:sp>
      <p:sp>
        <p:nvSpPr>
          <p:cNvPr id="88" name="New shape"/>
          <p:cNvSpPr/>
          <p:nvPr/>
        </p:nvSpPr>
        <p:spPr>
          <a:xfrm>
            <a:off x="1196645" y="4557550"/>
            <a:ext cx="6464945" cy="372070"/>
          </a:xfrm>
          <a:prstGeom prst="rect">
            <a:avLst/>
          </a:prstGeom>
          <a:noFill/>
        </p:spPr>
        <p:style>
          <a:lnRef idx="2">
            <a:srgbClr val="000000">
              <a:alpha val="0"/>
            </a:srgb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lIns="0" tIns="0" rtlCol="0" anchor="ctr">
            <a:spAutoFit/>
          </a:bodyPr>
          <a:lstStyle>
            <a:defPPr/>
          </a:lstStyle>
          <a:p>
            <a:r>
              <a:rPr lang="en-US" sz="2400">
                <a:solidFill>
                  <a:srgbClr val="000000"/>
                </a:solidFill>
                <a:latin typeface="Calibri"/>
              </a:rPr>
              <a:t>Calculate the middle point of the current (sub)array.</a:t>
            </a:r>
          </a:p>
        </p:txBody>
      </p:sp>
      <p:sp>
        <p:nvSpPr>
          <p:cNvPr id="89" name="New shape"/>
          <p:cNvSpPr/>
          <p:nvPr/>
        </p:nvSpPr>
        <p:spPr>
          <a:xfrm>
            <a:off x="1196645" y="4923310"/>
            <a:ext cx="4217045" cy="372070"/>
          </a:xfrm>
          <a:prstGeom prst="rect">
            <a:avLst/>
          </a:prstGeom>
          <a:noFill/>
        </p:spPr>
        <p:style>
          <a:lnRef idx="2">
            <a:srgbClr val="000000">
              <a:alpha val="0"/>
            </a:srgb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lIns="0" tIns="0" rtlCol="0" anchor="ctr">
            <a:spAutoFit/>
          </a:bodyPr>
          <a:lstStyle>
            <a:defPPr/>
          </a:lstStyle>
          <a:p>
            <a:r>
              <a:rPr lang="en-US" sz="2400">
                <a:solidFill>
                  <a:srgbClr val="000000"/>
                </a:solidFill>
                <a:latin typeface="Calibri"/>
              </a:rPr>
              <a:t>If the target is at the middle, stop.</a:t>
            </a:r>
          </a:p>
        </p:txBody>
      </p:sp>
      <p:sp>
        <p:nvSpPr>
          <p:cNvPr id="90" name="New shape"/>
          <p:cNvSpPr/>
          <p:nvPr/>
        </p:nvSpPr>
        <p:spPr>
          <a:xfrm>
            <a:off x="1196645" y="5288810"/>
            <a:ext cx="10248423" cy="372442"/>
          </a:xfrm>
          <a:prstGeom prst="rect">
            <a:avLst/>
          </a:prstGeom>
          <a:noFill/>
        </p:spPr>
        <p:style>
          <a:lnRef idx="2">
            <a:srgbClr val="000000">
              <a:alpha val="0"/>
            </a:srgb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lIns="0" tIns="0" rtlCol="0" anchor="ctr">
            <a:spAutoFit/>
          </a:bodyPr>
          <a:lstStyle>
            <a:defPPr/>
          </a:lstStyle>
          <a:p>
            <a:r>
              <a:rPr lang="en-US" sz="2402">
                <a:solidFill>
                  <a:srgbClr val="000000"/>
                </a:solidFill>
                <a:latin typeface="Calibri"/>
              </a:rPr>
              <a:t>Otherwise, if the target is less than what’s at the middle, repeat, changing the end </a:t>
            </a:r>
          </a:p>
        </p:txBody>
      </p:sp>
      <p:sp>
        <p:nvSpPr>
          <p:cNvPr id="91" name="New shape"/>
          <p:cNvSpPr/>
          <p:nvPr/>
        </p:nvSpPr>
        <p:spPr>
          <a:xfrm>
            <a:off x="1196645" y="5655109"/>
            <a:ext cx="4992291" cy="372070"/>
          </a:xfrm>
          <a:prstGeom prst="rect">
            <a:avLst/>
          </a:prstGeom>
          <a:noFill/>
        </p:spPr>
        <p:style>
          <a:lnRef idx="2">
            <a:srgbClr val="000000">
              <a:alpha val="0"/>
            </a:srgb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lIns="0" tIns="0" rtlCol="0" anchor="ctr">
            <a:spAutoFit/>
          </a:bodyPr>
          <a:lstStyle>
            <a:defPPr/>
          </a:lstStyle>
          <a:p>
            <a:r>
              <a:rPr lang="en-US" sz="2400">
                <a:solidFill>
                  <a:srgbClr val="000000"/>
                </a:solidFill>
                <a:latin typeface="Calibri"/>
              </a:rPr>
              <a:t>point to be just to the left of the middle.</a:t>
            </a:r>
          </a:p>
        </p:txBody>
      </p:sp>
      <p:sp>
        <p:nvSpPr>
          <p:cNvPr id="92" name="New shape"/>
          <p:cNvSpPr/>
          <p:nvPr/>
        </p:nvSpPr>
        <p:spPr>
          <a:xfrm>
            <a:off x="1196645" y="6020870"/>
            <a:ext cx="10789295" cy="372070"/>
          </a:xfrm>
          <a:prstGeom prst="rect">
            <a:avLst/>
          </a:prstGeom>
          <a:noFill/>
        </p:spPr>
        <p:style>
          <a:lnRef idx="2">
            <a:srgbClr val="000000">
              <a:alpha val="0"/>
            </a:srgb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lIns="0" tIns="0" rtlCol="0" anchor="ctr">
            <a:spAutoFit/>
          </a:bodyPr>
          <a:lstStyle>
            <a:defPPr/>
          </a:lstStyle>
          <a:p>
            <a:r>
              <a:rPr lang="en-US" sz="2400">
                <a:solidFill>
                  <a:srgbClr val="00AFEF"/>
                </a:solidFill>
                <a:latin typeface="Calibri"/>
              </a:rPr>
              <a:t>Otherwise, if the target is greater than what’s at the middle, repeat, changing the start </a:t>
            </a:r>
          </a:p>
        </p:txBody>
      </p:sp>
      <p:sp>
        <p:nvSpPr>
          <p:cNvPr id="93" name="New shape"/>
          <p:cNvSpPr/>
          <p:nvPr/>
        </p:nvSpPr>
        <p:spPr>
          <a:xfrm>
            <a:off x="1196645" y="6386630"/>
            <a:ext cx="5157490" cy="372070"/>
          </a:xfrm>
          <a:prstGeom prst="rect">
            <a:avLst/>
          </a:prstGeom>
          <a:noFill/>
        </p:spPr>
        <p:style>
          <a:lnRef idx="2">
            <a:srgbClr val="000000">
              <a:alpha val="0"/>
            </a:srgb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lIns="0" tIns="0" rtlCol="0" anchor="ctr">
            <a:spAutoFit/>
          </a:bodyPr>
          <a:lstStyle>
            <a:defPPr/>
          </a:lstStyle>
          <a:p>
            <a:r>
              <a:rPr lang="en-US" sz="2400">
                <a:solidFill>
                  <a:srgbClr val="00AFEF"/>
                </a:solidFill>
                <a:latin typeface="Calibri"/>
              </a:rPr>
              <a:t>point to be just to the right of the middle.</a:t>
            </a:r>
          </a:p>
        </p:txBody>
      </p:sp>
      <p:sp>
        <p:nvSpPr>
          <p:cNvPr id="94" name="New shape"/>
          <p:cNvSpPr/>
          <p:nvPr/>
        </p:nvSpPr>
        <p:spPr>
          <a:xfrm>
            <a:off x="7182866" y="932589"/>
            <a:ext cx="1735782" cy="372070"/>
          </a:xfrm>
          <a:prstGeom prst="rect">
            <a:avLst/>
          </a:prstGeom>
          <a:noFill/>
        </p:spPr>
        <p:style>
          <a:lnRef idx="2">
            <a:srgbClr val="000000">
              <a:alpha val="0"/>
            </a:srgb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lIns="0" tIns="0" rtlCol="0" anchor="ctr">
            <a:spAutoFit/>
          </a:bodyPr>
          <a:lstStyle>
            <a:defPPr/>
          </a:lstStyle>
          <a:p>
            <a:r>
              <a:rPr lang="en-US" sz="2400" b="1">
                <a:solidFill>
                  <a:srgbClr val="FFFFFF"/>
                </a:solidFill>
                <a:latin typeface="Calibri"/>
              </a:rPr>
              <a:t>Target  Start</a:t>
            </a:r>
          </a:p>
        </p:txBody>
      </p:sp>
      <p:sp>
        <p:nvSpPr>
          <p:cNvPr id="95" name="New shape"/>
          <p:cNvSpPr/>
          <p:nvPr/>
        </p:nvSpPr>
        <p:spPr>
          <a:xfrm>
            <a:off x="9496933" y="932589"/>
            <a:ext cx="1835646" cy="372070"/>
          </a:xfrm>
          <a:prstGeom prst="rect">
            <a:avLst/>
          </a:prstGeom>
          <a:noFill/>
        </p:spPr>
        <p:style>
          <a:lnRef idx="2">
            <a:srgbClr val="000000">
              <a:alpha val="0"/>
            </a:srgb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lIns="0" tIns="0" rtlCol="0" anchor="ctr">
            <a:spAutoFit/>
          </a:bodyPr>
          <a:lstStyle>
            <a:defPPr/>
          </a:lstStyle>
          <a:p>
            <a:r>
              <a:rPr lang="en-US" sz="2400" b="1">
                <a:solidFill>
                  <a:srgbClr val="FFFFFF"/>
                </a:solidFill>
                <a:latin typeface="Calibri"/>
              </a:rPr>
              <a:t>End   Middle</a:t>
            </a:r>
          </a:p>
        </p:txBody>
      </p:sp>
      <p:sp>
        <p:nvSpPr>
          <p:cNvPr id="96" name="New shape"/>
          <p:cNvSpPr/>
          <p:nvPr/>
        </p:nvSpPr>
        <p:spPr>
          <a:xfrm>
            <a:off x="7420610" y="1389789"/>
            <a:ext cx="308967" cy="372070"/>
          </a:xfrm>
          <a:prstGeom prst="rect">
            <a:avLst/>
          </a:prstGeom>
          <a:noFill/>
        </p:spPr>
        <p:style>
          <a:lnRef idx="2">
            <a:srgbClr val="000000">
              <a:alpha val="0"/>
            </a:srgb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lIns="0" tIns="0" rtlCol="0" anchor="ctr">
            <a:spAutoFit/>
          </a:bodyPr>
          <a:lstStyle>
            <a:defPPr/>
          </a:lstStyle>
          <a:p>
            <a:r>
              <a:rPr lang="en-US" sz="2400">
                <a:solidFill>
                  <a:srgbClr val="000000"/>
                </a:solidFill>
                <a:latin typeface="Calibri"/>
              </a:rPr>
              <a:t>19</a:t>
            </a:r>
          </a:p>
        </p:txBody>
      </p:sp>
      <p:sp>
        <p:nvSpPr>
          <p:cNvPr id="97" name="New shape"/>
          <p:cNvSpPr/>
          <p:nvPr/>
        </p:nvSpPr>
        <p:spPr>
          <a:xfrm>
            <a:off x="8578596" y="1389789"/>
            <a:ext cx="154484" cy="372070"/>
          </a:xfrm>
          <a:prstGeom prst="rect">
            <a:avLst/>
          </a:prstGeom>
          <a:noFill/>
        </p:spPr>
        <p:style>
          <a:lnRef idx="2">
            <a:srgbClr val="000000">
              <a:alpha val="0"/>
            </a:srgb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lIns="0" tIns="0" rtlCol="0" anchor="ctr">
            <a:spAutoFit/>
          </a:bodyPr>
          <a:lstStyle>
            <a:defPPr/>
          </a:lstStyle>
          <a:p>
            <a:r>
              <a:rPr lang="en-US" sz="2400">
                <a:solidFill>
                  <a:srgbClr val="000000"/>
                </a:solidFill>
                <a:latin typeface="Calibri"/>
              </a:rPr>
              <a:t>0</a:t>
            </a:r>
          </a:p>
        </p:txBody>
      </p:sp>
      <p:sp>
        <p:nvSpPr>
          <p:cNvPr id="98" name="New shape"/>
          <p:cNvSpPr/>
          <p:nvPr/>
        </p:nvSpPr>
        <p:spPr>
          <a:xfrm>
            <a:off x="9580753" y="1389789"/>
            <a:ext cx="308967" cy="372070"/>
          </a:xfrm>
          <a:prstGeom prst="rect">
            <a:avLst/>
          </a:prstGeom>
          <a:noFill/>
        </p:spPr>
        <p:style>
          <a:lnRef idx="2">
            <a:srgbClr val="000000">
              <a:alpha val="0"/>
            </a:srgb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lIns="0" tIns="0" rtlCol="0" anchor="ctr">
            <a:spAutoFit/>
          </a:bodyPr>
          <a:lstStyle>
            <a:defPPr/>
          </a:lstStyle>
          <a:p>
            <a:r>
              <a:rPr lang="en-US" sz="2400">
                <a:solidFill>
                  <a:srgbClr val="000000"/>
                </a:solidFill>
                <a:latin typeface="Calibri"/>
              </a:rPr>
              <a:t>14</a:t>
            </a:r>
          </a:p>
        </p:txBody>
      </p:sp>
      <p:sp>
        <p:nvSpPr>
          <p:cNvPr id="99" name="New shape"/>
          <p:cNvSpPr/>
          <p:nvPr/>
        </p:nvSpPr>
        <p:spPr>
          <a:xfrm>
            <a:off x="10738358" y="1389789"/>
            <a:ext cx="154484" cy="372070"/>
          </a:xfrm>
          <a:prstGeom prst="rect">
            <a:avLst/>
          </a:prstGeom>
          <a:noFill/>
        </p:spPr>
        <p:style>
          <a:lnRef idx="2">
            <a:srgbClr val="000000">
              <a:alpha val="0"/>
            </a:srgb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lIns="0" tIns="0" rtlCol="0" anchor="ctr">
            <a:spAutoFit/>
          </a:bodyPr>
          <a:lstStyle>
            <a:defPPr/>
          </a:lstStyle>
          <a:p>
            <a:r>
              <a:rPr lang="en-US" sz="2400">
                <a:solidFill>
                  <a:srgbClr val="000000"/>
                </a:solidFill>
                <a:latin typeface="Calibri"/>
              </a:rPr>
              <a:t>7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ew shape"/>
          <p:cNvSpPr/>
          <p:nvPr/>
        </p:nvSpPr>
        <p:spPr>
          <a:xfrm>
            <a:off x="0" y="-1"/>
            <a:ext cx="12192000" cy="6857999"/>
          </a:xfrm>
          <a:prstGeom prst="rect">
            <a:avLst/>
          </a:prstGeom>
          <a:solidFill>
            <a:srgbClr val="FFFFFF"/>
          </a:solidFill>
          <a:ln w="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/>
          </a:lstStyle>
          <a:p>
            <a:endParaRPr lang="en-US"/>
          </a:p>
        </p:txBody>
      </p:sp>
      <p:sp>
        <p:nvSpPr>
          <p:cNvPr id="3" name="New shape"/>
          <p:cNvSpPr/>
          <p:nvPr/>
        </p:nvSpPr>
        <p:spPr>
          <a:xfrm>
            <a:off x="838200" y="2155825"/>
            <a:ext cx="701040" cy="579120"/>
          </a:xfrm>
          <a:prstGeom prst="rect">
            <a:avLst/>
          </a:prstGeom>
          <a:solidFill>
            <a:srgbClr val="FF0000">
              <a:alpha val="24706"/>
            </a:srgbClr>
          </a:solidFill>
          <a:ln w="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/>
          </a:lstStyle>
          <a:p>
            <a:endParaRPr lang="en-US"/>
          </a:p>
        </p:txBody>
      </p:sp>
      <p:sp>
        <p:nvSpPr>
          <p:cNvPr id="4" name="New shape"/>
          <p:cNvSpPr/>
          <p:nvPr/>
        </p:nvSpPr>
        <p:spPr>
          <a:xfrm>
            <a:off x="1539240" y="2155825"/>
            <a:ext cx="701040" cy="579120"/>
          </a:xfrm>
          <a:prstGeom prst="rect">
            <a:avLst/>
          </a:prstGeom>
          <a:solidFill>
            <a:srgbClr val="FF0000">
              <a:alpha val="24706"/>
            </a:srgbClr>
          </a:solidFill>
          <a:ln w="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/>
          </a:lstStyle>
          <a:p>
            <a:endParaRPr lang="en-US"/>
          </a:p>
        </p:txBody>
      </p:sp>
      <p:sp>
        <p:nvSpPr>
          <p:cNvPr id="5" name="New shape"/>
          <p:cNvSpPr/>
          <p:nvPr/>
        </p:nvSpPr>
        <p:spPr>
          <a:xfrm>
            <a:off x="2240280" y="2155825"/>
            <a:ext cx="701040" cy="579120"/>
          </a:xfrm>
          <a:prstGeom prst="rect">
            <a:avLst/>
          </a:prstGeom>
          <a:solidFill>
            <a:srgbClr val="FF0000">
              <a:alpha val="24706"/>
            </a:srgbClr>
          </a:solidFill>
          <a:ln w="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/>
          </a:lstStyle>
          <a:p>
            <a:endParaRPr lang="en-US"/>
          </a:p>
        </p:txBody>
      </p:sp>
      <p:sp>
        <p:nvSpPr>
          <p:cNvPr id="6" name="New shape"/>
          <p:cNvSpPr/>
          <p:nvPr/>
        </p:nvSpPr>
        <p:spPr>
          <a:xfrm>
            <a:off x="2941320" y="2155825"/>
            <a:ext cx="701040" cy="579120"/>
          </a:xfrm>
          <a:prstGeom prst="rect">
            <a:avLst/>
          </a:prstGeom>
          <a:solidFill>
            <a:srgbClr val="FF0000">
              <a:alpha val="24706"/>
            </a:srgbClr>
          </a:solidFill>
          <a:ln w="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/>
          </a:lstStyle>
          <a:p>
            <a:endParaRPr lang="en-US"/>
          </a:p>
        </p:txBody>
      </p:sp>
      <p:sp>
        <p:nvSpPr>
          <p:cNvPr id="7" name="New shape"/>
          <p:cNvSpPr/>
          <p:nvPr/>
        </p:nvSpPr>
        <p:spPr>
          <a:xfrm>
            <a:off x="3642360" y="2155825"/>
            <a:ext cx="701040" cy="579120"/>
          </a:xfrm>
          <a:prstGeom prst="rect">
            <a:avLst/>
          </a:prstGeom>
          <a:solidFill>
            <a:srgbClr val="FF0000">
              <a:alpha val="24706"/>
            </a:srgbClr>
          </a:solidFill>
          <a:ln w="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/>
          </a:lstStyle>
          <a:p>
            <a:endParaRPr lang="en-US"/>
          </a:p>
        </p:txBody>
      </p:sp>
      <p:sp>
        <p:nvSpPr>
          <p:cNvPr id="8" name="New shape"/>
          <p:cNvSpPr/>
          <p:nvPr/>
        </p:nvSpPr>
        <p:spPr>
          <a:xfrm>
            <a:off x="4343400" y="2155825"/>
            <a:ext cx="701040" cy="579120"/>
          </a:xfrm>
          <a:prstGeom prst="rect">
            <a:avLst/>
          </a:prstGeom>
          <a:solidFill>
            <a:srgbClr val="FF0000">
              <a:alpha val="24706"/>
            </a:srgbClr>
          </a:solidFill>
          <a:ln w="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/>
          </a:lstStyle>
          <a:p>
            <a:endParaRPr lang="en-US"/>
          </a:p>
        </p:txBody>
      </p:sp>
      <p:sp>
        <p:nvSpPr>
          <p:cNvPr id="9" name="New shape"/>
          <p:cNvSpPr/>
          <p:nvPr/>
        </p:nvSpPr>
        <p:spPr>
          <a:xfrm>
            <a:off x="5044440" y="2155825"/>
            <a:ext cx="701040" cy="579120"/>
          </a:xfrm>
          <a:prstGeom prst="rect">
            <a:avLst/>
          </a:prstGeom>
          <a:solidFill>
            <a:srgbClr val="FF0000">
              <a:alpha val="24706"/>
            </a:srgbClr>
          </a:solidFill>
          <a:ln w="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/>
          </a:lstStyle>
          <a:p>
            <a:endParaRPr lang="en-US"/>
          </a:p>
        </p:txBody>
      </p:sp>
      <p:sp>
        <p:nvSpPr>
          <p:cNvPr id="10" name="New shape"/>
          <p:cNvSpPr/>
          <p:nvPr/>
        </p:nvSpPr>
        <p:spPr>
          <a:xfrm>
            <a:off x="5745480" y="2155825"/>
            <a:ext cx="701040" cy="579120"/>
          </a:xfrm>
          <a:prstGeom prst="rect">
            <a:avLst/>
          </a:prstGeom>
          <a:solidFill>
            <a:srgbClr val="FF0000">
              <a:alpha val="24706"/>
            </a:srgbClr>
          </a:solidFill>
          <a:ln w="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/>
          </a:lstStyle>
          <a:p>
            <a:endParaRPr lang="en-US"/>
          </a:p>
        </p:txBody>
      </p:sp>
      <p:sp>
        <p:nvSpPr>
          <p:cNvPr id="11" name="New shape"/>
          <p:cNvSpPr/>
          <p:nvPr/>
        </p:nvSpPr>
        <p:spPr>
          <a:xfrm>
            <a:off x="6446520" y="2155825"/>
            <a:ext cx="701040" cy="579120"/>
          </a:xfrm>
          <a:prstGeom prst="rect">
            <a:avLst/>
          </a:prstGeom>
          <a:solidFill>
            <a:srgbClr val="FF0000"/>
          </a:solidFill>
          <a:ln w="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/>
          </a:lstStyle>
          <a:p>
            <a:endParaRPr lang="en-US"/>
          </a:p>
        </p:txBody>
      </p:sp>
      <p:sp>
        <p:nvSpPr>
          <p:cNvPr id="12" name="New shape"/>
          <p:cNvSpPr/>
          <p:nvPr/>
        </p:nvSpPr>
        <p:spPr>
          <a:xfrm>
            <a:off x="7147561" y="2155825"/>
            <a:ext cx="701040" cy="579120"/>
          </a:xfrm>
          <a:prstGeom prst="rect">
            <a:avLst/>
          </a:prstGeom>
          <a:solidFill>
            <a:srgbClr val="FF0000"/>
          </a:solidFill>
          <a:ln w="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/>
          </a:lstStyle>
          <a:p>
            <a:endParaRPr lang="en-US"/>
          </a:p>
        </p:txBody>
      </p:sp>
      <p:sp>
        <p:nvSpPr>
          <p:cNvPr id="13" name="New shape"/>
          <p:cNvSpPr/>
          <p:nvPr/>
        </p:nvSpPr>
        <p:spPr>
          <a:xfrm>
            <a:off x="7848600" y="2155825"/>
            <a:ext cx="701040" cy="579120"/>
          </a:xfrm>
          <a:prstGeom prst="rect">
            <a:avLst/>
          </a:prstGeom>
          <a:solidFill>
            <a:srgbClr val="FF0000"/>
          </a:solidFill>
          <a:ln w="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/>
          </a:lstStyle>
          <a:p>
            <a:endParaRPr lang="en-US"/>
          </a:p>
        </p:txBody>
      </p:sp>
      <p:sp>
        <p:nvSpPr>
          <p:cNvPr id="14" name="New shape"/>
          <p:cNvSpPr/>
          <p:nvPr/>
        </p:nvSpPr>
        <p:spPr>
          <a:xfrm>
            <a:off x="8549641" y="2155825"/>
            <a:ext cx="701040" cy="579120"/>
          </a:xfrm>
          <a:prstGeom prst="rect">
            <a:avLst/>
          </a:prstGeom>
          <a:solidFill>
            <a:srgbClr val="FF0000"/>
          </a:solidFill>
          <a:ln w="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/>
          </a:lstStyle>
          <a:p>
            <a:endParaRPr lang="en-US"/>
          </a:p>
        </p:txBody>
      </p:sp>
      <p:sp>
        <p:nvSpPr>
          <p:cNvPr id="15" name="New shape"/>
          <p:cNvSpPr/>
          <p:nvPr/>
        </p:nvSpPr>
        <p:spPr>
          <a:xfrm>
            <a:off x="9250680" y="2155825"/>
            <a:ext cx="701040" cy="579120"/>
          </a:xfrm>
          <a:prstGeom prst="rect">
            <a:avLst/>
          </a:prstGeom>
          <a:solidFill>
            <a:srgbClr val="FF0000"/>
          </a:solidFill>
          <a:ln w="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/>
          </a:lstStyle>
          <a:p>
            <a:endParaRPr lang="en-US"/>
          </a:p>
        </p:txBody>
      </p:sp>
      <p:sp>
        <p:nvSpPr>
          <p:cNvPr id="16" name="New shape"/>
          <p:cNvSpPr/>
          <p:nvPr/>
        </p:nvSpPr>
        <p:spPr>
          <a:xfrm>
            <a:off x="9951720" y="2155825"/>
            <a:ext cx="701040" cy="579120"/>
          </a:xfrm>
          <a:prstGeom prst="rect">
            <a:avLst/>
          </a:prstGeom>
          <a:solidFill>
            <a:srgbClr val="FF0000"/>
          </a:solidFill>
          <a:ln w="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/>
          </a:lstStyle>
          <a:p>
            <a:endParaRPr lang="en-US"/>
          </a:p>
        </p:txBody>
      </p:sp>
      <p:sp>
        <p:nvSpPr>
          <p:cNvPr id="17" name="New shape"/>
          <p:cNvSpPr/>
          <p:nvPr/>
        </p:nvSpPr>
        <p:spPr>
          <a:xfrm>
            <a:off x="10652761" y="2155825"/>
            <a:ext cx="701040" cy="579120"/>
          </a:xfrm>
          <a:prstGeom prst="rect">
            <a:avLst/>
          </a:prstGeom>
          <a:solidFill>
            <a:srgbClr val="FF0000"/>
          </a:solidFill>
          <a:ln w="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/>
          </a:lstStyle>
          <a:p>
            <a:endParaRPr lang="en-US"/>
          </a:p>
        </p:txBody>
      </p:sp>
      <p:sp>
        <p:nvSpPr>
          <p:cNvPr id="18" name="New shape"/>
          <p:cNvSpPr/>
          <p:nvPr/>
        </p:nvSpPr>
        <p:spPr>
          <a:xfrm>
            <a:off x="838200" y="2734945"/>
            <a:ext cx="701040" cy="370840"/>
          </a:xfrm>
          <a:prstGeom prst="rect">
            <a:avLst/>
          </a:prstGeom>
          <a:solidFill>
            <a:srgbClr val="FFFFFF"/>
          </a:solidFill>
          <a:ln w="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/>
          </a:lstStyle>
          <a:p>
            <a:endParaRPr lang="en-US"/>
          </a:p>
        </p:txBody>
      </p:sp>
      <p:sp>
        <p:nvSpPr>
          <p:cNvPr id="19" name="New shape"/>
          <p:cNvSpPr/>
          <p:nvPr/>
        </p:nvSpPr>
        <p:spPr>
          <a:xfrm>
            <a:off x="1539240" y="2734945"/>
            <a:ext cx="701040" cy="370840"/>
          </a:xfrm>
          <a:prstGeom prst="rect">
            <a:avLst/>
          </a:prstGeom>
          <a:solidFill>
            <a:srgbClr val="FFFFFF"/>
          </a:solidFill>
          <a:ln w="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/>
          </a:lstStyle>
          <a:p>
            <a:endParaRPr lang="en-US"/>
          </a:p>
        </p:txBody>
      </p:sp>
      <p:sp>
        <p:nvSpPr>
          <p:cNvPr id="20" name="New shape"/>
          <p:cNvSpPr/>
          <p:nvPr/>
        </p:nvSpPr>
        <p:spPr>
          <a:xfrm>
            <a:off x="2240280" y="2734945"/>
            <a:ext cx="701040" cy="370840"/>
          </a:xfrm>
          <a:prstGeom prst="rect">
            <a:avLst/>
          </a:prstGeom>
          <a:solidFill>
            <a:srgbClr val="FFFFFF"/>
          </a:solidFill>
          <a:ln w="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/>
          </a:lstStyle>
          <a:p>
            <a:endParaRPr lang="en-US"/>
          </a:p>
        </p:txBody>
      </p:sp>
      <p:sp>
        <p:nvSpPr>
          <p:cNvPr id="21" name="New shape"/>
          <p:cNvSpPr/>
          <p:nvPr/>
        </p:nvSpPr>
        <p:spPr>
          <a:xfrm>
            <a:off x="2941320" y="2734945"/>
            <a:ext cx="701040" cy="370840"/>
          </a:xfrm>
          <a:prstGeom prst="rect">
            <a:avLst/>
          </a:prstGeom>
          <a:solidFill>
            <a:srgbClr val="FFFFFF"/>
          </a:solidFill>
          <a:ln w="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/>
          </a:lstStyle>
          <a:p>
            <a:endParaRPr lang="en-US"/>
          </a:p>
        </p:txBody>
      </p:sp>
      <p:sp>
        <p:nvSpPr>
          <p:cNvPr id="22" name="New shape"/>
          <p:cNvSpPr/>
          <p:nvPr/>
        </p:nvSpPr>
        <p:spPr>
          <a:xfrm>
            <a:off x="3642360" y="2734945"/>
            <a:ext cx="701040" cy="370840"/>
          </a:xfrm>
          <a:prstGeom prst="rect">
            <a:avLst/>
          </a:prstGeom>
          <a:solidFill>
            <a:srgbClr val="FFFFFF"/>
          </a:solidFill>
          <a:ln w="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/>
          </a:lstStyle>
          <a:p>
            <a:endParaRPr lang="en-US"/>
          </a:p>
        </p:txBody>
      </p:sp>
      <p:sp>
        <p:nvSpPr>
          <p:cNvPr id="23" name="New shape"/>
          <p:cNvSpPr/>
          <p:nvPr/>
        </p:nvSpPr>
        <p:spPr>
          <a:xfrm>
            <a:off x="4343400" y="2734945"/>
            <a:ext cx="701040" cy="370840"/>
          </a:xfrm>
          <a:prstGeom prst="rect">
            <a:avLst/>
          </a:prstGeom>
          <a:solidFill>
            <a:srgbClr val="FFFFFF"/>
          </a:solidFill>
          <a:ln w="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/>
          </a:lstStyle>
          <a:p>
            <a:endParaRPr lang="en-US"/>
          </a:p>
        </p:txBody>
      </p:sp>
      <p:sp>
        <p:nvSpPr>
          <p:cNvPr id="24" name="New shape"/>
          <p:cNvSpPr/>
          <p:nvPr/>
        </p:nvSpPr>
        <p:spPr>
          <a:xfrm>
            <a:off x="5044440" y="2734945"/>
            <a:ext cx="701040" cy="370840"/>
          </a:xfrm>
          <a:prstGeom prst="rect">
            <a:avLst/>
          </a:prstGeom>
          <a:solidFill>
            <a:srgbClr val="FFFFFF"/>
          </a:solidFill>
          <a:ln w="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/>
          </a:lstStyle>
          <a:p>
            <a:endParaRPr lang="en-US"/>
          </a:p>
        </p:txBody>
      </p:sp>
      <p:sp>
        <p:nvSpPr>
          <p:cNvPr id="25" name="New shape"/>
          <p:cNvSpPr/>
          <p:nvPr/>
        </p:nvSpPr>
        <p:spPr>
          <a:xfrm>
            <a:off x="5745480" y="2734945"/>
            <a:ext cx="701040" cy="370840"/>
          </a:xfrm>
          <a:prstGeom prst="rect">
            <a:avLst/>
          </a:prstGeom>
          <a:solidFill>
            <a:srgbClr val="FFFFFF"/>
          </a:solidFill>
          <a:ln w="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/>
          </a:lstStyle>
          <a:p>
            <a:endParaRPr lang="en-US"/>
          </a:p>
        </p:txBody>
      </p:sp>
      <p:sp>
        <p:nvSpPr>
          <p:cNvPr id="26" name="New shape"/>
          <p:cNvSpPr/>
          <p:nvPr/>
        </p:nvSpPr>
        <p:spPr>
          <a:xfrm>
            <a:off x="6446520" y="2734945"/>
            <a:ext cx="701040" cy="370840"/>
          </a:xfrm>
          <a:prstGeom prst="rect">
            <a:avLst/>
          </a:prstGeom>
          <a:solidFill>
            <a:srgbClr val="FFFFFF"/>
          </a:solidFill>
          <a:ln w="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/>
          </a:lstStyle>
          <a:p>
            <a:endParaRPr lang="en-US"/>
          </a:p>
        </p:txBody>
      </p:sp>
      <p:sp>
        <p:nvSpPr>
          <p:cNvPr id="27" name="New shape"/>
          <p:cNvSpPr/>
          <p:nvPr/>
        </p:nvSpPr>
        <p:spPr>
          <a:xfrm>
            <a:off x="7147561" y="2734945"/>
            <a:ext cx="701040" cy="370840"/>
          </a:xfrm>
          <a:prstGeom prst="rect">
            <a:avLst/>
          </a:prstGeom>
          <a:solidFill>
            <a:srgbClr val="FFFFFF"/>
          </a:solidFill>
          <a:ln w="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/>
          </a:lstStyle>
          <a:p>
            <a:endParaRPr lang="en-US"/>
          </a:p>
        </p:txBody>
      </p:sp>
      <p:sp>
        <p:nvSpPr>
          <p:cNvPr id="28" name="New shape"/>
          <p:cNvSpPr/>
          <p:nvPr/>
        </p:nvSpPr>
        <p:spPr>
          <a:xfrm>
            <a:off x="7848600" y="2734945"/>
            <a:ext cx="701040" cy="370840"/>
          </a:xfrm>
          <a:prstGeom prst="rect">
            <a:avLst/>
          </a:prstGeom>
          <a:solidFill>
            <a:srgbClr val="FFFFFF"/>
          </a:solidFill>
          <a:ln w="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/>
          </a:lstStyle>
          <a:p>
            <a:endParaRPr lang="en-US"/>
          </a:p>
        </p:txBody>
      </p:sp>
      <p:sp>
        <p:nvSpPr>
          <p:cNvPr id="29" name="New shape"/>
          <p:cNvSpPr/>
          <p:nvPr/>
        </p:nvSpPr>
        <p:spPr>
          <a:xfrm>
            <a:off x="8549641" y="2734945"/>
            <a:ext cx="701040" cy="370840"/>
          </a:xfrm>
          <a:prstGeom prst="rect">
            <a:avLst/>
          </a:prstGeom>
          <a:solidFill>
            <a:srgbClr val="FFFFFF"/>
          </a:solidFill>
          <a:ln w="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/>
          </a:lstStyle>
          <a:p>
            <a:endParaRPr lang="en-US"/>
          </a:p>
        </p:txBody>
      </p:sp>
      <p:sp>
        <p:nvSpPr>
          <p:cNvPr id="30" name="New shape"/>
          <p:cNvSpPr/>
          <p:nvPr/>
        </p:nvSpPr>
        <p:spPr>
          <a:xfrm>
            <a:off x="9250680" y="2734945"/>
            <a:ext cx="701040" cy="370840"/>
          </a:xfrm>
          <a:prstGeom prst="rect">
            <a:avLst/>
          </a:prstGeom>
          <a:solidFill>
            <a:srgbClr val="FFFFFF"/>
          </a:solidFill>
          <a:ln w="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/>
          </a:lstStyle>
          <a:p>
            <a:endParaRPr lang="en-US"/>
          </a:p>
        </p:txBody>
      </p:sp>
      <p:sp>
        <p:nvSpPr>
          <p:cNvPr id="31" name="New shape"/>
          <p:cNvSpPr/>
          <p:nvPr/>
        </p:nvSpPr>
        <p:spPr>
          <a:xfrm>
            <a:off x="9951720" y="2734945"/>
            <a:ext cx="701040" cy="370840"/>
          </a:xfrm>
          <a:prstGeom prst="rect">
            <a:avLst/>
          </a:prstGeom>
          <a:solidFill>
            <a:srgbClr val="FFFFFF"/>
          </a:solidFill>
          <a:ln w="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/>
          </a:lstStyle>
          <a:p>
            <a:endParaRPr lang="en-US"/>
          </a:p>
        </p:txBody>
      </p:sp>
      <p:sp>
        <p:nvSpPr>
          <p:cNvPr id="32" name="New shape"/>
          <p:cNvSpPr/>
          <p:nvPr/>
        </p:nvSpPr>
        <p:spPr>
          <a:xfrm>
            <a:off x="10652761" y="2734945"/>
            <a:ext cx="701040" cy="370840"/>
          </a:xfrm>
          <a:prstGeom prst="rect">
            <a:avLst/>
          </a:prstGeom>
          <a:solidFill>
            <a:srgbClr val="FFFFFF"/>
          </a:solidFill>
          <a:ln w="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/>
          </a:lstStyle>
          <a:p>
            <a:endParaRPr lang="en-US"/>
          </a:p>
        </p:txBody>
      </p:sp>
      <p:sp>
        <p:nvSpPr>
          <p:cNvPr id="33" name="New shape"/>
          <p:cNvSpPr/>
          <p:nvPr/>
        </p:nvSpPr>
        <p:spPr>
          <a:xfrm>
            <a:off x="1539240" y="2149475"/>
            <a:ext cx="0" cy="962660"/>
          </a:xfrm>
          <a:prstGeom prst="line">
            <a:avLst/>
          </a:prstGeom>
          <a:ln w="12700">
            <a:solidFill>
              <a:srgbClr val="FFFFFF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>
            <a:defPPr/>
          </a:lstStyle>
          <a:p>
            <a:endParaRPr lang="en-US"/>
          </a:p>
        </p:txBody>
      </p:sp>
      <p:sp>
        <p:nvSpPr>
          <p:cNvPr id="34" name="New shape"/>
          <p:cNvSpPr/>
          <p:nvPr/>
        </p:nvSpPr>
        <p:spPr>
          <a:xfrm>
            <a:off x="2240280" y="2149475"/>
            <a:ext cx="0" cy="962660"/>
          </a:xfrm>
          <a:prstGeom prst="line">
            <a:avLst/>
          </a:prstGeom>
          <a:ln w="12700">
            <a:solidFill>
              <a:srgbClr val="FFFFFF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>
            <a:defPPr/>
          </a:lstStyle>
          <a:p>
            <a:endParaRPr lang="en-US"/>
          </a:p>
        </p:txBody>
      </p:sp>
      <p:sp>
        <p:nvSpPr>
          <p:cNvPr id="35" name="New shape"/>
          <p:cNvSpPr/>
          <p:nvPr/>
        </p:nvSpPr>
        <p:spPr>
          <a:xfrm>
            <a:off x="2941320" y="2149475"/>
            <a:ext cx="0" cy="962660"/>
          </a:xfrm>
          <a:prstGeom prst="line">
            <a:avLst/>
          </a:prstGeom>
          <a:ln w="12700">
            <a:solidFill>
              <a:srgbClr val="FFFFFF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>
            <a:defPPr/>
          </a:lstStyle>
          <a:p>
            <a:endParaRPr lang="en-US"/>
          </a:p>
        </p:txBody>
      </p:sp>
      <p:sp>
        <p:nvSpPr>
          <p:cNvPr id="36" name="New shape"/>
          <p:cNvSpPr/>
          <p:nvPr/>
        </p:nvSpPr>
        <p:spPr>
          <a:xfrm>
            <a:off x="3642360" y="2149475"/>
            <a:ext cx="0" cy="962660"/>
          </a:xfrm>
          <a:prstGeom prst="line">
            <a:avLst/>
          </a:prstGeom>
          <a:ln w="12700">
            <a:solidFill>
              <a:srgbClr val="FFFFFF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>
            <a:defPPr/>
          </a:lstStyle>
          <a:p>
            <a:endParaRPr lang="en-US"/>
          </a:p>
        </p:txBody>
      </p:sp>
      <p:sp>
        <p:nvSpPr>
          <p:cNvPr id="37" name="New shape"/>
          <p:cNvSpPr/>
          <p:nvPr/>
        </p:nvSpPr>
        <p:spPr>
          <a:xfrm>
            <a:off x="4343400" y="2149475"/>
            <a:ext cx="0" cy="962660"/>
          </a:xfrm>
          <a:prstGeom prst="line">
            <a:avLst/>
          </a:prstGeom>
          <a:ln w="12700">
            <a:solidFill>
              <a:srgbClr val="FFFFFF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>
            <a:defPPr/>
          </a:lstStyle>
          <a:p>
            <a:endParaRPr lang="en-US"/>
          </a:p>
        </p:txBody>
      </p:sp>
      <p:sp>
        <p:nvSpPr>
          <p:cNvPr id="38" name="New shape"/>
          <p:cNvSpPr/>
          <p:nvPr/>
        </p:nvSpPr>
        <p:spPr>
          <a:xfrm>
            <a:off x="5044440" y="2149475"/>
            <a:ext cx="0" cy="962660"/>
          </a:xfrm>
          <a:prstGeom prst="line">
            <a:avLst/>
          </a:prstGeom>
          <a:ln w="12700">
            <a:solidFill>
              <a:srgbClr val="FFFFFF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>
            <a:defPPr/>
          </a:lstStyle>
          <a:p>
            <a:endParaRPr lang="en-US"/>
          </a:p>
        </p:txBody>
      </p:sp>
      <p:sp>
        <p:nvSpPr>
          <p:cNvPr id="39" name="New shape"/>
          <p:cNvSpPr/>
          <p:nvPr/>
        </p:nvSpPr>
        <p:spPr>
          <a:xfrm>
            <a:off x="5745480" y="2149475"/>
            <a:ext cx="0" cy="962660"/>
          </a:xfrm>
          <a:prstGeom prst="line">
            <a:avLst/>
          </a:prstGeom>
          <a:ln w="12700">
            <a:solidFill>
              <a:srgbClr val="FFFFFF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>
            <a:defPPr/>
          </a:lstStyle>
          <a:p>
            <a:endParaRPr lang="en-US"/>
          </a:p>
        </p:txBody>
      </p:sp>
      <p:sp>
        <p:nvSpPr>
          <p:cNvPr id="40" name="New shape"/>
          <p:cNvSpPr/>
          <p:nvPr/>
        </p:nvSpPr>
        <p:spPr>
          <a:xfrm>
            <a:off x="6446520" y="2149475"/>
            <a:ext cx="0" cy="962660"/>
          </a:xfrm>
          <a:prstGeom prst="line">
            <a:avLst/>
          </a:prstGeom>
          <a:ln w="12700">
            <a:solidFill>
              <a:srgbClr val="FFFFFF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>
            <a:defPPr/>
          </a:lstStyle>
          <a:p>
            <a:endParaRPr lang="en-US"/>
          </a:p>
        </p:txBody>
      </p:sp>
      <p:sp>
        <p:nvSpPr>
          <p:cNvPr id="41" name="New shape"/>
          <p:cNvSpPr/>
          <p:nvPr/>
        </p:nvSpPr>
        <p:spPr>
          <a:xfrm>
            <a:off x="7147560" y="2149475"/>
            <a:ext cx="0" cy="962660"/>
          </a:xfrm>
          <a:prstGeom prst="line">
            <a:avLst/>
          </a:prstGeom>
          <a:ln w="12700">
            <a:solidFill>
              <a:srgbClr val="FFFFFF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>
            <a:defPPr/>
          </a:lstStyle>
          <a:p>
            <a:endParaRPr lang="en-US"/>
          </a:p>
        </p:txBody>
      </p:sp>
      <p:sp>
        <p:nvSpPr>
          <p:cNvPr id="42" name="New shape"/>
          <p:cNvSpPr/>
          <p:nvPr/>
        </p:nvSpPr>
        <p:spPr>
          <a:xfrm>
            <a:off x="7848600" y="2149475"/>
            <a:ext cx="0" cy="962660"/>
          </a:xfrm>
          <a:prstGeom prst="line">
            <a:avLst/>
          </a:prstGeom>
          <a:ln w="12700">
            <a:solidFill>
              <a:srgbClr val="FFFFFF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>
            <a:defPPr/>
          </a:lstStyle>
          <a:p>
            <a:endParaRPr lang="en-US"/>
          </a:p>
        </p:txBody>
      </p:sp>
      <p:sp>
        <p:nvSpPr>
          <p:cNvPr id="43" name="New shape"/>
          <p:cNvSpPr/>
          <p:nvPr/>
        </p:nvSpPr>
        <p:spPr>
          <a:xfrm>
            <a:off x="8549640" y="2149475"/>
            <a:ext cx="0" cy="962660"/>
          </a:xfrm>
          <a:prstGeom prst="line">
            <a:avLst/>
          </a:prstGeom>
          <a:ln w="12700">
            <a:solidFill>
              <a:srgbClr val="FFFFFF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>
            <a:defPPr/>
          </a:lstStyle>
          <a:p>
            <a:endParaRPr lang="en-US"/>
          </a:p>
        </p:txBody>
      </p:sp>
      <p:sp>
        <p:nvSpPr>
          <p:cNvPr id="44" name="New shape"/>
          <p:cNvSpPr/>
          <p:nvPr/>
        </p:nvSpPr>
        <p:spPr>
          <a:xfrm>
            <a:off x="9250680" y="2149475"/>
            <a:ext cx="0" cy="962660"/>
          </a:xfrm>
          <a:prstGeom prst="line">
            <a:avLst/>
          </a:prstGeom>
          <a:ln w="12700">
            <a:solidFill>
              <a:srgbClr val="FFFFFF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>
            <a:defPPr/>
          </a:lstStyle>
          <a:p>
            <a:endParaRPr lang="en-US"/>
          </a:p>
        </p:txBody>
      </p:sp>
      <p:sp>
        <p:nvSpPr>
          <p:cNvPr id="45" name="New shape"/>
          <p:cNvSpPr/>
          <p:nvPr/>
        </p:nvSpPr>
        <p:spPr>
          <a:xfrm>
            <a:off x="9951720" y="2149475"/>
            <a:ext cx="0" cy="962660"/>
          </a:xfrm>
          <a:prstGeom prst="line">
            <a:avLst/>
          </a:prstGeom>
          <a:ln w="12700">
            <a:solidFill>
              <a:srgbClr val="FFFFFF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>
            <a:defPPr/>
          </a:lstStyle>
          <a:p>
            <a:endParaRPr lang="en-US"/>
          </a:p>
        </p:txBody>
      </p:sp>
      <p:sp>
        <p:nvSpPr>
          <p:cNvPr id="46" name="New shape"/>
          <p:cNvSpPr/>
          <p:nvPr/>
        </p:nvSpPr>
        <p:spPr>
          <a:xfrm>
            <a:off x="10652760" y="2149475"/>
            <a:ext cx="0" cy="962660"/>
          </a:xfrm>
          <a:prstGeom prst="line">
            <a:avLst/>
          </a:prstGeom>
          <a:ln w="12700">
            <a:solidFill>
              <a:srgbClr val="FFFFFF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>
            <a:defPPr/>
          </a:lstStyle>
          <a:p>
            <a:endParaRPr lang="en-US"/>
          </a:p>
        </p:txBody>
      </p:sp>
      <p:sp>
        <p:nvSpPr>
          <p:cNvPr id="47" name="New shape"/>
          <p:cNvSpPr/>
          <p:nvPr/>
        </p:nvSpPr>
        <p:spPr>
          <a:xfrm>
            <a:off x="831850" y="2734945"/>
            <a:ext cx="10528300" cy="0"/>
          </a:xfrm>
          <a:prstGeom prst="line">
            <a:avLst/>
          </a:prstGeom>
          <a:ln w="38100">
            <a:solidFill>
              <a:srgbClr val="FFFFFF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>
            <a:defPPr/>
          </a:lstStyle>
          <a:p>
            <a:endParaRPr lang="en-US"/>
          </a:p>
        </p:txBody>
      </p:sp>
      <p:sp>
        <p:nvSpPr>
          <p:cNvPr id="48" name="New shape"/>
          <p:cNvSpPr/>
          <p:nvPr/>
        </p:nvSpPr>
        <p:spPr>
          <a:xfrm>
            <a:off x="838200" y="2149475"/>
            <a:ext cx="0" cy="962660"/>
          </a:xfrm>
          <a:prstGeom prst="line">
            <a:avLst/>
          </a:prstGeom>
          <a:ln w="12700">
            <a:solidFill>
              <a:srgbClr val="FFFFFF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>
            <a:defPPr/>
          </a:lstStyle>
          <a:p>
            <a:endParaRPr lang="en-US"/>
          </a:p>
        </p:txBody>
      </p:sp>
      <p:sp>
        <p:nvSpPr>
          <p:cNvPr id="49" name="New shape"/>
          <p:cNvSpPr/>
          <p:nvPr/>
        </p:nvSpPr>
        <p:spPr>
          <a:xfrm>
            <a:off x="11353800" y="2149475"/>
            <a:ext cx="0" cy="962660"/>
          </a:xfrm>
          <a:prstGeom prst="line">
            <a:avLst/>
          </a:prstGeom>
          <a:ln w="12700">
            <a:solidFill>
              <a:srgbClr val="FFFFFF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>
            <a:defPPr/>
          </a:lstStyle>
          <a:p>
            <a:endParaRPr lang="en-US"/>
          </a:p>
        </p:txBody>
      </p:sp>
      <p:sp>
        <p:nvSpPr>
          <p:cNvPr id="50" name="New shape"/>
          <p:cNvSpPr/>
          <p:nvPr/>
        </p:nvSpPr>
        <p:spPr>
          <a:xfrm>
            <a:off x="831850" y="2155825"/>
            <a:ext cx="10528300" cy="0"/>
          </a:xfrm>
          <a:prstGeom prst="line">
            <a:avLst/>
          </a:prstGeom>
          <a:ln w="12700">
            <a:solidFill>
              <a:srgbClr val="FFFFFF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>
            <a:defPPr/>
          </a:lstStyle>
          <a:p>
            <a:endParaRPr lang="en-US"/>
          </a:p>
        </p:txBody>
      </p:sp>
      <p:sp>
        <p:nvSpPr>
          <p:cNvPr id="51" name="New shape"/>
          <p:cNvSpPr/>
          <p:nvPr/>
        </p:nvSpPr>
        <p:spPr>
          <a:xfrm>
            <a:off x="831850" y="3105785"/>
            <a:ext cx="10528300" cy="0"/>
          </a:xfrm>
          <a:prstGeom prst="line">
            <a:avLst/>
          </a:prstGeom>
          <a:ln w="12700">
            <a:solidFill>
              <a:srgbClr val="FFFFFF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>
            <a:defPPr/>
          </a:lstStyle>
          <a:p>
            <a:endParaRPr lang="en-US"/>
          </a:p>
        </p:txBody>
      </p:sp>
      <p:sp>
        <p:nvSpPr>
          <p:cNvPr id="52" name="New shape"/>
          <p:cNvSpPr/>
          <p:nvPr/>
        </p:nvSpPr>
        <p:spPr>
          <a:xfrm>
            <a:off x="281940" y="4044061"/>
            <a:ext cx="2532888" cy="25908"/>
          </a:xfrm>
          <a:prstGeom prst="rect">
            <a:avLst/>
          </a:prstGeom>
          <a:solidFill>
            <a:srgbClr val="000000"/>
          </a:solidFill>
          <a:ln w="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/>
          </a:lstStyle>
          <a:p>
            <a:endParaRPr lang="en-US"/>
          </a:p>
        </p:txBody>
      </p:sp>
      <p:sp>
        <p:nvSpPr>
          <p:cNvPr id="53" name="New shape"/>
          <p:cNvSpPr/>
          <p:nvPr/>
        </p:nvSpPr>
        <p:spPr>
          <a:xfrm>
            <a:off x="7034276" y="861822"/>
            <a:ext cx="1079881" cy="457200"/>
          </a:xfrm>
          <a:prstGeom prst="rect">
            <a:avLst/>
          </a:prstGeom>
          <a:solidFill>
            <a:srgbClr val="5B9BD4"/>
          </a:solidFill>
          <a:ln w="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/>
          </a:lstStyle>
          <a:p>
            <a:endParaRPr lang="en-US"/>
          </a:p>
        </p:txBody>
      </p:sp>
      <p:sp>
        <p:nvSpPr>
          <p:cNvPr id="54" name="New shape"/>
          <p:cNvSpPr/>
          <p:nvPr/>
        </p:nvSpPr>
        <p:spPr>
          <a:xfrm>
            <a:off x="8114156" y="861822"/>
            <a:ext cx="1079881" cy="457200"/>
          </a:xfrm>
          <a:prstGeom prst="rect">
            <a:avLst/>
          </a:prstGeom>
          <a:solidFill>
            <a:srgbClr val="5B9BD4"/>
          </a:solidFill>
          <a:ln w="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/>
          </a:lstStyle>
          <a:p>
            <a:endParaRPr lang="en-US"/>
          </a:p>
        </p:txBody>
      </p:sp>
      <p:sp>
        <p:nvSpPr>
          <p:cNvPr id="55" name="New shape"/>
          <p:cNvSpPr/>
          <p:nvPr/>
        </p:nvSpPr>
        <p:spPr>
          <a:xfrm>
            <a:off x="9194037" y="861822"/>
            <a:ext cx="1079881" cy="457200"/>
          </a:xfrm>
          <a:prstGeom prst="rect">
            <a:avLst/>
          </a:prstGeom>
          <a:solidFill>
            <a:srgbClr val="5B9BD4"/>
          </a:solidFill>
          <a:ln w="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/>
          </a:lstStyle>
          <a:p>
            <a:endParaRPr lang="en-US"/>
          </a:p>
        </p:txBody>
      </p:sp>
      <p:sp>
        <p:nvSpPr>
          <p:cNvPr id="56" name="New shape"/>
          <p:cNvSpPr/>
          <p:nvPr/>
        </p:nvSpPr>
        <p:spPr>
          <a:xfrm>
            <a:off x="10273919" y="861822"/>
            <a:ext cx="1079881" cy="457200"/>
          </a:xfrm>
          <a:prstGeom prst="rect">
            <a:avLst/>
          </a:prstGeom>
          <a:solidFill>
            <a:srgbClr val="5B9BD4"/>
          </a:solidFill>
          <a:ln w="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/>
          </a:lstStyle>
          <a:p>
            <a:endParaRPr lang="en-US"/>
          </a:p>
        </p:txBody>
      </p:sp>
      <p:sp>
        <p:nvSpPr>
          <p:cNvPr id="57" name="New shape"/>
          <p:cNvSpPr/>
          <p:nvPr/>
        </p:nvSpPr>
        <p:spPr>
          <a:xfrm>
            <a:off x="7034276" y="1319022"/>
            <a:ext cx="1079881" cy="457200"/>
          </a:xfrm>
          <a:prstGeom prst="rect">
            <a:avLst/>
          </a:prstGeom>
          <a:solidFill>
            <a:srgbClr val="D2DEEE"/>
          </a:solidFill>
          <a:ln w="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/>
          </a:lstStyle>
          <a:p>
            <a:endParaRPr lang="en-US"/>
          </a:p>
        </p:txBody>
      </p:sp>
      <p:sp>
        <p:nvSpPr>
          <p:cNvPr id="58" name="New shape"/>
          <p:cNvSpPr/>
          <p:nvPr/>
        </p:nvSpPr>
        <p:spPr>
          <a:xfrm>
            <a:off x="8114156" y="1319022"/>
            <a:ext cx="1079881" cy="457200"/>
          </a:xfrm>
          <a:prstGeom prst="rect">
            <a:avLst/>
          </a:prstGeom>
          <a:solidFill>
            <a:srgbClr val="C5DFB4"/>
          </a:solidFill>
          <a:ln w="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/>
          </a:lstStyle>
          <a:p>
            <a:endParaRPr lang="en-US"/>
          </a:p>
        </p:txBody>
      </p:sp>
      <p:sp>
        <p:nvSpPr>
          <p:cNvPr id="59" name="New shape"/>
          <p:cNvSpPr/>
          <p:nvPr/>
        </p:nvSpPr>
        <p:spPr>
          <a:xfrm>
            <a:off x="9194037" y="1319022"/>
            <a:ext cx="1079881" cy="457200"/>
          </a:xfrm>
          <a:prstGeom prst="rect">
            <a:avLst/>
          </a:prstGeom>
          <a:solidFill>
            <a:srgbClr val="D2DEEE"/>
          </a:solidFill>
          <a:ln w="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/>
          </a:lstStyle>
          <a:p>
            <a:endParaRPr lang="en-US"/>
          </a:p>
        </p:txBody>
      </p:sp>
      <p:sp>
        <p:nvSpPr>
          <p:cNvPr id="60" name="New shape"/>
          <p:cNvSpPr/>
          <p:nvPr/>
        </p:nvSpPr>
        <p:spPr>
          <a:xfrm>
            <a:off x="10273919" y="1319022"/>
            <a:ext cx="1079881" cy="457200"/>
          </a:xfrm>
          <a:prstGeom prst="rect">
            <a:avLst/>
          </a:prstGeom>
          <a:solidFill>
            <a:srgbClr val="D2DEEE"/>
          </a:solidFill>
          <a:ln w="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/>
          </a:lstStyle>
          <a:p>
            <a:endParaRPr lang="en-US"/>
          </a:p>
        </p:txBody>
      </p:sp>
      <p:sp>
        <p:nvSpPr>
          <p:cNvPr id="61" name="New shape"/>
          <p:cNvSpPr/>
          <p:nvPr/>
        </p:nvSpPr>
        <p:spPr>
          <a:xfrm>
            <a:off x="8114157" y="855472"/>
            <a:ext cx="0" cy="927100"/>
          </a:xfrm>
          <a:prstGeom prst="line">
            <a:avLst/>
          </a:prstGeom>
          <a:ln w="12700">
            <a:solidFill>
              <a:srgbClr val="FFFFFF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>
            <a:defPPr/>
          </a:lstStyle>
          <a:p>
            <a:endParaRPr lang="en-US"/>
          </a:p>
        </p:txBody>
      </p:sp>
      <p:sp>
        <p:nvSpPr>
          <p:cNvPr id="62" name="New shape"/>
          <p:cNvSpPr/>
          <p:nvPr/>
        </p:nvSpPr>
        <p:spPr>
          <a:xfrm>
            <a:off x="9194038" y="855472"/>
            <a:ext cx="0" cy="927100"/>
          </a:xfrm>
          <a:prstGeom prst="line">
            <a:avLst/>
          </a:prstGeom>
          <a:ln w="12700">
            <a:solidFill>
              <a:srgbClr val="FFFFFF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>
            <a:defPPr/>
          </a:lstStyle>
          <a:p>
            <a:endParaRPr lang="en-US"/>
          </a:p>
        </p:txBody>
      </p:sp>
      <p:sp>
        <p:nvSpPr>
          <p:cNvPr id="63" name="New shape"/>
          <p:cNvSpPr/>
          <p:nvPr/>
        </p:nvSpPr>
        <p:spPr>
          <a:xfrm>
            <a:off x="10273919" y="855472"/>
            <a:ext cx="0" cy="927100"/>
          </a:xfrm>
          <a:prstGeom prst="line">
            <a:avLst/>
          </a:prstGeom>
          <a:ln w="12700">
            <a:solidFill>
              <a:srgbClr val="FFFFFF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>
            <a:defPPr/>
          </a:lstStyle>
          <a:p>
            <a:endParaRPr lang="en-US"/>
          </a:p>
        </p:txBody>
      </p:sp>
      <p:sp>
        <p:nvSpPr>
          <p:cNvPr id="64" name="New shape"/>
          <p:cNvSpPr/>
          <p:nvPr/>
        </p:nvSpPr>
        <p:spPr>
          <a:xfrm>
            <a:off x="7027926" y="1319022"/>
            <a:ext cx="4332224" cy="0"/>
          </a:xfrm>
          <a:prstGeom prst="line">
            <a:avLst/>
          </a:prstGeom>
          <a:ln w="38100">
            <a:solidFill>
              <a:srgbClr val="FFFFFF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>
            <a:defPPr/>
          </a:lstStyle>
          <a:p>
            <a:endParaRPr lang="en-US"/>
          </a:p>
        </p:txBody>
      </p:sp>
      <p:sp>
        <p:nvSpPr>
          <p:cNvPr id="65" name="New shape"/>
          <p:cNvSpPr/>
          <p:nvPr/>
        </p:nvSpPr>
        <p:spPr>
          <a:xfrm>
            <a:off x="7034276" y="855472"/>
            <a:ext cx="0" cy="927100"/>
          </a:xfrm>
          <a:prstGeom prst="line">
            <a:avLst/>
          </a:prstGeom>
          <a:ln w="12700">
            <a:solidFill>
              <a:srgbClr val="FFFFFF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>
            <a:defPPr/>
          </a:lstStyle>
          <a:p>
            <a:endParaRPr lang="en-US"/>
          </a:p>
        </p:txBody>
      </p:sp>
      <p:sp>
        <p:nvSpPr>
          <p:cNvPr id="66" name="New shape"/>
          <p:cNvSpPr/>
          <p:nvPr/>
        </p:nvSpPr>
        <p:spPr>
          <a:xfrm>
            <a:off x="11353800" y="855472"/>
            <a:ext cx="0" cy="927100"/>
          </a:xfrm>
          <a:prstGeom prst="line">
            <a:avLst/>
          </a:prstGeom>
          <a:ln w="12700">
            <a:solidFill>
              <a:srgbClr val="FFFFFF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>
            <a:defPPr/>
          </a:lstStyle>
          <a:p>
            <a:endParaRPr lang="en-US"/>
          </a:p>
        </p:txBody>
      </p:sp>
      <p:sp>
        <p:nvSpPr>
          <p:cNvPr id="67" name="New shape"/>
          <p:cNvSpPr/>
          <p:nvPr/>
        </p:nvSpPr>
        <p:spPr>
          <a:xfrm>
            <a:off x="7027926" y="861822"/>
            <a:ext cx="4332224" cy="0"/>
          </a:xfrm>
          <a:prstGeom prst="line">
            <a:avLst/>
          </a:prstGeom>
          <a:ln w="12700">
            <a:solidFill>
              <a:srgbClr val="FFFFFF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>
            <a:defPPr/>
          </a:lstStyle>
          <a:p>
            <a:endParaRPr lang="en-US"/>
          </a:p>
        </p:txBody>
      </p:sp>
      <p:sp>
        <p:nvSpPr>
          <p:cNvPr id="68" name="New shape"/>
          <p:cNvSpPr/>
          <p:nvPr/>
        </p:nvSpPr>
        <p:spPr>
          <a:xfrm>
            <a:off x="7027926" y="1776222"/>
            <a:ext cx="4332224" cy="0"/>
          </a:xfrm>
          <a:prstGeom prst="line">
            <a:avLst/>
          </a:prstGeom>
          <a:ln w="12700">
            <a:solidFill>
              <a:srgbClr val="FFFFFF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>
            <a:defPPr/>
          </a:lstStyle>
          <a:p>
            <a:endParaRPr lang="en-US"/>
          </a:p>
        </p:txBody>
      </p:sp>
      <p:sp>
        <p:nvSpPr>
          <p:cNvPr id="69" name="New shape"/>
          <p:cNvSpPr/>
          <p:nvPr/>
        </p:nvSpPr>
        <p:spPr>
          <a:xfrm>
            <a:off x="929640" y="703804"/>
            <a:ext cx="3057104" cy="683121"/>
          </a:xfrm>
          <a:prstGeom prst="rect">
            <a:avLst/>
          </a:prstGeom>
          <a:noFill/>
        </p:spPr>
        <p:style>
          <a:lnRef idx="2">
            <a:srgbClr val="000000">
              <a:alpha val="0"/>
            </a:srgb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lIns="0" tIns="0" rtlCol="0" anchor="ctr">
            <a:spAutoFit/>
          </a:bodyPr>
          <a:lstStyle>
            <a:defPPr/>
          </a:lstStyle>
          <a:p>
            <a:r>
              <a:rPr lang="en-US" sz="4406">
                <a:solidFill>
                  <a:srgbClr val="00AFEF"/>
                </a:solidFill>
                <a:latin typeface="Calibri Light"/>
              </a:rPr>
              <a:t>Binary Search</a:t>
            </a:r>
          </a:p>
        </p:txBody>
      </p:sp>
      <p:sp>
        <p:nvSpPr>
          <p:cNvPr id="70" name="New shape"/>
          <p:cNvSpPr/>
          <p:nvPr/>
        </p:nvSpPr>
        <p:spPr>
          <a:xfrm>
            <a:off x="1085393" y="2235480"/>
            <a:ext cx="8249421" cy="496714"/>
          </a:xfrm>
          <a:prstGeom prst="rect">
            <a:avLst/>
          </a:prstGeom>
          <a:noFill/>
        </p:spPr>
        <p:style>
          <a:lnRef idx="2">
            <a:srgbClr val="000000">
              <a:alpha val="0"/>
            </a:srgb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lIns="0" tIns="0" rtlCol="0" anchor="ctr">
            <a:spAutoFit/>
          </a:bodyPr>
          <a:lstStyle>
            <a:defPPr/>
          </a:lstStyle>
          <a:p>
            <a:r>
              <a:rPr lang="en-US" sz="3204" b="1">
                <a:solidFill>
                  <a:srgbClr val="FFFFFF"/>
                </a:solidFill>
                <a:latin typeface="Calibri"/>
              </a:rPr>
              <a:t>67  8  910 11 14 15 17 19 22 23 25 28 30</a:t>
            </a:r>
          </a:p>
        </p:txBody>
      </p:sp>
      <p:sp>
        <p:nvSpPr>
          <p:cNvPr id="71" name="New shape"/>
          <p:cNvSpPr/>
          <p:nvPr/>
        </p:nvSpPr>
        <p:spPr>
          <a:xfrm>
            <a:off x="1075030" y="2798601"/>
            <a:ext cx="227039" cy="247427"/>
          </a:xfrm>
          <a:prstGeom prst="rect">
            <a:avLst/>
          </a:prstGeom>
          <a:noFill/>
        </p:spPr>
        <p:style>
          <a:lnRef idx="2">
            <a:srgbClr val="000000">
              <a:alpha val="0"/>
            </a:srgb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lIns="0" tIns="0" rtlCol="0" anchor="ctr">
            <a:spAutoFit/>
          </a:bodyPr>
          <a:lstStyle>
            <a:defPPr/>
          </a:lstStyle>
          <a:p>
            <a:r>
              <a:rPr lang="en-US" sz="1596" i="1">
                <a:solidFill>
                  <a:srgbClr val="7E7E7E"/>
                </a:solidFill>
                <a:latin typeface="Calibri"/>
              </a:rPr>
              <a:t>[0]</a:t>
            </a:r>
          </a:p>
        </p:txBody>
      </p:sp>
      <p:sp>
        <p:nvSpPr>
          <p:cNvPr id="72" name="New shape"/>
          <p:cNvSpPr/>
          <p:nvPr/>
        </p:nvSpPr>
        <p:spPr>
          <a:xfrm>
            <a:off x="1776095" y="2798601"/>
            <a:ext cx="227039" cy="247427"/>
          </a:xfrm>
          <a:prstGeom prst="rect">
            <a:avLst/>
          </a:prstGeom>
          <a:noFill/>
        </p:spPr>
        <p:style>
          <a:lnRef idx="2">
            <a:srgbClr val="000000">
              <a:alpha val="0"/>
            </a:srgb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lIns="0" tIns="0" rtlCol="0" anchor="ctr">
            <a:spAutoFit/>
          </a:bodyPr>
          <a:lstStyle>
            <a:defPPr/>
          </a:lstStyle>
          <a:p>
            <a:r>
              <a:rPr lang="en-US" sz="1596" i="1">
                <a:solidFill>
                  <a:srgbClr val="7E7E7E"/>
                </a:solidFill>
                <a:latin typeface="Calibri"/>
              </a:rPr>
              <a:t>[1]</a:t>
            </a:r>
          </a:p>
        </p:txBody>
      </p:sp>
      <p:sp>
        <p:nvSpPr>
          <p:cNvPr id="73" name="New shape"/>
          <p:cNvSpPr/>
          <p:nvPr/>
        </p:nvSpPr>
        <p:spPr>
          <a:xfrm>
            <a:off x="2477135" y="2798601"/>
            <a:ext cx="227039" cy="247427"/>
          </a:xfrm>
          <a:prstGeom prst="rect">
            <a:avLst/>
          </a:prstGeom>
          <a:noFill/>
        </p:spPr>
        <p:style>
          <a:lnRef idx="2">
            <a:srgbClr val="000000">
              <a:alpha val="0"/>
            </a:srgb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lIns="0" tIns="0" rtlCol="0" anchor="ctr">
            <a:spAutoFit/>
          </a:bodyPr>
          <a:lstStyle>
            <a:defPPr/>
          </a:lstStyle>
          <a:p>
            <a:r>
              <a:rPr lang="en-US" sz="1596" i="1">
                <a:solidFill>
                  <a:srgbClr val="7E7E7E"/>
                </a:solidFill>
                <a:latin typeface="Calibri"/>
              </a:rPr>
              <a:t>[2]</a:t>
            </a:r>
          </a:p>
        </p:txBody>
      </p:sp>
      <p:sp>
        <p:nvSpPr>
          <p:cNvPr id="74" name="New shape"/>
          <p:cNvSpPr/>
          <p:nvPr/>
        </p:nvSpPr>
        <p:spPr>
          <a:xfrm>
            <a:off x="3178175" y="2798601"/>
            <a:ext cx="227039" cy="247427"/>
          </a:xfrm>
          <a:prstGeom prst="rect">
            <a:avLst/>
          </a:prstGeom>
          <a:noFill/>
        </p:spPr>
        <p:style>
          <a:lnRef idx="2">
            <a:srgbClr val="000000">
              <a:alpha val="0"/>
            </a:srgb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lIns="0" tIns="0" rtlCol="0" anchor="ctr">
            <a:spAutoFit/>
          </a:bodyPr>
          <a:lstStyle>
            <a:defPPr/>
          </a:lstStyle>
          <a:p>
            <a:r>
              <a:rPr lang="en-US" sz="1596" i="1">
                <a:solidFill>
                  <a:srgbClr val="7E7E7E"/>
                </a:solidFill>
                <a:latin typeface="Calibri"/>
              </a:rPr>
              <a:t>[3]</a:t>
            </a:r>
          </a:p>
        </p:txBody>
      </p:sp>
      <p:sp>
        <p:nvSpPr>
          <p:cNvPr id="75" name="New shape"/>
          <p:cNvSpPr/>
          <p:nvPr/>
        </p:nvSpPr>
        <p:spPr>
          <a:xfrm>
            <a:off x="3879469" y="2798601"/>
            <a:ext cx="227039" cy="247427"/>
          </a:xfrm>
          <a:prstGeom prst="rect">
            <a:avLst/>
          </a:prstGeom>
          <a:noFill/>
        </p:spPr>
        <p:style>
          <a:lnRef idx="2">
            <a:srgbClr val="000000">
              <a:alpha val="0"/>
            </a:srgb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lIns="0" tIns="0" rtlCol="0" anchor="ctr">
            <a:spAutoFit/>
          </a:bodyPr>
          <a:lstStyle>
            <a:defPPr/>
          </a:lstStyle>
          <a:p>
            <a:r>
              <a:rPr lang="en-US" sz="1596" i="1">
                <a:solidFill>
                  <a:srgbClr val="7E7E7E"/>
                </a:solidFill>
                <a:latin typeface="Calibri"/>
              </a:rPr>
              <a:t>[4]</a:t>
            </a:r>
          </a:p>
        </p:txBody>
      </p:sp>
      <p:sp>
        <p:nvSpPr>
          <p:cNvPr id="76" name="New shape"/>
          <p:cNvSpPr/>
          <p:nvPr/>
        </p:nvSpPr>
        <p:spPr>
          <a:xfrm>
            <a:off x="4580509" y="2798601"/>
            <a:ext cx="227039" cy="247427"/>
          </a:xfrm>
          <a:prstGeom prst="rect">
            <a:avLst/>
          </a:prstGeom>
          <a:noFill/>
        </p:spPr>
        <p:style>
          <a:lnRef idx="2">
            <a:srgbClr val="000000">
              <a:alpha val="0"/>
            </a:srgb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lIns="0" tIns="0" rtlCol="0" anchor="ctr">
            <a:spAutoFit/>
          </a:bodyPr>
          <a:lstStyle>
            <a:defPPr/>
          </a:lstStyle>
          <a:p>
            <a:r>
              <a:rPr lang="en-US" sz="1596" i="1">
                <a:solidFill>
                  <a:srgbClr val="7E7E7E"/>
                </a:solidFill>
                <a:latin typeface="Calibri"/>
              </a:rPr>
              <a:t>[5]</a:t>
            </a:r>
          </a:p>
        </p:txBody>
      </p:sp>
      <p:sp>
        <p:nvSpPr>
          <p:cNvPr id="77" name="New shape"/>
          <p:cNvSpPr/>
          <p:nvPr/>
        </p:nvSpPr>
        <p:spPr>
          <a:xfrm>
            <a:off x="5281549" y="2798601"/>
            <a:ext cx="227039" cy="247427"/>
          </a:xfrm>
          <a:prstGeom prst="rect">
            <a:avLst/>
          </a:prstGeom>
          <a:noFill/>
        </p:spPr>
        <p:style>
          <a:lnRef idx="2">
            <a:srgbClr val="000000">
              <a:alpha val="0"/>
            </a:srgb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lIns="0" tIns="0" rtlCol="0" anchor="ctr">
            <a:spAutoFit/>
          </a:bodyPr>
          <a:lstStyle>
            <a:defPPr/>
          </a:lstStyle>
          <a:p>
            <a:r>
              <a:rPr lang="en-US" sz="1596" i="1">
                <a:solidFill>
                  <a:srgbClr val="7E7E7E"/>
                </a:solidFill>
                <a:latin typeface="Calibri"/>
              </a:rPr>
              <a:t>[6]</a:t>
            </a:r>
          </a:p>
        </p:txBody>
      </p:sp>
      <p:sp>
        <p:nvSpPr>
          <p:cNvPr id="78" name="New shape"/>
          <p:cNvSpPr/>
          <p:nvPr/>
        </p:nvSpPr>
        <p:spPr>
          <a:xfrm>
            <a:off x="5982970" y="2798601"/>
            <a:ext cx="227039" cy="247427"/>
          </a:xfrm>
          <a:prstGeom prst="rect">
            <a:avLst/>
          </a:prstGeom>
          <a:noFill/>
        </p:spPr>
        <p:style>
          <a:lnRef idx="2">
            <a:srgbClr val="000000">
              <a:alpha val="0"/>
            </a:srgb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lIns="0" tIns="0" rtlCol="0" anchor="ctr">
            <a:spAutoFit/>
          </a:bodyPr>
          <a:lstStyle>
            <a:defPPr/>
          </a:lstStyle>
          <a:p>
            <a:r>
              <a:rPr lang="en-US" sz="1596" i="1">
                <a:solidFill>
                  <a:srgbClr val="7E7E7E"/>
                </a:solidFill>
                <a:latin typeface="Calibri"/>
              </a:rPr>
              <a:t>[7]</a:t>
            </a:r>
          </a:p>
        </p:txBody>
      </p:sp>
      <p:sp>
        <p:nvSpPr>
          <p:cNvPr id="79" name="New shape"/>
          <p:cNvSpPr/>
          <p:nvPr/>
        </p:nvSpPr>
        <p:spPr>
          <a:xfrm>
            <a:off x="6684010" y="2798601"/>
            <a:ext cx="227039" cy="247427"/>
          </a:xfrm>
          <a:prstGeom prst="rect">
            <a:avLst/>
          </a:prstGeom>
          <a:noFill/>
        </p:spPr>
        <p:style>
          <a:lnRef idx="2">
            <a:srgbClr val="000000">
              <a:alpha val="0"/>
            </a:srgb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lIns="0" tIns="0" rtlCol="0" anchor="ctr">
            <a:spAutoFit/>
          </a:bodyPr>
          <a:lstStyle>
            <a:defPPr/>
          </a:lstStyle>
          <a:p>
            <a:r>
              <a:rPr lang="en-US" sz="1596" i="1">
                <a:solidFill>
                  <a:srgbClr val="7E7E7E"/>
                </a:solidFill>
                <a:latin typeface="Calibri"/>
              </a:rPr>
              <a:t>[8]</a:t>
            </a:r>
          </a:p>
        </p:txBody>
      </p:sp>
      <p:sp>
        <p:nvSpPr>
          <p:cNvPr id="80" name="New shape"/>
          <p:cNvSpPr/>
          <p:nvPr/>
        </p:nvSpPr>
        <p:spPr>
          <a:xfrm>
            <a:off x="7385050" y="2798601"/>
            <a:ext cx="227039" cy="247427"/>
          </a:xfrm>
          <a:prstGeom prst="rect">
            <a:avLst/>
          </a:prstGeom>
          <a:noFill/>
        </p:spPr>
        <p:style>
          <a:lnRef idx="2">
            <a:srgbClr val="000000">
              <a:alpha val="0"/>
            </a:srgb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lIns="0" tIns="0" rtlCol="0" anchor="ctr">
            <a:spAutoFit/>
          </a:bodyPr>
          <a:lstStyle>
            <a:defPPr/>
          </a:lstStyle>
          <a:p>
            <a:r>
              <a:rPr lang="en-US" sz="1596" i="1">
                <a:solidFill>
                  <a:srgbClr val="7E7E7E"/>
                </a:solidFill>
                <a:latin typeface="Calibri"/>
              </a:rPr>
              <a:t>[9]</a:t>
            </a:r>
          </a:p>
        </p:txBody>
      </p:sp>
      <p:sp>
        <p:nvSpPr>
          <p:cNvPr id="81" name="New shape"/>
          <p:cNvSpPr/>
          <p:nvPr/>
        </p:nvSpPr>
        <p:spPr>
          <a:xfrm>
            <a:off x="8035798" y="2798601"/>
            <a:ext cx="329770" cy="247427"/>
          </a:xfrm>
          <a:prstGeom prst="rect">
            <a:avLst/>
          </a:prstGeom>
          <a:noFill/>
        </p:spPr>
        <p:style>
          <a:lnRef idx="2">
            <a:srgbClr val="000000">
              <a:alpha val="0"/>
            </a:srgb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lIns="0" tIns="0" rtlCol="0" anchor="ctr">
            <a:spAutoFit/>
          </a:bodyPr>
          <a:lstStyle>
            <a:defPPr/>
          </a:lstStyle>
          <a:p>
            <a:r>
              <a:rPr lang="en-US" sz="1596" i="1">
                <a:solidFill>
                  <a:srgbClr val="7E7E7E"/>
                </a:solidFill>
                <a:latin typeface="Calibri"/>
              </a:rPr>
              <a:t>[10]</a:t>
            </a:r>
          </a:p>
        </p:txBody>
      </p:sp>
      <p:sp>
        <p:nvSpPr>
          <p:cNvPr id="82" name="New shape"/>
          <p:cNvSpPr/>
          <p:nvPr/>
        </p:nvSpPr>
        <p:spPr>
          <a:xfrm>
            <a:off x="8736838" y="2798601"/>
            <a:ext cx="329770" cy="247427"/>
          </a:xfrm>
          <a:prstGeom prst="rect">
            <a:avLst/>
          </a:prstGeom>
          <a:noFill/>
        </p:spPr>
        <p:style>
          <a:lnRef idx="2">
            <a:srgbClr val="000000">
              <a:alpha val="0"/>
            </a:srgb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lIns="0" tIns="0" rtlCol="0" anchor="ctr">
            <a:spAutoFit/>
          </a:bodyPr>
          <a:lstStyle>
            <a:defPPr/>
          </a:lstStyle>
          <a:p>
            <a:r>
              <a:rPr lang="en-US" sz="1596" i="1">
                <a:solidFill>
                  <a:srgbClr val="7E7E7E"/>
                </a:solidFill>
                <a:latin typeface="Calibri"/>
              </a:rPr>
              <a:t>[11]</a:t>
            </a:r>
          </a:p>
        </p:txBody>
      </p:sp>
      <p:sp>
        <p:nvSpPr>
          <p:cNvPr id="83" name="New shape"/>
          <p:cNvSpPr/>
          <p:nvPr/>
        </p:nvSpPr>
        <p:spPr>
          <a:xfrm>
            <a:off x="9438132" y="2798601"/>
            <a:ext cx="329770" cy="247427"/>
          </a:xfrm>
          <a:prstGeom prst="rect">
            <a:avLst/>
          </a:prstGeom>
          <a:noFill/>
        </p:spPr>
        <p:style>
          <a:lnRef idx="2">
            <a:srgbClr val="000000">
              <a:alpha val="0"/>
            </a:srgb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lIns="0" tIns="0" rtlCol="0" anchor="ctr">
            <a:spAutoFit/>
          </a:bodyPr>
          <a:lstStyle>
            <a:defPPr/>
          </a:lstStyle>
          <a:p>
            <a:r>
              <a:rPr lang="en-US" sz="1596" i="1">
                <a:solidFill>
                  <a:srgbClr val="7E7E7E"/>
                </a:solidFill>
                <a:latin typeface="Calibri"/>
              </a:rPr>
              <a:t>[12]</a:t>
            </a:r>
          </a:p>
        </p:txBody>
      </p:sp>
      <p:sp>
        <p:nvSpPr>
          <p:cNvPr id="84" name="New shape"/>
          <p:cNvSpPr/>
          <p:nvPr/>
        </p:nvSpPr>
        <p:spPr>
          <a:xfrm>
            <a:off x="10139172" y="2798601"/>
            <a:ext cx="329770" cy="247427"/>
          </a:xfrm>
          <a:prstGeom prst="rect">
            <a:avLst/>
          </a:prstGeom>
          <a:noFill/>
        </p:spPr>
        <p:style>
          <a:lnRef idx="2">
            <a:srgbClr val="000000">
              <a:alpha val="0"/>
            </a:srgb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lIns="0" tIns="0" rtlCol="0" anchor="ctr">
            <a:spAutoFit/>
          </a:bodyPr>
          <a:lstStyle>
            <a:defPPr/>
          </a:lstStyle>
          <a:p>
            <a:r>
              <a:rPr lang="en-US" sz="1596" i="1">
                <a:solidFill>
                  <a:srgbClr val="7E7E7E"/>
                </a:solidFill>
                <a:latin typeface="Calibri"/>
              </a:rPr>
              <a:t>[13]</a:t>
            </a:r>
          </a:p>
        </p:txBody>
      </p:sp>
      <p:sp>
        <p:nvSpPr>
          <p:cNvPr id="85" name="New shape"/>
          <p:cNvSpPr/>
          <p:nvPr/>
        </p:nvSpPr>
        <p:spPr>
          <a:xfrm>
            <a:off x="10840212" y="2798601"/>
            <a:ext cx="329770" cy="247427"/>
          </a:xfrm>
          <a:prstGeom prst="rect">
            <a:avLst/>
          </a:prstGeom>
          <a:noFill/>
        </p:spPr>
        <p:style>
          <a:lnRef idx="2">
            <a:srgbClr val="000000">
              <a:alpha val="0"/>
            </a:srgb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lIns="0" tIns="0" rtlCol="0" anchor="ctr">
            <a:spAutoFit/>
          </a:bodyPr>
          <a:lstStyle>
            <a:defPPr/>
          </a:lstStyle>
          <a:p>
            <a:r>
              <a:rPr lang="en-US" sz="1596" i="1">
                <a:solidFill>
                  <a:srgbClr val="7E7E7E"/>
                </a:solidFill>
                <a:latin typeface="Calibri"/>
              </a:rPr>
              <a:t>[14]</a:t>
            </a:r>
          </a:p>
        </p:txBody>
      </p:sp>
      <p:sp>
        <p:nvSpPr>
          <p:cNvPr id="86" name="New shape"/>
          <p:cNvSpPr/>
          <p:nvPr/>
        </p:nvSpPr>
        <p:spPr>
          <a:xfrm>
            <a:off x="281940" y="3651530"/>
            <a:ext cx="2535824" cy="496714"/>
          </a:xfrm>
          <a:prstGeom prst="rect">
            <a:avLst/>
          </a:prstGeom>
          <a:noFill/>
        </p:spPr>
        <p:style>
          <a:lnRef idx="2">
            <a:srgbClr val="000000">
              <a:alpha val="0"/>
            </a:srgb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lIns="0" tIns="0" rtlCol="0" anchor="ctr">
            <a:spAutoFit/>
          </a:bodyPr>
          <a:lstStyle>
            <a:defPPr/>
          </a:lstStyle>
          <a:p>
            <a:r>
              <a:rPr lang="en-US" sz="3204">
                <a:solidFill>
                  <a:srgbClr val="000000"/>
                </a:solidFill>
                <a:latin typeface="Calibri"/>
              </a:rPr>
              <a:t>In pseudocode:</a:t>
            </a:r>
          </a:p>
        </p:txBody>
      </p:sp>
      <p:sp>
        <p:nvSpPr>
          <p:cNvPr id="87" name="New shape"/>
          <p:cNvSpPr/>
          <p:nvPr/>
        </p:nvSpPr>
        <p:spPr>
          <a:xfrm>
            <a:off x="739140" y="4134458"/>
            <a:ext cx="5526351" cy="433834"/>
          </a:xfrm>
          <a:prstGeom prst="rect">
            <a:avLst/>
          </a:prstGeom>
          <a:noFill/>
        </p:spPr>
        <p:style>
          <a:lnRef idx="2">
            <a:srgbClr val="000000">
              <a:alpha val="0"/>
            </a:srgb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lIns="0" tIns="0" rtlCol="0" anchor="ctr">
            <a:spAutoFit/>
          </a:bodyPr>
          <a:lstStyle>
            <a:defPPr/>
          </a:lstStyle>
          <a:p>
            <a:r>
              <a:rPr lang="en-US" sz="2798">
                <a:solidFill>
                  <a:srgbClr val="000000"/>
                </a:solidFill>
                <a:latin typeface="Calibri"/>
              </a:rPr>
              <a:t>Repeat until the (sub)array is of size 0:</a:t>
            </a:r>
          </a:p>
        </p:txBody>
      </p:sp>
      <p:sp>
        <p:nvSpPr>
          <p:cNvPr id="88" name="New shape"/>
          <p:cNvSpPr/>
          <p:nvPr/>
        </p:nvSpPr>
        <p:spPr>
          <a:xfrm>
            <a:off x="1196645" y="4557550"/>
            <a:ext cx="5982444" cy="372070"/>
          </a:xfrm>
          <a:prstGeom prst="rect">
            <a:avLst/>
          </a:prstGeom>
          <a:noFill/>
        </p:spPr>
        <p:style>
          <a:lnRef idx="2">
            <a:srgbClr val="000000">
              <a:alpha val="0"/>
            </a:srgb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lIns="0" tIns="0" rtlCol="0" anchor="ctr">
            <a:spAutoFit/>
          </a:bodyPr>
          <a:lstStyle>
            <a:defPPr/>
          </a:lstStyle>
          <a:p>
            <a:r>
              <a:rPr lang="en-US" sz="2400">
                <a:solidFill>
                  <a:srgbClr val="000000"/>
                </a:solidFill>
                <a:latin typeface="Calibri"/>
              </a:rPr>
              <a:t>Calculate middle point of the current (sub)array.</a:t>
            </a:r>
          </a:p>
        </p:txBody>
      </p:sp>
      <p:sp>
        <p:nvSpPr>
          <p:cNvPr id="89" name="New shape"/>
          <p:cNvSpPr/>
          <p:nvPr/>
        </p:nvSpPr>
        <p:spPr>
          <a:xfrm>
            <a:off x="1196645" y="4923310"/>
            <a:ext cx="4217045" cy="372070"/>
          </a:xfrm>
          <a:prstGeom prst="rect">
            <a:avLst/>
          </a:prstGeom>
          <a:noFill/>
        </p:spPr>
        <p:style>
          <a:lnRef idx="2">
            <a:srgbClr val="000000">
              <a:alpha val="0"/>
            </a:srgb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lIns="0" tIns="0" rtlCol="0" anchor="ctr">
            <a:spAutoFit/>
          </a:bodyPr>
          <a:lstStyle>
            <a:defPPr/>
          </a:lstStyle>
          <a:p>
            <a:r>
              <a:rPr lang="en-US" sz="2400">
                <a:solidFill>
                  <a:srgbClr val="000000"/>
                </a:solidFill>
                <a:latin typeface="Calibri"/>
              </a:rPr>
              <a:t>If the target is at the middle, stop.</a:t>
            </a:r>
          </a:p>
        </p:txBody>
      </p:sp>
      <p:sp>
        <p:nvSpPr>
          <p:cNvPr id="90" name="New shape"/>
          <p:cNvSpPr/>
          <p:nvPr/>
        </p:nvSpPr>
        <p:spPr>
          <a:xfrm>
            <a:off x="1196645" y="5288810"/>
            <a:ext cx="10248423" cy="372442"/>
          </a:xfrm>
          <a:prstGeom prst="rect">
            <a:avLst/>
          </a:prstGeom>
          <a:noFill/>
        </p:spPr>
        <p:style>
          <a:lnRef idx="2">
            <a:srgbClr val="000000">
              <a:alpha val="0"/>
            </a:srgb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lIns="0" tIns="0" rtlCol="0" anchor="ctr">
            <a:spAutoFit/>
          </a:bodyPr>
          <a:lstStyle>
            <a:defPPr/>
          </a:lstStyle>
          <a:p>
            <a:r>
              <a:rPr lang="en-US" sz="2402">
                <a:solidFill>
                  <a:srgbClr val="000000"/>
                </a:solidFill>
                <a:latin typeface="Calibri"/>
              </a:rPr>
              <a:t>Otherwise, if the target is less than what’s at the middle, repeat, changing the end </a:t>
            </a:r>
          </a:p>
        </p:txBody>
      </p:sp>
      <p:sp>
        <p:nvSpPr>
          <p:cNvPr id="91" name="New shape"/>
          <p:cNvSpPr/>
          <p:nvPr/>
        </p:nvSpPr>
        <p:spPr>
          <a:xfrm>
            <a:off x="1196645" y="5655109"/>
            <a:ext cx="4992291" cy="372070"/>
          </a:xfrm>
          <a:prstGeom prst="rect">
            <a:avLst/>
          </a:prstGeom>
          <a:noFill/>
        </p:spPr>
        <p:style>
          <a:lnRef idx="2">
            <a:srgbClr val="000000">
              <a:alpha val="0"/>
            </a:srgb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lIns="0" tIns="0" rtlCol="0" anchor="ctr">
            <a:spAutoFit/>
          </a:bodyPr>
          <a:lstStyle>
            <a:defPPr/>
          </a:lstStyle>
          <a:p>
            <a:r>
              <a:rPr lang="en-US" sz="2400">
                <a:solidFill>
                  <a:srgbClr val="000000"/>
                </a:solidFill>
                <a:latin typeface="Calibri"/>
              </a:rPr>
              <a:t>point to be just to the left of the middle.</a:t>
            </a:r>
          </a:p>
        </p:txBody>
      </p:sp>
      <p:sp>
        <p:nvSpPr>
          <p:cNvPr id="92" name="New shape"/>
          <p:cNvSpPr/>
          <p:nvPr/>
        </p:nvSpPr>
        <p:spPr>
          <a:xfrm>
            <a:off x="1196645" y="6020870"/>
            <a:ext cx="10789295" cy="372070"/>
          </a:xfrm>
          <a:prstGeom prst="rect">
            <a:avLst/>
          </a:prstGeom>
          <a:noFill/>
        </p:spPr>
        <p:style>
          <a:lnRef idx="2">
            <a:srgbClr val="000000">
              <a:alpha val="0"/>
            </a:srgb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lIns="0" tIns="0" rtlCol="0" anchor="ctr">
            <a:spAutoFit/>
          </a:bodyPr>
          <a:lstStyle>
            <a:defPPr/>
          </a:lstStyle>
          <a:p>
            <a:r>
              <a:rPr lang="en-US" sz="2400">
                <a:solidFill>
                  <a:srgbClr val="000000"/>
                </a:solidFill>
                <a:latin typeface="Calibri"/>
              </a:rPr>
              <a:t>Otherwise, if the target is greater than what’s at the middle, repeat, changing the start </a:t>
            </a:r>
          </a:p>
        </p:txBody>
      </p:sp>
      <p:sp>
        <p:nvSpPr>
          <p:cNvPr id="93" name="New shape"/>
          <p:cNvSpPr/>
          <p:nvPr/>
        </p:nvSpPr>
        <p:spPr>
          <a:xfrm>
            <a:off x="1196645" y="6386630"/>
            <a:ext cx="5157490" cy="372070"/>
          </a:xfrm>
          <a:prstGeom prst="rect">
            <a:avLst/>
          </a:prstGeom>
          <a:noFill/>
        </p:spPr>
        <p:style>
          <a:lnRef idx="2">
            <a:srgbClr val="000000">
              <a:alpha val="0"/>
            </a:srgb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lIns="0" tIns="0" rtlCol="0" anchor="ctr">
            <a:spAutoFit/>
          </a:bodyPr>
          <a:lstStyle>
            <a:defPPr/>
          </a:lstStyle>
          <a:p>
            <a:r>
              <a:rPr lang="en-US" sz="2400">
                <a:solidFill>
                  <a:srgbClr val="000000"/>
                </a:solidFill>
                <a:latin typeface="Calibri"/>
              </a:rPr>
              <a:t>point to be just to the right of the middle.</a:t>
            </a:r>
          </a:p>
        </p:txBody>
      </p:sp>
      <p:sp>
        <p:nvSpPr>
          <p:cNvPr id="94" name="New shape"/>
          <p:cNvSpPr/>
          <p:nvPr/>
        </p:nvSpPr>
        <p:spPr>
          <a:xfrm>
            <a:off x="7182866" y="932589"/>
            <a:ext cx="1735782" cy="372070"/>
          </a:xfrm>
          <a:prstGeom prst="rect">
            <a:avLst/>
          </a:prstGeom>
          <a:noFill/>
        </p:spPr>
        <p:style>
          <a:lnRef idx="2">
            <a:srgbClr val="000000">
              <a:alpha val="0"/>
            </a:srgb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lIns="0" tIns="0" rtlCol="0" anchor="ctr">
            <a:spAutoFit/>
          </a:bodyPr>
          <a:lstStyle>
            <a:defPPr/>
          </a:lstStyle>
          <a:p>
            <a:r>
              <a:rPr lang="en-US" sz="2400" b="1">
                <a:solidFill>
                  <a:srgbClr val="FFFFFF"/>
                </a:solidFill>
                <a:latin typeface="Calibri"/>
              </a:rPr>
              <a:t>Target  Start</a:t>
            </a:r>
          </a:p>
        </p:txBody>
      </p:sp>
      <p:sp>
        <p:nvSpPr>
          <p:cNvPr id="95" name="New shape"/>
          <p:cNvSpPr/>
          <p:nvPr/>
        </p:nvSpPr>
        <p:spPr>
          <a:xfrm>
            <a:off x="9496933" y="932589"/>
            <a:ext cx="1835646" cy="372070"/>
          </a:xfrm>
          <a:prstGeom prst="rect">
            <a:avLst/>
          </a:prstGeom>
          <a:noFill/>
        </p:spPr>
        <p:style>
          <a:lnRef idx="2">
            <a:srgbClr val="000000">
              <a:alpha val="0"/>
            </a:srgb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lIns="0" tIns="0" rtlCol="0" anchor="ctr">
            <a:spAutoFit/>
          </a:bodyPr>
          <a:lstStyle>
            <a:defPPr/>
          </a:lstStyle>
          <a:p>
            <a:r>
              <a:rPr lang="en-US" sz="2400" b="1">
                <a:solidFill>
                  <a:srgbClr val="FFFFFF"/>
                </a:solidFill>
                <a:latin typeface="Calibri"/>
              </a:rPr>
              <a:t>End   Middle</a:t>
            </a:r>
          </a:p>
        </p:txBody>
      </p:sp>
      <p:sp>
        <p:nvSpPr>
          <p:cNvPr id="96" name="New shape"/>
          <p:cNvSpPr/>
          <p:nvPr/>
        </p:nvSpPr>
        <p:spPr>
          <a:xfrm>
            <a:off x="7420610" y="1389789"/>
            <a:ext cx="308967" cy="372070"/>
          </a:xfrm>
          <a:prstGeom prst="rect">
            <a:avLst/>
          </a:prstGeom>
          <a:noFill/>
        </p:spPr>
        <p:style>
          <a:lnRef idx="2">
            <a:srgbClr val="000000">
              <a:alpha val="0"/>
            </a:srgb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lIns="0" tIns="0" rtlCol="0" anchor="ctr">
            <a:spAutoFit/>
          </a:bodyPr>
          <a:lstStyle>
            <a:defPPr/>
          </a:lstStyle>
          <a:p>
            <a:r>
              <a:rPr lang="en-US" sz="2400">
                <a:solidFill>
                  <a:srgbClr val="000000"/>
                </a:solidFill>
                <a:latin typeface="Calibri"/>
              </a:rPr>
              <a:t>19</a:t>
            </a:r>
          </a:p>
        </p:txBody>
      </p:sp>
      <p:sp>
        <p:nvSpPr>
          <p:cNvPr id="97" name="New shape"/>
          <p:cNvSpPr/>
          <p:nvPr/>
        </p:nvSpPr>
        <p:spPr>
          <a:xfrm>
            <a:off x="8578596" y="1389789"/>
            <a:ext cx="154484" cy="372070"/>
          </a:xfrm>
          <a:prstGeom prst="rect">
            <a:avLst/>
          </a:prstGeom>
          <a:noFill/>
        </p:spPr>
        <p:style>
          <a:lnRef idx="2">
            <a:srgbClr val="000000">
              <a:alpha val="0"/>
            </a:srgb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lIns="0" tIns="0" rtlCol="0" anchor="ctr">
            <a:spAutoFit/>
          </a:bodyPr>
          <a:lstStyle>
            <a:defPPr/>
          </a:lstStyle>
          <a:p>
            <a:r>
              <a:rPr lang="en-US" sz="2400">
                <a:solidFill>
                  <a:srgbClr val="000000"/>
                </a:solidFill>
                <a:latin typeface="Calibri"/>
              </a:rPr>
              <a:t>8</a:t>
            </a:r>
          </a:p>
        </p:txBody>
      </p:sp>
      <p:sp>
        <p:nvSpPr>
          <p:cNvPr id="98" name="New shape"/>
          <p:cNvSpPr/>
          <p:nvPr/>
        </p:nvSpPr>
        <p:spPr>
          <a:xfrm>
            <a:off x="9580753" y="1389789"/>
            <a:ext cx="308967" cy="372070"/>
          </a:xfrm>
          <a:prstGeom prst="rect">
            <a:avLst/>
          </a:prstGeom>
          <a:noFill/>
        </p:spPr>
        <p:style>
          <a:lnRef idx="2">
            <a:srgbClr val="000000">
              <a:alpha val="0"/>
            </a:srgb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lIns="0" tIns="0" rtlCol="0" anchor="ctr">
            <a:spAutoFit/>
          </a:bodyPr>
          <a:lstStyle>
            <a:defPPr/>
          </a:lstStyle>
          <a:p>
            <a:r>
              <a:rPr lang="en-US" sz="2400">
                <a:solidFill>
                  <a:srgbClr val="000000"/>
                </a:solidFill>
                <a:latin typeface="Calibri"/>
              </a:rPr>
              <a:t>14</a:t>
            </a:r>
          </a:p>
        </p:txBody>
      </p:sp>
      <p:sp>
        <p:nvSpPr>
          <p:cNvPr id="99" name="New shape"/>
          <p:cNvSpPr/>
          <p:nvPr/>
        </p:nvSpPr>
        <p:spPr>
          <a:xfrm>
            <a:off x="10738358" y="1389789"/>
            <a:ext cx="154484" cy="372070"/>
          </a:xfrm>
          <a:prstGeom prst="rect">
            <a:avLst/>
          </a:prstGeom>
          <a:noFill/>
        </p:spPr>
        <p:style>
          <a:lnRef idx="2">
            <a:srgbClr val="000000">
              <a:alpha val="0"/>
            </a:srgb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lIns="0" tIns="0" rtlCol="0" anchor="ctr">
            <a:spAutoFit/>
          </a:bodyPr>
          <a:lstStyle>
            <a:defPPr/>
          </a:lstStyle>
          <a:p>
            <a:r>
              <a:rPr lang="en-US" sz="2400">
                <a:solidFill>
                  <a:srgbClr val="000000"/>
                </a:solidFill>
                <a:latin typeface="Calibri"/>
              </a:rPr>
              <a:t>7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Beng" typeface="Vrinda"/>
        <a:font script="Jpan" typeface="ＭＳ Ｐゴシック"/>
        <a:font script="Telu" typeface="Gautami"/>
        <a:font script="Cans" typeface="Euphemia"/>
        <a:font script="Cher" typeface="Plantagenet Cherokee"/>
        <a:font script="Mlym" typeface="Kartika"/>
        <a:font script="Knda" typeface="Tunga"/>
        <a:font script="Tibt" typeface="Microsoft Himalaya"/>
        <a:font script="Syrc" typeface="Estrangelo Edessa"/>
        <a:font script="Thaa" typeface="MV Boli"/>
        <a:font script="Sinh" typeface="Iskoola Pota"/>
        <a:font script="Arab" typeface="Times New Roman"/>
        <a:font script="Hebr" typeface="Times New Roman"/>
        <a:font script="Deva" typeface="Mangal"/>
        <a:font script="Uigh" typeface="Microsoft Uighur"/>
        <a:font script="Ethi" typeface="Nyala"/>
        <a:font script="Yiii" typeface="Microsoft Yi Baiti"/>
        <a:font script="Khmr" typeface="MoolBoran"/>
        <a:font script="Orya" typeface="Kalinga"/>
        <a:font script="Geor" typeface="Sylfaen"/>
        <a:font script="Mong" typeface="Mongolian Baiti"/>
        <a:font script="Taml" typeface="Latha"/>
        <a:font script="Hans" typeface="宋体"/>
        <a:font script="Laoo" typeface="DokChampa"/>
        <a:font script="Thai" typeface="Angsana New"/>
        <a:font script="Guru" typeface="Raavi"/>
        <a:font script="Viet" typeface="Times New Roman"/>
        <a:font script="Hang" typeface="맑은 고딕"/>
        <a:font script="Hant" typeface="新細明體"/>
        <a:font script="Gujr" typeface="Shruti"/>
      </a:majorFont>
      <a:minorFont>
        <a:latin typeface="Calibri"/>
        <a:ea typeface=""/>
        <a:cs typeface=""/>
        <a:font script="Beng" typeface="Vrinda"/>
        <a:font script="Jpan" typeface="ＭＳ Ｐゴシック"/>
        <a:font script="Telu" typeface="Gautami"/>
        <a:font script="Cans" typeface="Euphemia"/>
        <a:font script="Cher" typeface="Plantagenet Cherokee"/>
        <a:font script="Mlym" typeface="Kartika"/>
        <a:font script="Knda" typeface="Tunga"/>
        <a:font script="Tibt" typeface="Microsoft Himalaya"/>
        <a:font script="Syrc" typeface="Estrangelo Edessa"/>
        <a:font script="Thaa" typeface="MV Boli"/>
        <a:font script="Sinh" typeface="Iskoola Pota"/>
        <a:font script="Arab" typeface="Arial"/>
        <a:font script="Hebr" typeface="Arial"/>
        <a:font script="Deva" typeface="Mangal"/>
        <a:font script="Uigh" typeface="Microsoft Uighur"/>
        <a:font script="Ethi" typeface="Nyala"/>
        <a:font script="Yiii" typeface="Microsoft Yi Baiti"/>
        <a:font script="Khmr" typeface="DaunPenh"/>
        <a:font script="Orya" typeface="Kalinga"/>
        <a:font script="Geor" typeface="Sylfaen"/>
        <a:font script="Mong" typeface="Mongolian Baiti"/>
        <a:font script="Taml" typeface="Latha"/>
        <a:font script="Hans" typeface="宋体"/>
        <a:font script="Laoo" typeface="DokChampa"/>
        <a:font script="Thai" typeface="Cordia New"/>
        <a:font script="Guru" typeface="Raavi"/>
        <a:font script="Viet" typeface="Arial"/>
        <a:font script="Hang" typeface="맑은 고딕"/>
        <a:font script="Hant" typeface="新細明體"/>
        <a:font script="Gujr" typeface="Shruti"/>
      </a:minorFont>
    </a:fontScheme>
    <a:fmtScheme>
      <a:fillStyleLst>
        <a:solidFill>
          <a:schemeClr val="phClr"/>
        </a:solidFill>
        <a:solidFill>
          <a:schemeClr val="phClr"/>
        </a:solidFill>
        <a:solidFill>
          <a:schemeClr val="phClr"/>
        </a:solidFill>
      </a:fillStyleLst>
      <a:lnStyleLst>
        <a:ln w="25400" cap="flat" cmpd="sng" algn="ctr">
          <a:solidFill>
            <a:schemeClr val="phClr"/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0000" dir="540000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0000" dir="5400000">
              <a:srgbClr val="000000">
                <a:alpha val="38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/>
        </a:solidFill>
        <a:solidFill>
          <a:schemeClr val="phClr"/>
        </a:soli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21</TotalTime>
  <Words>1249</Words>
  <Application>Microsoft Office PowerPoint</Application>
  <PresentationFormat>Widescreen</PresentationFormat>
  <Paragraphs>213</Paragraphs>
  <Slides>10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10</vt:i4>
      </vt:variant>
    </vt:vector>
  </HeadingPairs>
  <TitlesOfParts>
    <vt:vector size="14" baseType="lpstr">
      <vt:lpstr>Arial</vt:lpstr>
      <vt:lpstr>Calibri</vt:lpstr>
      <vt:lpstr>Calibri Light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cp:lastModifiedBy>Ed Harris</cp:lastModifiedBy>
  <cp:revision>2</cp:revision>
  <dcterms:created xsi:type="dcterms:W3CDTF">2025-07-22T13:59:22Z</dcterms:created>
  <dcterms:modified xsi:type="dcterms:W3CDTF">2025-10-16T14:14:49Z</dcterms:modified>
</cp:coreProperties>
</file>
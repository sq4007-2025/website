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01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45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5" r:id="rId20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EDFBB0-13A7-47BE-B947-3DDBA9F1D619}">
  <a:tblStyle styleId="{FCEDFBB0-13A7-47BE-B947-3DDBA9F1D6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05" autoAdjust="0"/>
  </p:normalViewPr>
  <p:slideViewPr>
    <p:cSldViewPr snapToGrid="0">
      <p:cViewPr varScale="1">
        <p:scale>
          <a:sx n="129" d="100"/>
          <a:sy n="129" d="100"/>
        </p:scale>
        <p:origin x="11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tableStyles" Target="tableStyle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199" Type="http://schemas.openxmlformats.org/officeDocument/2006/relationships/slide" Target="slides/slide197.xml"/><Relationship Id="rId203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190" Type="http://schemas.openxmlformats.org/officeDocument/2006/relationships/slide" Target="slides/slide188.xml"/><Relationship Id="rId204" Type="http://schemas.openxmlformats.org/officeDocument/2006/relationships/theme" Target="theme/theme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presProps" Target="presProps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tAG3s6KIEI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apple/ios-17.4/jack-o-lantern" TargetMode="External"/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contacts/id1069512615#?platform=iphone" TargetMode="External"/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3" Type="http://schemas.openxmlformats.org/officeDocument/2006/relationships/hyperlink" Target="https://nintendo.fandom.com/wiki/Nintendo_characters#Mario_series_(including_sub-franchises)" TargetMode="External"/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419bd39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d419bd39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seem arcane but lots of data structures in world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-Decide in advance how big array is – traditional approach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d833f1ce6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d833f1ce6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Sometimes data is abstract(!)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Need flexibility on memory, type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d419bd39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d419bd39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waiting in line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- </a:t>
            </a:r>
            <a:r>
              <a:rPr lang="en-GB" dirty="0">
                <a:solidFill>
                  <a:schemeClr val="dk1"/>
                </a:solidFill>
              </a:rPr>
              <a:t>Draw how queues work omg!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5d419bd39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5d419bd39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First in first out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d419bd39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d419bd39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 into the queue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Take out of the queue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833f1ce6_8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833f1ce6_8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Encapsulate data types in a  struct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 size keeps track of number of peeps in the queue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d419bd39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d419bd39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stack of sweaters – like stack of tshirts last in first out! (like ed’s tshirt stack)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Gmail inbox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- 3 volunteers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Last in First 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Draw demo of this unfair queue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3A2C69B1-D653-0A57-9705-6520239A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>
            <a:extLst>
              <a:ext uri="{FF2B5EF4-FFF2-40B4-BE49-F238E27FC236}">
                <a16:creationId xmlns:a16="http://schemas.microsoft.com/office/drawing/2014/main" id="{0A651EB3-8BE8-305F-7297-3A229E6B3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>
            <a:extLst>
              <a:ext uri="{FF2B5EF4-FFF2-40B4-BE49-F238E27FC236}">
                <a16:creationId xmlns:a16="http://schemas.microsoft.com/office/drawing/2014/main" id="{5C4E755E-236F-73D4-28D8-C10B57C8D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Last in First 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Draw demo of this unfair queue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3831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419bd39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d419bd39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d833f1ce6_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d833f1ce6_8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5d419bd39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5d419bd39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https://www.youtube.com/watch?v=ItAG3s6KIEI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Prof. Shannon Duvall of Elon University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93d7a9a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93d7a9a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62f05f059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62f05f059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2f05f059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2f05f0593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f05f059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2f05f059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2f05f0593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2f05f0593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3a78cba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3a78cba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2f05f059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2f05f059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2f05f059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2f05f059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2f05f059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2f05f059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2f05f0593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2f05f0593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3a78cbad9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3a78cbad9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3a78cbad9_0_1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53a78cbad9_0_1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list{0,1,2}.c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2f5dbb06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2f5dbb06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2f5dbb06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62f5dbb06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2fb2649b2_8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2fb2649b2_8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2f05f0593_0_5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62f05f0593_0_5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2f05f0593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2f05f0593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d419bd39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d419bd39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d419bd39f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d419bd39f_0_1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5d419bd39f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5d419bd39f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2f05f0593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2f05f0593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d419bd39f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d419bd39f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d419bd39f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d419bd39f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d419bd39f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5d419bd39f_0_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5d419bd39f_0_1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5d419bd39f_0_1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d419bd39f_0_1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d419bd39f_0_1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d419bd39f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d419bd39f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62f05f0593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62f05f0593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d833f1ce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d833f1ce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62f05f0593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62f05f0593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2fb2649b2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62fb2649b2_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62f05f0593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62f05f0593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62f05f0593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62f05f0593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2f05f059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2f05f0593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2f05f0593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2f05f0593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list3.c (to show prepending)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3a78cbad9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3a78cbad9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d419bd39f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d419bd39f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d419bd39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d419bd39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5d419bd39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5d419bd39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3a78cbad9_0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3a78cbad9_0_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5d419bd39f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5d419bd39f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5d419bd39f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5d419bd39f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5d419bd39f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5d419bd39f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5d419bd39f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5d419bd39f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5d419bd39f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5d419bd39f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5d419bd39f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5d419bd39f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5d419bd39f_0_1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5d419bd39f_0_1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d419bd39f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d419bd39f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5d419bd39f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5d419bd39f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5d419bd39f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5d419bd39f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5d419bd39f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5d419bd39f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d419bd39f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d419bd39f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5d419bd39f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5d419bd39f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5d419bd39f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5d419bd39f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5d419bd39f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5d419bd39f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d419bd39f_0_1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d419bd39f_0_1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5d419bd39f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5d419bd39f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5d419bd39f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5d419bd39f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5d419bd39f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5d419bd39f_0_1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5d419bd39f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5d419bd39f_0_1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5d419bd39f_0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5d419bd39f_0_1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5d419bd39f_0_1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5d419bd39f_0_1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5d419bd39f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5d419bd39f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5d419bd39f_0_1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5d419bd39f_0_1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5d419bd39f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5d419bd39f_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5d419bd39f_0_1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5d419bd39f_0_1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5d419bd39f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5d419bd39f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5d419bd39f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5d419bd39f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5d419bd39f_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5d419bd39f_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5d419bd39f_0_1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5d419bd39f_0_1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5d419bd39f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5d419bd39f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list4.c (to show printing with while loop)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5d419bd39f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5d419bd39f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5d419bd39f_0_1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5d419bd39f_0_1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5d419bd39f_0_1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5d419bd39f_0_1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5d419bd39f_0_1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5d419bd39f_0_1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5d419bd39f_0_1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5d419bd39f_0_1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list5.c (for loop instead)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5d419bd39f_0_1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5d419bd39f_0_1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5d419bd39f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5d419bd39f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5d419bd39f_0_1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5d419bd39f_0_1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5d419bd39f_0_1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5d419bd39f_0_1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5d419bd39f_0_1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5d419bd39f_0_1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08eb15aab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08eb15aab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08eb15aa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08eb15aa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list6.c (freeing, after showing valgrind on list5)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8eb15aab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8eb15aab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08eb15aa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08eb15aab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5d419bd39f_0_1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5d419bd39f_0_1687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5d419bd39f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5d419bd39f_0_1701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5d419bd39f_0_1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5d419bd39f_0_1715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5d419bd39f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5d419bd39f_0_1729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08eb15aa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08eb15aa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list7.c (append)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08eb15aab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08eb15aab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5d419bd39f_0_1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5d419bd39f_0_1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5d419bd39f_0_1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5d419bd39f_0_1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15d419bd39f_0_1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15d419bd39f_0_1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5d419bd39f_0_1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5d419bd39f_0_1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5d419bd39f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5d419bd39f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08eb15aab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08eb15aab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08eb15aab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08eb15aab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8b87620ec5_1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8b87620ec5_1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https://emojipedia.org/apple/ios-17.4/jack-o-lantern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62f05f0593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62f05f0593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2f05f0593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62f05f0593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62f05f0593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62f05f0593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62f05f0593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62f05f0593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62f05f0593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62f05f0593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62f05f0593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62f05f0593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62f05f0593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62f05f0593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62f5dbb06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62f5dbb06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square is an abstraction of a node now, no need to keep drawing rects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62f05f0593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62f05f0593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62f05f0593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62f05f0593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62f05f0593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62f05f0593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62f05f0593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62f05f0593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62f5dbb06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62f5dbb06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53a78cbad9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53a78cbad9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53a78cbad9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53a78cbad9_0_1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53a78cbad9_0_1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53a78cbad9_0_1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53a78cbad9_0_1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53a78cbad9_0_1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53a78cbad9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53a78cbad9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53a78cbad9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53a78cbad9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3a78cbad9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3a78cbad9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9b6bd73be5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9b6bd73be5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build a BST from scratch, starting with 2?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5d419bd39f_0_1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5d419bd39f_0_1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5d419bd39f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5d419bd39f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1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5d419bd39f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5d419bd39f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3. looks fine.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9b6bd73be5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9b6bd73be5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insertion order is 1-2-3 instead?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5d419bd39f_0_1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5d419bd39f_0_1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5d419bd39f_0_1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5d419bd39f_0_1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5d419bd39f_0_1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5d419bd39f_0_1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62f05f0593_0_5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62f05f0593_0_5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5d419bd39f_0_2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5d419bd39f_0_2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5d419bd39f_0_2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5d419bd39f_0_2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5d419bd39f_0_2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5d419bd39f_0_2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5d419bd39f_0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5d419bd39f_0_2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08eb15aab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08eb15aab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08eb15aab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08eb15aab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08eb15aab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08eb15aab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15d419bd39f_0_2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15d419bd39f_0_2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5d419bd39f_0_2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5d419bd39f_0_2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5d419bd39f_0_2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5d419bd39f_0_2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62f05f0593_0_5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62f05f0593_0_5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 into buckets</a:t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5d419bd39f_0_1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5d419bd39f_0_1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5d419bd39f_0_1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5d419bd39f_0_1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8a630188d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8a630188d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8a630188d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8a630188d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8a630188d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8a630188d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8a630188d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8a630188d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8a630188d0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8a630188d0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8a630188d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8a630188d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8a630188d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8a630188d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8a630188d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8a630188d0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8a630188d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8a630188d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28a630188d0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28a630188d0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a630188d0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a630188d0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3d64255_195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3d64255_195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08eb15aa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08eb15aa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5d419bd39f_0_2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5d419bd39f_0_2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15d833f1ce6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15d833f1ce6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f598746ac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f598746ac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62f05f0593_0_1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62f05f0593_0_1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62f05f0593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62f05f0593_0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8a630188d0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8a630188d0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28a630188d0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28a630188d0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8a630188d0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8a630188d0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17,576 buckets</a:t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g15d419bd39f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" name="Google Shape;2072;g15d419bd39f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8b74819b0e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8b74819b0e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8b74819b0e_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8b74819b0e_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15d419bd39f_0_2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15d419bd39f_0_2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15d419bd39f_0_2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15d419bd39f_0_2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15d419bd39f_0_2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15d419bd39f_0_2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15d419bd39f_0_2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15d419bd39f_0_2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62f05f0593_0_5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62f05f0593_0_5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8b3ae6755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8b3ae6755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8b3ae6755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8b3ae6755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8b3ae6755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8b3ae6755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8b3ae6755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8b3ae6755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8b3ae6755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8b3ae6755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8b3ae6755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8b3ae6755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b3ae6755a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b3ae6755a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28b3ae6755a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28b3ae6755a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b3ae6755a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b3ae6755a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3ae6755a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3ae6755a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8b3c9fbe2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8b3c9fbe2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f598746ac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f598746ac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need to bother storing name, since implicit in trie</a:t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f598746ac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f598746ac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62f5dbb06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62f5dbb06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15d419bd39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15d419bd39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ItAG3s6KIEI?feature=oembed" TargetMode="Externa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3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3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1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1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1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1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1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1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1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1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1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enqueue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dequeue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queue;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FF31F1DE-EBB6-5670-E1F2-D785EA93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>
            <a:extLst>
              <a:ext uri="{FF2B5EF4-FFF2-40B4-BE49-F238E27FC236}">
                <a16:creationId xmlns:a16="http://schemas.microsoft.com/office/drawing/2014/main" id="{AD4EA1AB-4401-946F-3893-7ECA503D9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31ECF-BC47-CE83-4BC1-98D5A699912C}"/>
              </a:ext>
            </a:extLst>
          </p:cNvPr>
          <p:cNvSpPr txBox="1"/>
          <p:nvPr/>
        </p:nvSpPr>
        <p:spPr>
          <a:xfrm>
            <a:off x="1048215" y="2150850"/>
            <a:ext cx="17187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Millwall Club chant: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We don’t care.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3477D5-00DD-1B13-5DC9-52DD70B70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00" y="853185"/>
            <a:ext cx="1297665" cy="129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15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push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pop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stack;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Jack Learns the Facts About Queues and Stacks">
            <a:hlinkClick r:id="" action="ppaction://media"/>
            <a:extLst>
              <a:ext uri="{FF2B5EF4-FFF2-40B4-BE49-F238E27FC236}">
                <a16:creationId xmlns:a16="http://schemas.microsoft.com/office/drawing/2014/main" id="{2AE4B016-F35C-2DDD-A3C5-4C7FD9570B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60639" y="418514"/>
            <a:ext cx="7622721" cy="4306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4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4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6" name="Google Shape;1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4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5" name="Google Shape;2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4" name="Google Shape;2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4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2" name="Google Shape;2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9" name="Google Shape;2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4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5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5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5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5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6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6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35" name="Google Shape;335;p65"/>
          <p:cNvCxnSpPr/>
          <p:nvPr/>
        </p:nvCxnSpPr>
        <p:spPr>
          <a:xfrm rot="10800000" flipH="1">
            <a:off x="2933700" y="1181025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65"/>
          <p:cNvCxnSpPr/>
          <p:nvPr/>
        </p:nvCxnSpPr>
        <p:spPr>
          <a:xfrm rot="10800000" flipH="1">
            <a:off x="5229225" y="2319300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65"/>
          <p:cNvCxnSpPr/>
          <p:nvPr/>
        </p:nvCxnSpPr>
        <p:spPr>
          <a:xfrm rot="-5400000">
            <a:off x="-20600" y="661350"/>
            <a:ext cx="2790000" cy="1659900"/>
          </a:xfrm>
          <a:prstGeom prst="curvedConnector3">
            <a:avLst>
              <a:gd name="adj1" fmla="val 88341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4" name="Google Shape;39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2" name="Google Shape;4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7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7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7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8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8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8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7" name="Google Shape;4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8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8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8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8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7" name="Google Shape;4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1" name="Google Shape;4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81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81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8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8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8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3" name="Google Shape;4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8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8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82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82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9" name="Google Shape;459;p82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8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8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8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8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83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8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8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8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84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84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0" name="Google Shape;490;p84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8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8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0" name="Google Shape;50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8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8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85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85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5" name="Google Shape;505;p85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8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8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8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5" name="Google Shape;51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8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8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86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86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0" name="Google Shape;520;p86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8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8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8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8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87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87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4" name="Google Shape;534;p87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8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8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8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8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8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88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88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88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8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8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8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8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8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8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89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1" name="Google Shape;561;p89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2" name="Google Shape;562;p89"/>
          <p:cNvCxnSpPr>
            <a:endCxn id="555" idx="1"/>
          </p:cNvCxnSpPr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3" name="Google Shape;563;p8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9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9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9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9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73" name="Google Shape;573;p9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9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9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9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91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83" name="Google Shape;583;p9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9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p9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p9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92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3" name="Google Shape;593;p9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9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9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6" name="Google Shape;59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9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9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9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9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06" name="Google Shape;606;p9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9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9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9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9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1" name="Google Shape;6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9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9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9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9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23" name="Google Shape;623;p9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9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9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9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9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8" name="Google Shape;6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94"/>
          <p:cNvCxnSpPr>
            <a:stCxn id="626" idx="3"/>
            <a:endCxn id="62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9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7" name="Google Shape;637;p9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9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9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40" name="Google Shape;640;p9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9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9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9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9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5" name="Google Shape;6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95"/>
          <p:cNvCxnSpPr>
            <a:stCxn id="643" idx="3"/>
            <a:endCxn id="64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9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9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9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9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57" name="Google Shape;657;p9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9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9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9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9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2" name="Google Shape;6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3" name="Google Shape;663;p96"/>
          <p:cNvCxnSpPr>
            <a:stCxn id="660" idx="3"/>
            <a:endCxn id="658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9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0" name="Google Shape;670;p9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1" name="Google Shape;671;p9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9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73" name="Google Shape;673;p9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9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9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9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78" name="Google Shape;6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97"/>
          <p:cNvCxnSpPr>
            <a:stCxn id="676" idx="3"/>
            <a:endCxn id="67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9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9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98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89" name="Google Shape;689;p9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9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9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9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4" name="Google Shape;694;p98"/>
          <p:cNvCxnSpPr>
            <a:stCxn id="692" idx="3"/>
            <a:endCxn id="69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9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9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04" name="Google Shape;704;p9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9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9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9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9" name="Google Shape;709;p99"/>
          <p:cNvCxnSpPr>
            <a:stCxn id="707" idx="3"/>
            <a:endCxn id="70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0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10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7" name="Google Shape;717;p10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0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19" name="Google Shape;719;p10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10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1" name="Google Shape;721;p10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0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0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4" name="Google Shape;724;p100"/>
          <p:cNvCxnSpPr>
            <a:stCxn id="722" idx="3"/>
            <a:endCxn id="72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0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10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10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0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10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10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0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0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8" name="Google Shape;738;p101"/>
          <p:cNvCxnSpPr>
            <a:stCxn id="736" idx="3"/>
            <a:endCxn id="73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101"/>
          <p:cNvCxnSpPr>
            <a:stCxn id="729" idx="3"/>
            <a:endCxn id="73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0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10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10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0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FF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10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10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0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3" name="Google Shape;753;p102"/>
          <p:cNvCxnSpPr>
            <a:stCxn id="751" idx="3"/>
            <a:endCxn id="749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4" name="Google Shape;754;p102"/>
          <p:cNvCxnSpPr>
            <a:stCxn id="744" idx="3"/>
            <a:endCxn id="749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0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10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10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0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64" name="Google Shape;764;p10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10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10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0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0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9" name="Google Shape;769;p103"/>
          <p:cNvCxnSpPr>
            <a:stCxn id="767" idx="3"/>
            <a:endCxn id="76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10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10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0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79" name="Google Shape;779;p10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10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10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0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4" name="Google Shape;784;p104"/>
          <p:cNvCxnSpPr>
            <a:stCxn id="782" idx="3"/>
            <a:endCxn id="78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10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10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94" name="Google Shape;794;p10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10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6" name="Google Shape;796;p10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0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105"/>
          <p:cNvCxnSpPr>
            <a:stCxn id="797" idx="3"/>
            <a:endCxn id="79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0" name="Google Shape;800;p105"/>
          <p:cNvCxnSpPr>
            <a:stCxn id="796" idx="3"/>
            <a:endCxn id="791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0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7" name="Google Shape;807;p10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p10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0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810" name="Google Shape;810;p10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10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10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0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0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5" name="Google Shape;815;p106"/>
          <p:cNvCxnSpPr>
            <a:stCxn id="813" idx="3"/>
            <a:endCxn id="81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6" name="Google Shape;816;p106"/>
          <p:cNvCxnSpPr>
            <a:stCxn id="812" idx="3"/>
            <a:endCxn id="807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0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10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4" name="Google Shape;824;p10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0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10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10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0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0" name="Google Shape;830;p107"/>
          <p:cNvCxnSpPr>
            <a:stCxn id="828" idx="3"/>
            <a:endCxn id="826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107"/>
          <p:cNvCxnSpPr>
            <a:stCxn id="827" idx="3"/>
            <a:endCxn id="82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832;p107"/>
          <p:cNvCxnSpPr>
            <a:stCxn id="821" idx="3"/>
            <a:endCxn id="82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0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0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9" name="Google Shape;839;p10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0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0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10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10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4" name="Google Shape;844;p108"/>
          <p:cNvCxnSpPr>
            <a:stCxn id="843" idx="3"/>
            <a:endCxn id="839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5" name="Google Shape;845;p108"/>
          <p:cNvCxnSpPr>
            <a:stCxn id="837" idx="3"/>
            <a:endCxn id="842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1" name="Google Shape;851;p10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0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0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4" name="Google Shape;854;p109"/>
          <p:cNvCxnSpPr>
            <a:stCxn id="852" idx="3"/>
            <a:endCxn id="855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5" name="Google Shape;855;p10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p10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7" name="Google Shape;857;p109"/>
          <p:cNvCxnSpPr>
            <a:stCxn id="856" idx="3"/>
            <a:endCxn id="850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8" name="Google Shape;858;p10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p10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0" name="Google Shape;860;p10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1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1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9" name="Google Shape;869;p110"/>
          <p:cNvCxnSpPr>
            <a:stCxn id="867" idx="3"/>
            <a:endCxn id="87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0" name="Google Shape;870;p11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11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2" name="Google Shape;872;p110"/>
          <p:cNvCxnSpPr>
            <a:stCxn id="871" idx="3"/>
            <a:endCxn id="86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3" name="Google Shape;873;p11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4" name="Google Shape;874;p11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5" name="Google Shape;875;p110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6" name="Google Shape;876;p110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10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8" name="Google Shape;878;p110"/>
          <p:cNvCxnSpPr>
            <a:stCxn id="876" idx="1"/>
            <a:endCxn id="870" idx="0"/>
          </p:cNvCxnSpPr>
          <p:nvPr/>
        </p:nvCxnSpPr>
        <p:spPr>
          <a:xfrm flipH="1">
            <a:off x="1632300" y="1038375"/>
            <a:ext cx="1141800" cy="22605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11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1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7" name="Google Shape;887;p111"/>
          <p:cNvCxnSpPr>
            <a:stCxn id="885" idx="3"/>
            <a:endCxn id="8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8" name="Google Shape;888;p11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11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0" name="Google Shape;890;p111"/>
          <p:cNvCxnSpPr>
            <a:stCxn id="889" idx="3"/>
            <a:endCxn id="8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1" name="Google Shape;891;p11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1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3" name="Google Shape;893;p111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4" name="Google Shape;894;p111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11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6" name="Google Shape;896;p111"/>
          <p:cNvCxnSpPr>
            <a:stCxn id="894" idx="2"/>
            <a:endCxn id="883" idx="0"/>
          </p:cNvCxnSpPr>
          <p:nvPr/>
        </p:nvCxnSpPr>
        <p:spPr>
          <a:xfrm rot="-5400000" flipH="1">
            <a:off x="3223950" y="1603875"/>
            <a:ext cx="328200" cy="600"/>
          </a:xfrm>
          <a:prstGeom prst="curvedConnector3">
            <a:avLst>
              <a:gd name="adj1" fmla="val 5001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1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11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1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1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5" name="Google Shape;905;p112"/>
          <p:cNvCxnSpPr>
            <a:stCxn id="903" idx="3"/>
            <a:endCxn id="906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6" name="Google Shape;906;p11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11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8" name="Google Shape;908;p112"/>
          <p:cNvCxnSpPr>
            <a:stCxn id="907" idx="3"/>
            <a:endCxn id="901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1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11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1" name="Google Shape;911;p11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2" name="Google Shape;912;p112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12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4" name="Google Shape;914;p112"/>
          <p:cNvCxnSpPr>
            <a:stCxn id="912" idx="3"/>
            <a:endCxn id="909" idx="0"/>
          </p:cNvCxnSpPr>
          <p:nvPr/>
        </p:nvCxnSpPr>
        <p:spPr>
          <a:xfrm>
            <a:off x="4001400" y="1038375"/>
            <a:ext cx="1014000" cy="21174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11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1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1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3" name="Google Shape;923;p113"/>
          <p:cNvCxnSpPr>
            <a:stCxn id="921" idx="3"/>
            <a:endCxn id="924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4" name="Google Shape;924;p11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11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6" name="Google Shape;926;p113"/>
          <p:cNvCxnSpPr>
            <a:stCxn id="925" idx="3"/>
            <a:endCxn id="919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7" name="Google Shape;927;p11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8" name="Google Shape;928;p11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9" name="Google Shape;929;p113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0" name="Google Shape;930;p113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13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11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11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1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0" name="Google Shape;940;p114"/>
          <p:cNvCxnSpPr>
            <a:stCxn id="938" idx="3"/>
            <a:endCxn id="941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11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11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3" name="Google Shape;943;p114"/>
          <p:cNvCxnSpPr>
            <a:stCxn id="942" idx="3"/>
            <a:endCxn id="936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4" name="Google Shape;944;p11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11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6" name="Google Shape;946;p11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1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1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4" name="Google Shape;964;p11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5" name="Google Shape;965;p11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1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1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1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3" name="Google Shape;973;p11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11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11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11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7" name="Google Shape;977;p118"/>
          <p:cNvCxnSpPr>
            <a:stCxn id="976" idx="3"/>
            <a:endCxn id="97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8" name="Google Shape;978;p118"/>
          <p:cNvCxnSpPr>
            <a:stCxn id="971" idx="3"/>
            <a:endCxn id="97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11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11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11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7" name="Google Shape;987;p119"/>
          <p:cNvCxnSpPr>
            <a:stCxn id="985" idx="3"/>
            <a:endCxn id="9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8" name="Google Shape;988;p11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1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0" name="Google Shape;990;p119"/>
          <p:cNvCxnSpPr>
            <a:stCxn id="989" idx="3"/>
            <a:endCxn id="9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1" name="Google Shape;991;p11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2" name="Google Shape;992;p11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3" name="Google Shape;993;p11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2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p12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2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2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8" name="Google Shape;1028;p125"/>
          <p:cNvCxnSpPr>
            <a:stCxn id="1026" idx="3"/>
            <a:endCxn id="102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12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12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2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7" name="Google Shape;1037;p126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126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9" name="Google Shape;1039;p126"/>
          <p:cNvCxnSpPr>
            <a:stCxn id="1035" idx="3"/>
            <a:endCxn id="1033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0" name="Google Shape;1040;p126"/>
          <p:cNvCxnSpPr>
            <a:stCxn id="1034" idx="3"/>
            <a:endCxn id="1037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2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6" name="Google Shape;1046;p12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2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2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9" name="Google Shape;1049;p127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0" name="Google Shape;1050;p127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1" name="Google Shape;1051;p127"/>
          <p:cNvCxnSpPr>
            <a:stCxn id="1047" idx="3"/>
            <a:endCxn id="104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127"/>
          <p:cNvCxnSpPr>
            <a:stCxn id="1046" idx="3"/>
            <a:endCxn id="1049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127"/>
          <p:cNvSpPr/>
          <p:nvPr/>
        </p:nvSpPr>
        <p:spPr>
          <a:xfrm>
            <a:off x="7718425" y="22900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4" name="Google Shape;1054;p127"/>
          <p:cNvSpPr/>
          <p:nvPr/>
        </p:nvSpPr>
        <p:spPr>
          <a:xfrm>
            <a:off x="7718425" y="30934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5" name="Google Shape;1055;p127"/>
          <p:cNvCxnSpPr>
            <a:stCxn id="1050" idx="3"/>
            <a:endCxn id="1053" idx="1"/>
          </p:cNvCxnSpPr>
          <p:nvPr/>
        </p:nvCxnSpPr>
        <p:spPr>
          <a:xfrm>
            <a:off x="7335275" y="1938550"/>
            <a:ext cx="383100" cy="753300"/>
          </a:xfrm>
          <a:prstGeom prst="curvedConnector3">
            <a:avLst>
              <a:gd name="adj1" fmla="val 50007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3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13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3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3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0" name="Google Shape;1080;p131"/>
          <p:cNvCxnSpPr>
            <a:stCxn id="1078" idx="3"/>
            <a:endCxn id="107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13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3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3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9" name="Google Shape;1089;p132"/>
          <p:cNvCxnSpPr>
            <a:stCxn id="1087" idx="3"/>
            <a:endCxn id="109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13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3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2" name="Google Shape;1092;p132"/>
          <p:cNvCxnSpPr>
            <a:stCxn id="1091" idx="3"/>
            <a:endCxn id="108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3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13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3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3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1" name="Google Shape;1101;p133"/>
          <p:cNvCxnSpPr>
            <a:stCxn id="1099" idx="3"/>
            <a:endCxn id="1102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13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13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4" name="Google Shape;1104;p133"/>
          <p:cNvCxnSpPr>
            <a:stCxn id="1103" idx="3"/>
            <a:endCxn id="1097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5" name="Google Shape;1105;p133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33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7" name="Google Shape;1107;p133"/>
          <p:cNvCxnSpPr/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3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3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3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3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6" name="Google Shape;1116;p134"/>
          <p:cNvCxnSpPr>
            <a:stCxn id="1114" idx="3"/>
            <a:endCxn id="1117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13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p13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19" name="Google Shape;1119;p134"/>
          <p:cNvCxnSpPr>
            <a:stCxn id="1118" idx="3"/>
            <a:endCxn id="1112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0" name="Google Shape;1120;p134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1" name="Google Shape;1121;p134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3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13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24" name="Google Shape;1124;p134"/>
          <p:cNvCxnSpPr/>
          <p:nvPr/>
        </p:nvCxnSpPr>
        <p:spPr>
          <a:xfrm rot="10800000" flipH="1">
            <a:off x="5629163" y="1135275"/>
            <a:ext cx="478800" cy="32256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5" name="Google Shape;1125;p13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250" y="932000"/>
            <a:ext cx="3279500" cy="32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5" name="Google Shape;1155;p140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141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5" name="Google Shape;1165;p142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" name="Google Shape;1170;p143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5" name="Google Shape;1175;p14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144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7" name="Google Shape;1177;p14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" name="Google Shape;1178;p144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9" name="Google Shape;1179;p144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0" name="Google Shape;1180;p144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1" name="Google Shape;1181;p144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6" name="Google Shape;1186;p14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7" name="Google Shape;1187;p145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14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9" name="Google Shape;1189;p145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0" name="Google Shape;1190;p145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1" name="Google Shape;1191;p145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2" name="Google Shape;1192;p14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3" name="Google Shape;1193;p14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145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145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45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145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4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*left;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*right;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3" name="Google Shape;1223;p15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4" name="Google Shape;1224;p15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5" name="Google Shape;1225;p150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6" name="Google Shape;1226;p150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7" name="Google Shape;1227;p150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8" name="Google Shape;1228;p150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9" name="Google Shape;1229;p150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0" name="Google Shape;1230;p150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5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50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50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50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50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51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52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53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54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55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56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0" name="Google Shape;1270;p157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p157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p157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p157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157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5" name="Google Shape;1275;p157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6" name="Google Shape;1276;p157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77" name="Google Shape;1277;p157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157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157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157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157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57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1" name="Google Shape;1291;p159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" name="Google Shape;1296;p16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7" name="Google Shape;1297;p16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8" name="Google Shape;1298;p16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" name="Google Shape;1303;p161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4" name="Google Shape;1304;p161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5" name="Google Shape;1305;p161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6" name="Google Shape;1306;p161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61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163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" name="Google Shape;1321;p16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2" name="Google Shape;1322;p16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3" name="Google Shape;1323;p164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8" name="Google Shape;1328;p16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9" name="Google Shape;1329;p16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0" name="Google Shape;1330;p16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" name="Google Shape;1331;p16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6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(log 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6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7" name="Google Shape;1347;p168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2" name="Google Shape;1352;p169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word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7" name="Google Shape;1357;p170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72"/>
          <p:cNvPicPr preferRelativeResize="0"/>
          <p:nvPr/>
        </p:nvPicPr>
        <p:blipFill rotWithShape="1">
          <a:blip r:embed="rId3">
            <a:alphaModFix/>
          </a:blip>
          <a:srcRect t="6516" b="14965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73"/>
          <p:cNvPicPr preferRelativeResize="0"/>
          <p:nvPr/>
        </p:nvPicPr>
        <p:blipFill rotWithShape="1">
          <a:blip r:embed="rId3">
            <a:alphaModFix/>
          </a:blip>
          <a:srcRect t="10741" b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7" name="Google Shape;1377;p174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number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75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3" name="Google Shape;1383;p175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4" name="Google Shape;1384;p175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85" name="Google Shape;1385;p175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86" name="Google Shape;138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76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2" name="Google Shape;1392;p176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3" name="Google Shape;1393;p176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94" name="Google Shape;1394;p176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95" name="Google Shape;1395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6" name="Google Shape;1396;p176"/>
          <p:cNvCxnSpPr/>
          <p:nvPr/>
        </p:nvCxnSpPr>
        <p:spPr>
          <a:xfrm>
            <a:off x="1371600" y="4147225"/>
            <a:ext cx="6393000" cy="0"/>
          </a:xfrm>
          <a:prstGeom prst="straightConnector1">
            <a:avLst/>
          </a:prstGeom>
          <a:noFill/>
          <a:ln w="38100" cap="flat" cmpd="sng">
            <a:solidFill>
              <a:srgbClr val="00FF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97" name="Google Shape;1397;p176"/>
          <p:cNvSpPr txBox="1"/>
          <p:nvPr/>
        </p:nvSpPr>
        <p:spPr>
          <a:xfrm>
            <a:off x="7772400" y="383865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(1)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tables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8" name="Google Shape;1418;p18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9" name="Google Shape;1419;p18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0" name="Google Shape;1420;p18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1" name="Google Shape;1421;p18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2" name="Google Shape;1422;p18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3" name="Google Shape;1423;p18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4" name="Google Shape;1424;p18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5" name="Google Shape;1425;p18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6" name="Google Shape;1426;p18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7" name="Google Shape;1427;p18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8" name="Google Shape;1428;p18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9" name="Google Shape;1429;p18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0" name="Google Shape;1430;p18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1" name="Google Shape;1431;p18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2" name="Google Shape;1432;p18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3" name="Google Shape;1433;p18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4" name="Google Shape;1434;p18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5" name="Google Shape;1435;p18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6" name="Google Shape;1436;p18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7" name="Google Shape;1437;p18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8" name="Google Shape;1438;p18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9" name="Google Shape;1439;p18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0" name="Google Shape;1440;p18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1" name="Google Shape;1441;p18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2" name="Google Shape;1442;p18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81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8" name="Google Shape;1448;p181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9" name="Google Shape;1449;p181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0" name="Google Shape;1450;p181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181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2" name="Google Shape;1452;p181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3" name="Google Shape;1453;p181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4" name="Google Shape;1454;p181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5" name="Google Shape;1455;p181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6" name="Google Shape;1456;p181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7" name="Google Shape;1457;p181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8" name="Google Shape;1458;p181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9" name="Google Shape;1459;p181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0" name="Google Shape;1460;p181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1" name="Google Shape;1461;p181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2" name="Google Shape;1462;p181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3" name="Google Shape;1463;p181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4" name="Google Shape;1464;p181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5" name="Google Shape;1465;p181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6" name="Google Shape;1466;p181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7" name="Google Shape;1467;p181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8" name="Google Shape;1468;p181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9" name="Google Shape;1469;p181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0" name="Google Shape;1470;p181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1" name="Google Shape;1471;p181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2" name="Google Shape;1472;p181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3" name="Google Shape;1473;p181"/>
          <p:cNvSpPr txBox="1"/>
          <p:nvPr/>
        </p:nvSpPr>
        <p:spPr>
          <a:xfrm>
            <a:off x="47625" y="166650"/>
            <a:ext cx="4092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2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9" name="Google Shape;1479;p182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0" name="Google Shape;1480;p182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1" name="Google Shape;1481;p182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2" name="Google Shape;1482;p182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3" name="Google Shape;1483;p182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4" name="Google Shape;1484;p182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5" name="Google Shape;1485;p182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6" name="Google Shape;1486;p182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7" name="Google Shape;1487;p182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182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9" name="Google Shape;1489;p182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0" name="Google Shape;1490;p182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1" name="Google Shape;1491;p182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2" name="Google Shape;1492;p182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3" name="Google Shape;1493;p182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4" name="Google Shape;1494;p182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5" name="Google Shape;1495;p182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6" name="Google Shape;1496;p182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7" name="Google Shape;1497;p182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8" name="Google Shape;1498;p182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9" name="Google Shape;1499;p182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0" name="Google Shape;1500;p182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1" name="Google Shape;1501;p182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2" name="Google Shape;1502;p182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3" name="Google Shape;1503;p182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4" name="Google Shape;1504;p182"/>
          <p:cNvSpPr txBox="1"/>
          <p:nvPr/>
        </p:nvSpPr>
        <p:spPr>
          <a:xfrm>
            <a:off x="199850" y="166650"/>
            <a:ext cx="2571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83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0" name="Google Shape;1510;p183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1" name="Google Shape;1511;p183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2" name="Google Shape;1512;p183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3" name="Google Shape;1513;p183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4" name="Google Shape;1514;p183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5" name="Google Shape;1515;p183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6" name="Google Shape;1516;p183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7" name="Google Shape;1517;p183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8" name="Google Shape;1518;p183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9" name="Google Shape;1519;p183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0" name="Google Shape;1520;p183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1" name="Google Shape;1521;p183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2" name="Google Shape;1522;p183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183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4" name="Google Shape;1524;p183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183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6" name="Google Shape;1526;p183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7" name="Google Shape;1527;p183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8" name="Google Shape;1528;p183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p183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183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1" name="Google Shape;1531;p183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2" name="Google Shape;1532;p183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3" name="Google Shape;1533;p183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4" name="Google Shape;1534;p183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8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0" name="Google Shape;1540;p18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1" name="Google Shape;1541;p18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2" name="Google Shape;1542;p18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8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4" name="Google Shape;1544;p18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5" name="Google Shape;1545;p18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6" name="Google Shape;1546;p18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7" name="Google Shape;1547;p18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8" name="Google Shape;1548;p18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9" name="Google Shape;1549;p18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0" name="Google Shape;1550;p18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1" name="Google Shape;1551;p18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2" name="Google Shape;1552;p18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3" name="Google Shape;1553;p18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4" name="Google Shape;1554;p18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5" name="Google Shape;1555;p18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6" name="Google Shape;1556;p18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7" name="Google Shape;1557;p18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8" name="Google Shape;1558;p18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9" name="Google Shape;1559;p18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0" name="Google Shape;1560;p18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1" name="Google Shape;1561;p18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2" name="Google Shape;1562;p18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18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8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84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6" name="Google Shape;1566;p184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84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5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3" name="Google Shape;1573;p185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4" name="Google Shape;1574;p185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5" name="Google Shape;1575;p185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6" name="Google Shape;1576;p185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185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8" name="Google Shape;1578;p185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9" name="Google Shape;1579;p185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85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85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2" name="Google Shape;1582;p185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3" name="Google Shape;1583;p185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4" name="Google Shape;1584;p185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5" name="Google Shape;1585;p185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185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185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8" name="Google Shape;1588;p185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9" name="Google Shape;1589;p185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0" name="Google Shape;1590;p185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1" name="Google Shape;1591;p185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2" name="Google Shape;1592;p185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3" name="Google Shape;1593;p185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p185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5" name="Google Shape;1595;p185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6" name="Google Shape;1596;p185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7" name="Google Shape;1597;p185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8" name="Google Shape;1598;p185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9" name="Google Shape;1599;p185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85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1" name="Google Shape;1601;p185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2" name="Google Shape;1602;p185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3" name="Google Shape;1603;p185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86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9" name="Google Shape;1609;p186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0" name="Google Shape;1610;p186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1" name="Google Shape;1611;p186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2" name="Google Shape;1612;p186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3" name="Google Shape;1613;p186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4" name="Google Shape;1614;p186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5" name="Google Shape;1615;p186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6" name="Google Shape;1616;p186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7" name="Google Shape;1617;p186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8" name="Google Shape;1618;p186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9" name="Google Shape;1619;p186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0" name="Google Shape;1620;p186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1" name="Google Shape;1621;p186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2" name="Google Shape;1622;p186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3" name="Google Shape;1623;p186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4" name="Google Shape;1624;p186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5" name="Google Shape;1625;p186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6" name="Google Shape;1626;p186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7" name="Google Shape;1627;p186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8" name="Google Shape;1628;p186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9" name="Google Shape;1629;p186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0" name="Google Shape;1630;p186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186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186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3" name="Google Shape;1633;p186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4" name="Google Shape;1634;p186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5" name="Google Shape;1635;p186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186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7" name="Google Shape;1637;p186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8" name="Google Shape;1638;p186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9" name="Google Shape;1639;p186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0" name="Google Shape;1640;p186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1" name="Google Shape;1641;p186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2" name="Google Shape;1642;p186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8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8" name="Google Shape;1648;p18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9" name="Google Shape;1649;p18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0" name="Google Shape;1650;p18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1" name="Google Shape;1651;p18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2" name="Google Shape;1652;p18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3" name="Google Shape;1653;p18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4" name="Google Shape;1654;p18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5" name="Google Shape;1655;p18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6" name="Google Shape;1656;p18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7" name="Google Shape;1657;p18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8" name="Google Shape;1658;p18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9" name="Google Shape;1659;p18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0" name="Google Shape;1660;p18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1" name="Google Shape;1661;p18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2" name="Google Shape;1662;p18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3" name="Google Shape;1663;p18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4" name="Google Shape;1664;p18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5" name="Google Shape;1665;p18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6" name="Google Shape;1666;p18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7" name="Google Shape;1667;p18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8" name="Google Shape;1668;p18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9" name="Google Shape;1669;p18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0" name="Google Shape;1670;p18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1" name="Google Shape;1671;p18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2" name="Google Shape;1672;p18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3" name="Google Shape;1673;p187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4" name="Google Shape;1674;p187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5" name="Google Shape;1675;p187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6" name="Google Shape;1676;p187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7" name="Google Shape;1677;p187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8" name="Google Shape;1678;p187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9" name="Google Shape;1679;p187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0" name="Google Shape;1680;p187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1" name="Google Shape;1681;p187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2" name="Google Shape;1682;p187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3" name="Google Shape;1683;p187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4" name="Google Shape;1684;p187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5" name="Google Shape;1685;p187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6" name="Google Shape;1686;p187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7" name="Google Shape;1687;p187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8" name="Google Shape;1688;p187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9" name="Google Shape;1689;p187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0" name="Google Shape;1690;p187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187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2" name="Google Shape;1692;p187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3" name="Google Shape;1693;p187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4" name="Google Shape;1694;p187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5" name="Google Shape;1695;p187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6" name="Google Shape;1696;p187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7" name="Google Shape;1697;p187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8" name="Google Shape;1698;p187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9" name="Google Shape;1699;p187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0" name="Google Shape;1700;p187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1" name="Google Shape;1701;p187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2" name="Google Shape;1702;p187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3" name="Google Shape;1703;p187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4" name="Google Shape;1704;p187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5" name="Google Shape;1705;p187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6" name="Google Shape;1706;p187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7" name="Google Shape;1707;p187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8" name="Google Shape;1708;p187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9" name="Google Shape;1709;p187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0" name="Google Shape;1710;p187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1" name="Google Shape;1711;p187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2" name="Google Shape;1712;p187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3" name="Google Shape;1713;p187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88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9" name="Google Shape;1719;p188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0" name="Google Shape;1720;p188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1" name="Google Shape;1721;p188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2" name="Google Shape;1722;p188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3" name="Google Shape;1723;p188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4" name="Google Shape;1724;p188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5" name="Google Shape;1725;p188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6" name="Google Shape;1726;p188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7" name="Google Shape;1727;p188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8" name="Google Shape;1728;p188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9" name="Google Shape;1729;p188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0" name="Google Shape;1730;p188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1" name="Google Shape;1731;p188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2" name="Google Shape;1732;p188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3" name="Google Shape;1733;p188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4" name="Google Shape;1734;p188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5" name="Google Shape;1735;p188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6" name="Google Shape;1736;p188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7" name="Google Shape;1737;p188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8" name="Google Shape;1738;p188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9" name="Google Shape;1739;p188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0" name="Google Shape;1740;p188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1" name="Google Shape;1741;p188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2" name="Google Shape;1742;p188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3" name="Google Shape;1743;p188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4" name="Google Shape;1744;p188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5" name="Google Shape;1745;p188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6" name="Google Shape;1746;p188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7" name="Google Shape;1747;p188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8" name="Google Shape;1748;p188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9" name="Google Shape;1749;p188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0" name="Google Shape;1750;p188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1" name="Google Shape;1751;p188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2" name="Google Shape;1752;p188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3" name="Google Shape;1753;p188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188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188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6" name="Google Shape;1756;p188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7" name="Google Shape;1757;p188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8" name="Google Shape;1758;p188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9" name="Google Shape;1759;p188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0" name="Google Shape;1760;p188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1" name="Google Shape;1761;p188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2" name="Google Shape;1762;p188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3" name="Google Shape;1763;p188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4" name="Google Shape;1764;p188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5" name="Google Shape;1765;p188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6" name="Google Shape;1766;p188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7" name="Google Shape;1767;p188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8" name="Google Shape;1768;p188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9" name="Google Shape;1769;p188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0" name="Google Shape;1770;p188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1" name="Google Shape;1771;p188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2" name="Google Shape;1772;p188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3" name="Google Shape;1773;p188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4" name="Google Shape;1774;p188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5" name="Google Shape;1775;p188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6" name="Google Shape;1776;p188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7" name="Google Shape;1777;p188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8" name="Google Shape;1778;p188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9" name="Google Shape;1779;p188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0" name="Google Shape;1780;p188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1" name="Google Shape;1781;p188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2" name="Google Shape;1782;p188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3" name="Google Shape;1783;p188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4" name="Google Shape;1784;p188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5" name="Google Shape;1785;p188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6" name="Google Shape;1786;p188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7" name="Google Shape;1787;p188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89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3" name="Google Shape;1793;p189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4" name="Google Shape;1794;p189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5" name="Google Shape;1795;p189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6" name="Google Shape;1796;p189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7" name="Google Shape;1797;p189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8" name="Google Shape;1798;p189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9" name="Google Shape;1799;p189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0" name="Google Shape;1800;p189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1" name="Google Shape;1801;p189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2" name="Google Shape;1802;p189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3" name="Google Shape;1803;p189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4" name="Google Shape;1804;p189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5" name="Google Shape;1805;p189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6" name="Google Shape;1806;p189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7" name="Google Shape;1807;p189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8" name="Google Shape;1808;p189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9" name="Google Shape;1809;p189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0" name="Google Shape;1810;p189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1" name="Google Shape;1811;p189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2" name="Google Shape;1812;p189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3" name="Google Shape;1813;p189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4" name="Google Shape;1814;p189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5" name="Google Shape;1815;p189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6" name="Google Shape;1816;p189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189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8" name="Google Shape;1818;p189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19" name="Google Shape;1819;p189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0" name="Google Shape;1820;p189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1" name="Google Shape;1821;p189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2" name="Google Shape;1822;p189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3" name="Google Shape;1823;p189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4" name="Google Shape;1824;p189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5" name="Google Shape;1825;p189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6" name="Google Shape;1826;p189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7" name="Google Shape;1827;p189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8" name="Google Shape;1828;p189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9" name="Google Shape;1829;p189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0" name="Google Shape;1830;p189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1" name="Google Shape;1831;p189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2" name="Google Shape;1832;p189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3" name="Google Shape;1833;p189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4" name="Google Shape;1834;p189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5" name="Google Shape;1835;p189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6" name="Google Shape;1836;p189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7" name="Google Shape;1837;p189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8" name="Google Shape;1838;p189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9" name="Google Shape;1839;p189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0" name="Google Shape;1840;p189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1" name="Google Shape;1841;p189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2" name="Google Shape;1842;p189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3" name="Google Shape;1843;p189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4" name="Google Shape;1844;p189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5" name="Google Shape;1845;p189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6" name="Google Shape;1846;p189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7" name="Google Shape;1847;p189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8" name="Google Shape;1848;p189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9" name="Google Shape;1849;p189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189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189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2" name="Google Shape;1852;p189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3" name="Google Shape;1853;p189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4" name="Google Shape;1854;p189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5" name="Google Shape;1855;p189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6" name="Google Shape;1856;p189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7" name="Google Shape;1857;p189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8" name="Google Shape;1858;p189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9" name="Google Shape;1859;p189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0" name="Google Shape;1860;p189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1" name="Google Shape;1861;p189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2" name="Google Shape;1862;p189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3" name="Google Shape;1863;p189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4" name="Google Shape;1864;p189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9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0" name="Google Shape;1870;p19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1" name="Google Shape;1871;p19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2" name="Google Shape;1872;p19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3" name="Google Shape;1873;p19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4" name="Google Shape;1874;p19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5" name="Google Shape;1875;p19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6" name="Google Shape;1876;p19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7" name="Google Shape;1877;p19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8" name="Google Shape;1878;p19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9" name="Google Shape;1879;p19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0" name="Google Shape;1880;p19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1" name="Google Shape;1881;p19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2" name="Google Shape;1882;p19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3" name="Google Shape;1883;p19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4" name="Google Shape;1884;p19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5" name="Google Shape;1885;p19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6" name="Google Shape;1886;p19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7" name="Google Shape;1887;p19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8" name="Google Shape;1888;p19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9" name="Google Shape;1889;p19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0" name="Google Shape;1890;p19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1" name="Google Shape;1891;p19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2" name="Google Shape;1892;p19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3" name="Google Shape;1893;p19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4" name="Google Shape;1894;p19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5" name="Google Shape;1895;p190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6" name="Google Shape;1896;p190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7" name="Google Shape;1897;p190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8" name="Google Shape;1898;p190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9" name="Google Shape;1899;p190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0" name="Google Shape;1900;p190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1" name="Google Shape;1901;p190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2" name="Google Shape;1902;p190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3" name="Google Shape;1903;p190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4" name="Google Shape;1904;p190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5" name="Google Shape;1905;p190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6" name="Google Shape;1906;p190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7" name="Google Shape;1907;p190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8" name="Google Shape;1908;p190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190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0" name="Google Shape;1910;p190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1" name="Google Shape;1911;p190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2" name="Google Shape;1912;p190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3" name="Google Shape;1913;p190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4" name="Google Shape;1914;p190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5" name="Google Shape;1915;p190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6" name="Google Shape;1916;p190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7" name="Google Shape;1917;p190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8" name="Google Shape;1918;p190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9" name="Google Shape;1919;p190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0" name="Google Shape;1920;p190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190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2" name="Google Shape;1922;p190"/>
          <p:cNvSpPr/>
          <p:nvPr/>
        </p:nvSpPr>
        <p:spPr>
          <a:xfrm>
            <a:off x="221850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Spike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3" name="Google Shape;1923;p190"/>
          <p:cNvSpPr/>
          <p:nvPr/>
        </p:nvSpPr>
        <p:spPr>
          <a:xfrm>
            <a:off x="303450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4" name="Google Shape;1924;p190"/>
          <p:cNvSpPr/>
          <p:nvPr/>
        </p:nvSpPr>
        <p:spPr>
          <a:xfrm rot="10800000" flipH="1">
            <a:off x="184620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5" name="Google Shape;1925;p190"/>
          <p:cNvSpPr/>
          <p:nvPr/>
        </p:nvSpPr>
        <p:spPr>
          <a:xfrm>
            <a:off x="221850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6" name="Google Shape;1926;p190"/>
          <p:cNvSpPr/>
          <p:nvPr/>
        </p:nvSpPr>
        <p:spPr>
          <a:xfrm>
            <a:off x="303450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7" name="Google Shape;1927;p190"/>
          <p:cNvSpPr/>
          <p:nvPr/>
        </p:nvSpPr>
        <p:spPr>
          <a:xfrm rot="10800000" flipH="1">
            <a:off x="184620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8" name="Google Shape;1928;p190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9" name="Google Shape;1929;p190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0" name="Google Shape;1930;p190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1" name="Google Shape;1931;p190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2" name="Google Shape;1932;p190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3" name="Google Shape;1933;p190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4" name="Google Shape;1934;p190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5" name="Google Shape;1935;p190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6" name="Google Shape;1936;p190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7" name="Google Shape;1937;p190"/>
          <p:cNvSpPr/>
          <p:nvPr/>
        </p:nvSpPr>
        <p:spPr>
          <a:xfrm>
            <a:off x="2218500" y="36962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8" name="Google Shape;1938;p190"/>
          <p:cNvSpPr/>
          <p:nvPr/>
        </p:nvSpPr>
        <p:spPr>
          <a:xfrm>
            <a:off x="3034500" y="36962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9" name="Google Shape;1939;p190"/>
          <p:cNvSpPr/>
          <p:nvPr/>
        </p:nvSpPr>
        <p:spPr>
          <a:xfrm rot="10800000" flipH="1">
            <a:off x="1846200" y="36962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0" name="Google Shape;1940;p190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1" name="Google Shape;1941;p190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2" name="Google Shape;1942;p190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3" name="Google Shape;1943;p190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4" name="Google Shape;1944;p190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5" name="Google Shape;1945;p190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6" name="Google Shape;1946;p190"/>
          <p:cNvSpPr/>
          <p:nvPr/>
        </p:nvSpPr>
        <p:spPr>
          <a:xfrm>
            <a:off x="2218500" y="741778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Donkey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7" name="Google Shape;1947;p190"/>
          <p:cNvSpPr/>
          <p:nvPr/>
        </p:nvSpPr>
        <p:spPr>
          <a:xfrm>
            <a:off x="3262123" y="74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190"/>
          <p:cNvSpPr/>
          <p:nvPr/>
        </p:nvSpPr>
        <p:spPr>
          <a:xfrm rot="10800000" flipH="1">
            <a:off x="1846200" y="74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9" name="Google Shape;1949;p190"/>
          <p:cNvSpPr/>
          <p:nvPr/>
        </p:nvSpPr>
        <p:spPr>
          <a:xfrm>
            <a:off x="3733425" y="741753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Diddy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0" name="Google Shape;1950;p190"/>
          <p:cNvSpPr/>
          <p:nvPr/>
        </p:nvSpPr>
        <p:spPr>
          <a:xfrm>
            <a:off x="4777048" y="74175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1" name="Google Shape;1951;p190"/>
          <p:cNvSpPr/>
          <p:nvPr/>
        </p:nvSpPr>
        <p:spPr>
          <a:xfrm rot="10800000" flipH="1">
            <a:off x="3361125" y="741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2" name="Google Shape;1952;p190"/>
          <p:cNvSpPr/>
          <p:nvPr/>
        </p:nvSpPr>
        <p:spPr>
          <a:xfrm>
            <a:off x="2218500" y="3724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3" name="Google Shape;1953;p190"/>
          <p:cNvSpPr/>
          <p:nvPr/>
        </p:nvSpPr>
        <p:spPr>
          <a:xfrm>
            <a:off x="3034500" y="3724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4" name="Google Shape;1954;p190"/>
          <p:cNvSpPr/>
          <p:nvPr/>
        </p:nvSpPr>
        <p:spPr>
          <a:xfrm rot="10800000" flipH="1">
            <a:off x="1846200" y="3724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5" name="Google Shape;1955;p190"/>
          <p:cNvSpPr/>
          <p:nvPr/>
        </p:nvSpPr>
        <p:spPr>
          <a:xfrm>
            <a:off x="3498850" y="371778"/>
            <a:ext cx="924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 Jr.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6" name="Google Shape;1956;p190"/>
          <p:cNvSpPr/>
          <p:nvPr/>
        </p:nvSpPr>
        <p:spPr>
          <a:xfrm>
            <a:off x="4422701" y="37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7" name="Google Shape;1957;p190"/>
          <p:cNvSpPr/>
          <p:nvPr/>
        </p:nvSpPr>
        <p:spPr>
          <a:xfrm rot="10800000" flipH="1">
            <a:off x="3126550" y="37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8" name="Google Shape;1958;p190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9" name="Google Shape;1959;p190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0" name="Google Shape;1960;p190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1" name="Google Shape;1961;p190"/>
          <p:cNvSpPr/>
          <p:nvPr/>
        </p:nvSpPr>
        <p:spPr>
          <a:xfrm>
            <a:off x="2218500" y="42555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2" name="Google Shape;1962;p190"/>
          <p:cNvSpPr/>
          <p:nvPr/>
        </p:nvSpPr>
        <p:spPr>
          <a:xfrm>
            <a:off x="3034500" y="42555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3" name="Google Shape;1963;p190"/>
          <p:cNvSpPr/>
          <p:nvPr/>
        </p:nvSpPr>
        <p:spPr>
          <a:xfrm rot="10800000" flipH="1">
            <a:off x="1846200" y="42555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4" name="Google Shape;1964;p190"/>
          <p:cNvSpPr/>
          <p:nvPr/>
        </p:nvSpPr>
        <p:spPr>
          <a:xfrm>
            <a:off x="2218500" y="2961803"/>
            <a:ext cx="1142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Petey Piranha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5" name="Google Shape;1965;p190"/>
          <p:cNvSpPr/>
          <p:nvPr/>
        </p:nvSpPr>
        <p:spPr>
          <a:xfrm>
            <a:off x="3361125" y="296180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6" name="Google Shape;1966;p190"/>
          <p:cNvSpPr/>
          <p:nvPr/>
        </p:nvSpPr>
        <p:spPr>
          <a:xfrm rot="10800000" flipH="1">
            <a:off x="1846200" y="296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7" name="Google Shape;1967;p190"/>
          <p:cNvSpPr/>
          <p:nvPr/>
        </p:nvSpPr>
        <p:spPr>
          <a:xfrm>
            <a:off x="5248350" y="741741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Dry Bones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8" name="Google Shape;1968;p190"/>
          <p:cNvSpPr/>
          <p:nvPr/>
        </p:nvSpPr>
        <p:spPr>
          <a:xfrm>
            <a:off x="6291973" y="74173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9" name="Google Shape;1969;p190"/>
          <p:cNvSpPr/>
          <p:nvPr/>
        </p:nvSpPr>
        <p:spPr>
          <a:xfrm rot="10800000" flipH="1">
            <a:off x="4876050" y="741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0" name="Google Shape;1970;p190"/>
          <p:cNvSpPr/>
          <p:nvPr/>
        </p:nvSpPr>
        <p:spPr>
          <a:xfrm>
            <a:off x="3498850" y="3700329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Tom Nook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1" name="Google Shape;1971;p190"/>
          <p:cNvSpPr/>
          <p:nvPr/>
        </p:nvSpPr>
        <p:spPr>
          <a:xfrm>
            <a:off x="4314850" y="370180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2" name="Google Shape;1972;p190"/>
          <p:cNvSpPr/>
          <p:nvPr/>
        </p:nvSpPr>
        <p:spPr>
          <a:xfrm rot="10800000" flipH="1">
            <a:off x="3126550" y="3700329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3" name="Google Shape;1973;p190"/>
          <p:cNvSpPr/>
          <p:nvPr/>
        </p:nvSpPr>
        <p:spPr>
          <a:xfrm>
            <a:off x="2218500" y="203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K.K. Slider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74" name="Google Shape;1974;p190"/>
          <p:cNvSpPr/>
          <p:nvPr/>
        </p:nvSpPr>
        <p:spPr>
          <a:xfrm>
            <a:off x="3034500" y="203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5" name="Google Shape;1975;p190"/>
          <p:cNvSpPr/>
          <p:nvPr/>
        </p:nvSpPr>
        <p:spPr>
          <a:xfrm rot="10800000" flipH="1">
            <a:off x="1846200" y="203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6" name="Google Shape;1976;p190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7" name="Google Shape;1977;p190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*table[26];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9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19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09" name="Google Shape;2009;p19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197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hash function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198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Mario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2" name="Google Shape;2022;p1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12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199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Luigi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9" name="Google Shape;2029;p1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11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0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5" name="Google Shape;2035;p20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6" name="Google Shape;2036;p20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7" name="Google Shape;2037;p20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8" name="Google Shape;2038;p20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9" name="Google Shape;2039;p20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0" name="Google Shape;2040;p20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1" name="Google Shape;2041;p20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2" name="Google Shape;2042;p20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3" name="Google Shape;2043;p20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4" name="Google Shape;2044;p20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5" name="Google Shape;2045;p20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6" name="Google Shape;2046;p20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7" name="Google Shape;2047;p20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8" name="Google Shape;2048;p20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9" name="Google Shape;2049;p20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0" name="Google Shape;2050;p20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1" name="Google Shape;2051;p20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2" name="Google Shape;2052;p20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3" name="Google Shape;2053;p20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4" name="Google Shape;2054;p20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5" name="Google Shape;2055;p20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6" name="Google Shape;2056;p20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7" name="Google Shape;2057;p20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8" name="Google Shape;2058;p20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9" name="Google Shape;2059;p20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0" name="Google Shape;2060;p200"/>
          <p:cNvSpPr txBox="1"/>
          <p:nvPr/>
        </p:nvSpPr>
        <p:spPr>
          <a:xfrm>
            <a:off x="0" y="166650"/>
            <a:ext cx="4569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200"/>
          <p:cNvSpPr/>
          <p:nvPr/>
        </p:nvSpPr>
        <p:spPr>
          <a:xfrm>
            <a:off x="938150" y="38916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2" name="Google Shape;2062;p200"/>
          <p:cNvSpPr/>
          <p:nvPr/>
        </p:nvSpPr>
        <p:spPr>
          <a:xfrm>
            <a:off x="1754150" y="38915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3" name="Google Shape;2063;p200"/>
          <p:cNvSpPr/>
          <p:nvPr/>
        </p:nvSpPr>
        <p:spPr>
          <a:xfrm rot="10800000" flipH="1">
            <a:off x="565850" y="38916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4" name="Google Shape;2064;p200"/>
          <p:cNvSpPr/>
          <p:nvPr/>
        </p:nvSpPr>
        <p:spPr>
          <a:xfrm>
            <a:off x="938150" y="31486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5" name="Google Shape;2065;p200"/>
          <p:cNvSpPr/>
          <p:nvPr/>
        </p:nvSpPr>
        <p:spPr>
          <a:xfrm>
            <a:off x="1754150" y="31486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6" name="Google Shape;2066;p200"/>
          <p:cNvSpPr/>
          <p:nvPr/>
        </p:nvSpPr>
        <p:spPr>
          <a:xfrm rot="10800000" flipH="1">
            <a:off x="565850" y="31486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7" name="Google Shape;2067;p200"/>
          <p:cNvSpPr/>
          <p:nvPr/>
        </p:nvSpPr>
        <p:spPr>
          <a:xfrm>
            <a:off x="938150" y="25962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8" name="Google Shape;2068;p200"/>
          <p:cNvSpPr/>
          <p:nvPr/>
        </p:nvSpPr>
        <p:spPr>
          <a:xfrm>
            <a:off x="1754150" y="25961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9" name="Google Shape;2069;p200"/>
          <p:cNvSpPr/>
          <p:nvPr/>
        </p:nvSpPr>
        <p:spPr>
          <a:xfrm rot="10800000" flipH="1">
            <a:off x="565850" y="25962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2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2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unsigned 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20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2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/</a:t>
            </a:r>
            <a:r>
              <a:rPr lang="en" i="1"/>
              <a:t>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20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20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(1)</a:t>
            </a: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2114;p209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p210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6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2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Google Shape;2159;p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2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*children[26];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2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*trie;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2422</Words>
  <Application>Microsoft Office PowerPoint</Application>
  <PresentationFormat>On-screen Show (16:9)</PresentationFormat>
  <Paragraphs>993</Paragraphs>
  <Slides>198</Slides>
  <Notes>198</Notes>
  <HiddenSlides>6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198</vt:i4>
      </vt:variant>
    </vt:vector>
  </HeadingPairs>
  <TitlesOfParts>
    <vt:vector size="202" baseType="lpstr">
      <vt:lpstr>Arial</vt:lpstr>
      <vt:lpstr>Consolas</vt:lpstr>
      <vt:lpstr>Simple Dark</vt:lpstr>
      <vt:lpstr>Simple Dark</vt:lpstr>
      <vt:lpstr>PowerPoint Presentation</vt:lpstr>
      <vt:lpstr>data structures</vt:lpstr>
      <vt:lpstr>abstract data types</vt:lpstr>
      <vt:lpstr>queues</vt:lpstr>
      <vt:lpstr>FIFO</vt:lpstr>
      <vt:lpstr>PowerPoint Presentation</vt:lpstr>
      <vt:lpstr>PowerPoint Presentation</vt:lpstr>
      <vt:lpstr>stacks</vt:lpstr>
      <vt:lpstr>LIFO</vt:lpstr>
      <vt:lpstr>LIFO</vt:lpstr>
      <vt:lpstr>PowerPoint Presentation</vt:lpstr>
      <vt:lpstr>PowerPoint Presentation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structures</vt:lpstr>
      <vt:lpstr>PowerPoint Presentation</vt:lpstr>
      <vt:lpstr>PowerPoint Presentation</vt:lpstr>
      <vt:lpstr>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node *list;</vt:lpstr>
      <vt:lpstr>node *list;</vt:lpstr>
      <vt:lpstr>node *list = NULL;</vt:lpstr>
      <vt:lpstr>node *list = NULL;</vt:lpstr>
      <vt:lpstr>node *n = malloc(sizeof(node));</vt:lpstr>
      <vt:lpstr>node *n = malloc(sizeof(node));</vt:lpstr>
      <vt:lpstr>node *n = malloc(sizeof(node));</vt:lpstr>
      <vt:lpstr>node *n = malloc(sizeof(node));</vt:lpstr>
      <vt:lpstr>(*n).number = 1;</vt:lpstr>
      <vt:lpstr>(*n).number = 1;</vt:lpstr>
      <vt:lpstr>n-&gt;number = 1;</vt:lpstr>
      <vt:lpstr>n-&gt;next = NULL;</vt:lpstr>
      <vt:lpstr>n-&gt;next = NULL;</vt:lpstr>
      <vt:lpstr>list = n;</vt:lpstr>
      <vt:lpstr>list = n;</vt:lpstr>
      <vt:lpstr> </vt:lpstr>
      <vt:lpstr>node *n = malloc(sizeof(node)); </vt:lpstr>
      <vt:lpstr>node *n = malloc(sizeof(node)); </vt:lpstr>
      <vt:lpstr>node *n = malloc(sizeof(node)); </vt:lpstr>
      <vt:lpstr>node *n = malloc(sizeof(node)); </vt:lpstr>
      <vt:lpstr>n-&gt;number = 2;</vt:lpstr>
      <vt:lpstr>n-&gt;number = 2;</vt:lpstr>
      <vt:lpstr>n-&gt;next = NULL;</vt:lpstr>
      <vt:lpstr>n-&gt;next = NULL;</vt:lpstr>
      <vt:lpstr> </vt:lpstr>
      <vt:lpstr>list = n;</vt:lpstr>
      <vt:lpstr>list = n;</vt:lpstr>
      <vt:lpstr>list = n;</vt:lpstr>
      <vt:lpstr> </vt:lpstr>
      <vt:lpstr>n-&gt;next = list;</vt:lpstr>
      <vt:lpstr>n-&gt;next = list;</vt:lpstr>
      <vt:lpstr>list = n;</vt:lpstr>
      <vt:lpstr>list = n;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trees</vt:lpstr>
      <vt:lpstr>binary search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hashing</vt:lpstr>
      <vt:lpstr>hash function</vt:lpstr>
      <vt:lpstr>hash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O(n)</vt:lpstr>
      <vt:lpstr>O(n/k)</vt:lpstr>
      <vt:lpstr>O(n)</vt:lpstr>
      <vt:lpstr>O(1)</vt:lpstr>
      <vt:lpstr>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4</cp:revision>
  <dcterms:modified xsi:type="dcterms:W3CDTF">2025-10-29T09:30:06Z</dcterms:modified>
</cp:coreProperties>
</file>
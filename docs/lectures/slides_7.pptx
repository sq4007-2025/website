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ink/ink2.xml" ContentType="application/inkml+xml"/>
  <Override PartName="/ppt/notesSlides/notesSlide5.xml" ContentType="application/vnd.openxmlformats-officedocument.presentationml.notesSlide+xml"/>
  <Override PartName="/ppt/ink/ink3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6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30" r:id="rId73"/>
    <p:sldId id="332" r:id="rId74"/>
    <p:sldId id="333" r:id="rId75"/>
    <p:sldId id="334" r:id="rId76"/>
    <p:sldId id="335" r:id="rId77"/>
    <p:sldId id="336" r:id="rId78"/>
    <p:sldId id="338" r:id="rId79"/>
    <p:sldId id="339" r:id="rId80"/>
    <p:sldId id="340" r:id="rId81"/>
    <p:sldId id="341" r:id="rId82"/>
    <p:sldId id="342" r:id="rId83"/>
    <p:sldId id="343" r:id="rId84"/>
    <p:sldId id="344" r:id="rId85"/>
    <p:sldId id="345" r:id="rId86"/>
    <p:sldId id="346" r:id="rId87"/>
    <p:sldId id="347" r:id="rId88"/>
    <p:sldId id="348" r:id="rId89"/>
    <p:sldId id="349" r:id="rId90"/>
    <p:sldId id="350" r:id="rId91"/>
    <p:sldId id="351" r:id="rId92"/>
    <p:sldId id="352" r:id="rId93"/>
    <p:sldId id="353" r:id="rId94"/>
    <p:sldId id="354" r:id="rId9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399FDDA-3427-4A96-9282-C388DB153586}">
  <a:tblStyle styleId="{2399FDDA-3427-4A96-9282-C388DB15358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443" autoAdjust="0"/>
  </p:normalViewPr>
  <p:slideViewPr>
    <p:cSldViewPr snapToGrid="0">
      <p:cViewPr varScale="1">
        <p:scale>
          <a:sx n="126" d="100"/>
          <a:sy n="126" d="100"/>
        </p:scale>
        <p:origin x="119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2053.07007" units="1/cm"/>
          <inkml:channelProperty channel="Y" name="resolution" value="3286.55957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5-11-07T13:59:35.4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14248 5378 176 0,'0'0'69'0,"0"0"-63"0,0 0 790 0,0 0-100 0,0 0-290 0,0 0-199 0,0 0-16 0,0 0 5 0,0 0-31 0,-45 7-60 0,45-7-5 0,0-1 5 16,0-2 4-16,0 0-17 0,0 1-28 16,0 1-20-16,0 1-12 0,0 0-7 15,0 0-9-15,0 0-16 0,0 0-2 16,0 0 2-16,3 0 18 0,0 0 23 15,3 0 9-15,0 0 20 0,7 0 31 16,7-4 15-16,14-10-18 0,33-16-39 0,44-25-37 16,23-15-7-16,19-10-15 0,-4-4-18 15,-8 8-20-15,-2 3-50 0,-2 1 6 16,-2 3 1-16,-11 5 15 0,-23 7 37 16,-21 13-59-16,-26 10-20 0,-26 12 13 15,-15 8-32-15,-13 6-23 0,0 8-10 16,-25 0-97-16,-29 10-311 0,-28 8-463 15,7-1-26-15</inkml:trace>
  <inkml:trace contextRef="#ctx0" brushRef="#br0" timeOffset="4170.6">12840 6933 46 0,'0'0'225'0,"0"0"-170"0,0 0 131 15,0 0 401-15,0 0-125 0,0 0-127 16,0 0-102-16,0 0-16 0,-12 4-55 15,12-4-85-15,0 0 14 0,0 0 25 16,0 0-16-16,0 0-24 0,0 0 1 0,0 0 0 16,0 0-3-16,0 0-23 15,0 0-10-15,0 0 4 0,0 0 9 0,0 0-3 16,0 0 3-16,0 0 16 0,0 0 12 16,0 0-6-16,6 0-3 0,3 0 2 15,3-3-18-15,27-7-57 0,40-12-22 16,56-19 19-16,36-13-13 0,24-8-31 15,-4-3-29-15,-29 10-6 0,-10 3 19 16,-18 7-64-16,-20 10-64 0,-21 5-62 0,-17 5-181 16,-15 4-194-16,-16 4-97 0,-17 5-73 15</inkml:trace>
  <inkml:trace contextRef="#ctx0" brushRef="#br0" timeOffset="6755.14">7992 7684 72 0,'0'0'78'0,"0"0"46"0,0 0-105 0,0 0 17 0,0 0 424 16,0 0 312-16,0 0-421 0,0 0-127 16,163 17 25-16,-138-20-7 0,10-1-52 15,1-2-16-15,-2-2-17 0,2 1-52 16,-5 1-105-16,1-3-9 0,-7-1-183 15,-9 0-181-15,-6-4-199 0,-6 4-658 16</inkml:trace>
  <inkml:trace contextRef="#ctx0" brushRef="#br0" timeOffset="7441.3">8212 9097 147 0,'0'0'107'0,"0"0"-35"0,0 0 681 0,0 0-173 16,0 0-304-16,0 0-153 0,0 0 75 15,0 0 22-15,0 0 2 0,0 0-16 16,22 14-29-16,-19-14-40 0,0 0-38 15,5 0-32-15,1 0-22 0,7 0-14 16,5 0 14-16,18 5-7 0,15 0-35 16,13 4 0-16,9 1-2 0,8-1-1 0,-8 0-20 15,-10-3-50-15,-5-6-28 16,-16 0-126-16,-17 0-238 0,-16-6-647 0,-12-5-458 0</inkml:trace>
  <inkml:trace contextRef="#ctx0" brushRef="#br0" timeOffset="9075.17">9176 8832 150 0,'0'0'62'0,"0"0"-36"0,0 0-26 15,0 0 20-15,0 0 77 0,0 0 568 16,0 0-290-16,0 0-76 0,163 18-91 16,-144-20-91-16,3-2 6 0,1 2-22 15,-5-1-20-15,-2 0-13 0,1 1 0 16,-8 1-17-16,1 1-25 0,-1-1-24 16,-3 1-1-16,-3 0 44 0,3 0-12 0,1 0-33 15,10 0 0-15,1 0 26 0,15 0-10 16,24 2-3-16,28 4 24 0,24 0-36 15,15 3 50-15,9-1-19 0,-2-1 39 16,-1 2-23-16,-2-2-16 0,-7 0-32 16,-11 0-29-16,-10 0-161 0,-10-1-81 15,-18-4-56-15,-17-2-14 0,-18 0-143 16,-14-8-184-16,-14 4 55 0</inkml:trace>
  <inkml:trace contextRef="#ctx0" brushRef="#br0" timeOffset="10858.99">11834 8833 42 0,'0'0'0'0,"0"0"0"0,0 0 43 16,0 0-42-16,0 0 1 0,0 0 24 15,0 0-3-15,0 0 0 0,0 0-7 16,0 0-14-16,20-1 11 0,-20 1-9 0,0 0-3 16,0 0 1-16,0 0 14 0,3 0 4 15,-3 0-20-15,3 0 0 0,0 0-1 16,0 0 1-16,4 0-1 0,-1 0 1 16,0 0 19-16,-3 0 170 0,0 0-52 15,-3 0-62-15,0 0-29 0,0 0-4 16,0 0 1-16,0 0 25 0,0 0 36 15,0 0 53-15,0 0-4 0,0 0-36 0,0 0-58 16,3 0-57-16,-3 0-2 0,0 0-2 16,3 0 2-16,0 1 2 0,-3 0 40 15,4 1-19-15,0 0-22 0,-1-1 2 16,0 0 0-16,0-1 1 0,4 2 38 16,-1-1 59-16,3 0-13 0,4 1 3 15,4 0-23-15,-2-1 16 0,7 2-13 16,4-2 4-16,-1 2-20 0,8-1 16 15,7 0-9-15,11 1-1 0,9 0-15 16,1 0-8-16,-1-2-5 0,-8-1-17 0,-14 0 10 16,-7 0-4-16,5 0-7 0,1 0-14 15,14-1 27-15,-3 0-24 0,-12-1 5 16,-11 2-5-16,-10 0-4 0,12 0-1 16,-6 0-67-16,-2 0-65 0,1 0-74 15,-10 2-62-15,-4-1-154 0,-6-1-176 16,0 0-36-16</inkml:trace>
  <inkml:trace contextRef="#ctx0" brushRef="#br0" timeOffset="11610.74">14792 8852 62 0,'0'0'78'16,"0"0"-76"-16,0 0 64 0,0 0 178 0,0 0 317 15,0 0-327-15,0 0 30 0,0 0-7 16,0 0-75-16,0 0 0 0,115 64 12 16,-75-62 19-16,11-2-39 0,16 0-74 15,6-2-48-15,4-2-39 0,-4 1 12 16,0 1 11-16,-3 1-36 0,-1 0-16 0,3 1-52 16,-9-2-54-16,-2 1-81 0,-18-1-140 15,-7-2-268-15,-18 0-511 0,-15-2 668 16</inkml:trace>
  <inkml:trace contextRef="#ctx0" brushRef="#br0" timeOffset="13143.53">16803 7934 59 0,'0'0'0'0,"0"0"-59"0,0 0 59 0,0 0 3 15,0 0 17-15,0 0-7 0,0 0 52 16,0 0-29-16,0 0-7 0,0 0 128 0,-61 25 35 16,58-25 199-16,0 0-120 0,0 0-102 15,0 0-9-15,0 0 12 0,0 0-29 16,-1 0-78-16,-2 0-65 0,-3 0-11 15,-2 5 11-15,-4-1 1 0,2 3 32 16,1-1-33-16,-2 1 13 0,8 0-10 16,-4 0 42-16,1 1-22 0,0 2-10 15,-1 0 0-15,4 2-12 0,-5 0 1 0,8 1 40 16,-3-2-3-16,0 3 26 0,0 3 23 16,-1 6-20-16,1 4-4 0,-3 3-34 15,3-4 12-15,3-4-17 0,-5-8-21 16,8-3-4-16,0-5 1 0,0 3 2 15,0 0-3-15,14-1 39 0,-2 0-10 16,7-1-27-16,-1 0 27 0,9-3-6 16,-2 0 9-16,13-2-29 0,10-2 13 15,13-10-6-15,9-7-10 0,-4-3-52 0,-5-2-74 16,-7 2 7-16,-6 3 57 0,-14 3-9 16,-4 2-7-16,-9 3 46 0,-8 1 31 15,7-1 1-15,-8 0 18 0,4-1-17 16,-7 1 15-16,2 4 49 0,-8-2 39 15,-3 1 25-15,0-1-32 0,0 0-36 16,-14-2-32-16,-1 1 4 0,-7-2-4 16,-8-2 1-16,-7 0-30 0,-14-5-13 0,-12-3-7 15,-4 0-12-15,13 3 30 0,12 5-59 16,17 3 30-16,2 2 31 0,1-2 29 16,-4 1 45-16,4-2-16 0,3 1-44 15,2 3-12-15,8 0-4 0,0 2 1 16,-1 1-67-16,1 0-135 0,3 2-30 15,3-1 55-15,3 1-24 0,0-2-207 16,0-1-321-16,0-5 176 0</inkml:trace>
  <inkml:trace contextRef="#ctx0" brushRef="#br0" timeOffset="15044.85">16243 7979 29 0,'0'0'20'0,"0"0"22"0,0 0-22 0,0 0-1 16,0 0 259-16,0 0 269 0,0 0-201 0,0 0-190 16,0 0-107-16,-33-7-23 0,21 3 29 15,3 1 59-15,-4-2-56 0,-1 3 43 16,5-3 9-16,-3 4-19 0,2-2-10 16,-2 0-77-16,-1 2 2 0,-4-1-6 15,2 1-3-15,-1-1 3 0,-1 2 4 16,2 0-2-16,-1 0-4 0,1 0-8 0,1 0-25 15,2 3 15-15,-1 2 20 0,1-1 13 16,2 2-10-16,-7 0 0 0,5-1 42 16,0 2 30-16,-4 3-20 0,-4-1-23 15,4 1-6-15,1 1-26 0,-4-1-1 16,2 2-2-16,5-3-1 0,-4 1-16 16,7-2 18-16,-5 1-12 0,5-1 13 15,-1 2 2-15,1 2-2 0,0-1-15 0,3 1 15 16,-1-1-15-16,0 0 3 0,4 1 12 15,3 0-12-15,0-1 13 0,0 2 33 16,0 0-17-16,0 2 3 0,3 1 7 16,8 1-24-16,-2 4 0 0,6 3-1 15,1-4 2-15,1 0-1 0,-5-4-1 16,4-2 1-16,-1 1-1 0,5 2 2 16,2 0 0-16,-3-3-1 0,1 2-2 0,-1 0 1 15,-1 1-1-15,2-2 0 16,-1 3 1-16,-4-2 1 0,1-1-2 0,4 1-1 15,-4 0 1-15,-1-2 3 0,2 0 17 16,2 1-1-16,-4 0 23 0,4-3 3 16,4 2-9-16,-1-2 6 0,1-1-16 15,-1-2 16-15,-1-1-26 0,3-2 19 16,-3-2 10-16,-2-1-13 0,1 1-28 16,-1-3 12-16,-4-1-13 0,2 0 10 15,-1 0-10-15,-4 0 16 0,4-1-3 0,4-4 1 16,-1 1-14-16,2-4 19 0,6 2 7 15,-6 0-13-15,1-2-14 0,1 3 24 16,-1-2 3-16,1-1-10 0,-1 1-16 16,-3 0 23-16,-2-1 13 0,-2-1-20 15,1-1-19-15,-4-1 2 0,2-1 1 16,-2 0 13-16,-2 1-15 0,-4-2 1 16,0 2 9-16,0-2-11 0,0 0 0 15,-2-1 0-15,-4-1 0 0,3 1-2 16,0-1-9-16,-3 2 11 0,0-1 3 0,0 3 58 15,0-1 3-15,0 2 13 0,0 2-7 16,-6-1-23-16,-4 0-18 0,-5 1-29 16,-1-3-23-16,-4 0-31 0,-5-1-23 15,-4-3 32-15,1 0-2 0,-8-4 2 16,-7-7 7-16,-5-3-1 0,-3-3 17 16,9 0-68-16,5 3-10 0,10 5-28 15,5 0 21-15,7 5 56 0,1 4 47 0,8 2 3 16,3 3 1-16,-3-1-1 15,-1 1-28-15,-2-3-35 0,3 3-1 0,-3 2-29 16,-5 2-42-16,4 0-136 0,-8 1-105 16,-1-1-196-16,-7-1-60 0</inkml:trace>
  <inkml:trace contextRef="#ctx0" brushRef="#br0" timeOffset="17897.27">17440 8067 53 0,'0'0'157'0,"0"0"-76"0,0 0-48 0,0 0 52 0,0 0-17 16,0 0-68-16,0 0 3 0,0 0-3 15,-48 35 40-15,45-29-14 0,3 0-25 16,-3-1 38-16,3 1-7 0,-4 1 37 16,-2 0-23-16,0 1 9 0,-5 2-42 15,2 0 42-15,0 3-17 0,-4 1-38 16,-2 3 0-16,-6 4 38 0,3 7-8 0,2 1-30 15,4-1-20-15,1-1 17 16,8-2 3-16,-3-1 24 0,0-1 562 0,-1-1-297 16,4 0-123-16,0 1-101 0,3 1 81 15,0 0-30-15,0-1-77 0,0 0 6 16,0-2-19-16,3 1 3 0,4-2 23 16,-1-4-10-16,3-4 16 0,0 0-3 15,2-4 6-15,5 3-9 0,-1 4-20 16,4 0-6-16,4-1-23 0,-4-1 32 15,4-3 23-15,-1 0-13 0,-1-3 3 0,3-1-6 16,0-2 6-16,-5-1-26 16,7-2 13-16,-7-1 13 0,0 0-19 0,4-3 22 15,-1-4 35-15,7-6-13 0,5-8-32 16,8-7-25-16,0-2 6 0,-5 0-21 16,-1 0 3-16,-8 3 18 0,1 0-19 15,-4-2-3-15,-5 4-2 0,-5-2 2 16,-2 3 2-16,-7 1 10 0,-6 1-8 15,0 1 8-15,-6 0 23 0,-13-1-33 16,-1-1-1-16,-2 1 25 0,-2-2 25 0,0-1-51 16,0 0-1-16,0 1-2 0,3 0 1 15,-1-1-20-15,-1 1-45 0,1 1 4 16,0-1-32-16,2 1 63 0,5 5-22 16,2 3 51-16,7 4-13 0,-3 0 22 15,-2 3-6-15,5-3 2 0,-4 3 12 16,-2 1-14-16,0 3-51 0,-2 2-38 15,4 1-103-15,-2 1 12 0,3 0-55 0,-1 0-146 16,4 0-145-16,3 0-245 0,-3 0-191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2053.07007" units="1/cm"/>
          <inkml:channelProperty channel="Y" name="resolution" value="3286.55957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5-11-07T14:00:14.08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7601 7714 398 0,'0'0'244'0,"0"0"-152"0,0 0 142 0,0 0-87 0,0 0-147 15,0 0 0-15,0 0 16 0,0 0 414 16,0 0-297-16,13-13-35 0,-10 13-43 15,0-2-19-15,0 1-33 0,0 0-3 16,0 1 10-16,0-2-10 0,0 1 0 16,1 1 26-16,-4 0-24 0,0 0 11 15,0 0-10-15,0 0 20 0,0 0 3 16,0 0-8-16,0 0-17 0,0 0 1 16,3 0-2-16,-3 0 107 0,0 0 224 15,0 0-141-15,0 0-125 0,3 0-49 0,1 0-3 16,3 1 3-16,-1 2 58 0,9 2 29 15,1-1-14-15,10 2-2 0,8-2-1 16,21 0 39-16,17 0 15 0,25 0-7 16,8-3 0-16,10 0-4 0,2-1 31 15,1 0-46-15,3 2-42 0,-3 0-13 16,-11 2-16-16,-2-2-21 0,-12 3-22 16,-10-4-15-16,-14 2-29 0,-14-2-9 0,-17 1-37 15,-13-2 7-15,-6 0-20 0,4 0-26 16,-4-3-45-16,-1-4-61 0,-1-2-122 15,-7-1-129-15,-1 1-289 0,-9-8-532 0</inkml:trace>
  <inkml:trace contextRef="#ctx0" brushRef="#br0" timeOffset="4584.99">9682 6829 54 0,'0'0'0'0,"0"0"-4"0,0 0 4 0,0 0 29 0,0 0 37 16,0 0-31-16,0 0 207 0,-9 0 403 16,5 0-348-16,1-4-132 0,-3 3 14 15,3-2-10-15,0 1-26 0,-3-2-7 16,3 2 4-16,0 1-34 0,-1-3-18 15,1 1-4-15,0 1-33 0,0-1-31 16,-1 1-19-16,0-1 0 0,1 1-1 0,-3-2-2 16,3 3 2-16,0 0-1 0,0 1 1 15,-3 0 19-15,-4 0-16 0,1 1-3 16,0 5-51-16,-8 3 15 0,4 3 36 16,-5 4 14-16,-6 6 18 0,6 4-6 15,-1 4 3-15,-1-3 7 0,11-1-1 16,3-6 29-16,-1 0 23 0,7 0 9 15,0 0-19-15,0 1 13 0,0-4-7 16,7-2 13-16,-1-6-26 0,0 0-10 16,11 1-15-16,-2 2-26 0,4-2-19 0,7-1 2 15,2-5-1-15,8-1 0 0,-5-3 12 16,11 0-10-16,-3-7-3 0,-5-3-15 16,1-4-23-16,0-4-7 0,0-4 14 15,-7-5-8-15,2-1-8 0,-12-2-1 16,-9 5-16-16,-5 1 13 0,-1 4 0 15,-3 3 48-15,0 5 3 0,0 2 1 16,0 0 1-16,-7 0 14 0,-2 1 0 0,0 1-13 16,-4 2 0-16,-7 3 0 0,8 0-3 15,-7 0-19-15,1 3-10 0,-6 0-19 16,12 0-25-16,0 0 5 0,2 0-6 16,4 0-29-16,3 0-45 0,3-1-65 15,0-3-105-15,0-2-162 0,0-7-204 16,9-8 84-16</inkml:trace>
  <inkml:trace contextRef="#ctx0" brushRef="#br0" timeOffset="5607.23">9978 6746 20 0,'0'0'32'0,"0"0"1"0,0 0 35 0,0 0 340 0,0 0 9 0,0 0-238 0,0 0 10 0,0 0 36 0,0 0-69 0,0 0-49 0,-95-7-10 0,89 7 17 0,3 0-20 0,-3 0-23 0,-2 0 4 0,2 0-7 0,0 0-16 0,-4 0-7 0,1 3-3 0,-3 0-13 0,-5 1-3 0,1 2-4 0,-6 0-18 0,-1 0 8 0,2 1-9 0,2 0-1 0,-4 1 33 0,4 4-25 0,-6 4-10 0,-4 5 0 0,-5 6-1 0,1 3 0 0,8-1 0 0,5-1 1 0,11-6 1 0,0 3 31 0,5-1 20 0,4 1-30 0,0-1 4 0,0 0-7 0,13 0 30 0,2 0-14 0,9-5 0 0,-3-5-9 0,-2-3-7 0,10-3 4 0,16 4-23 0,13-3 1 0,8-5 1 0,1-4-1 0,0-6 0 0,-4-10 18 0,1-4-19 0,-4-2-54 0,-5-5-49 0,-10 1-64 0,-14 0 15 0,-8 0 65 0,-11 0 19 0,-12-1 17 0,0-1 51 0,-9 2 16 0,-17-5-3 0,-2 2 19 0,-11 1 17 0,-6 1 22 0,-2 4-6 0,-7 3-11 0,0 2-5 0,3 8-30 0,12 3-16 0,11 3-3 0,2 2-2 0,-2 2-20 0,-2 0 2 0,-1 0-15 0,5 3-46 0,7 2-74 0,4-1-26 0,6 0-24 0,2-3-84 0,7 1-284 0,0-2-52 0,0-3 237 0</inkml:trace>
  <inkml:trace contextRef="#ctx0" brushRef="#br0" timeOffset="7379.06">10576 7600 121 0,'0'0'322'0,"0"0"-123"0,0 0-150 0,0 0-49 0,0 0 52 0,0 0 23 0,0 0 4 0,0 0 54 0,0 0-68 0,-79 38-52 0,79-37 0 0,0-1-10 0,0 0-3 0,-3 0 42 0,-3-4 615 0,0-1-400 0,-3 0-69 0,1 2-10 0,2 0-52 0,-1 3-126 0,4 0 0 0,-3 0-65 0,0 0-13 0,0 0-25 0,-4 2 32 0,1-1 29 0,-2-1 42 0,5 0 27 0,3 0 31 0,0 0 0 0,3 0-19 0,0 0 6 0,0-1 4 0,0-1-4 0,0 2 0 0,0 0-32 0,0 0-13 0,0 0-68 0,15 0 36 0,12 0 32 0,4 6 39 0,20 3-17 0,12-1 4 0,15 1-10 0,-2-2 7 0,-6-2 38 0,-1-1 23 0,1-2-10 0,11 0 13 0,-2-1 22 0,3-1-23 0,11 1-16 0,3-1-2 0,2 0-5 0,4 0 14 0,4 0-4 0,1 0-32 0,1 0-25 0,-6-2-13 0,1-1 19 0,-9 0-9 0,2 3-11 0,7 0-2 0,-6 0 3 0,6 0 10 0,-1 6-12 0,-1 0 12 0,1-1 3 0,-6 2-4 0,-4 1 1 0,-5 0-10 0,-5 2 16 0,0 0 6 0,-5 2-24 0,-1-2 3 0,-3 1 33 0,-6 1-2 0,-3 1-34 0,-1-1 12 0,-2 1-13 0,-4-2 11 0,-12-1-11 0,-13-5-15 0,-7 1-17 0,-6-2-50 0,4-1-23 0,-4 0 4 0,-1 0 2 0,-1-3-41 0,-4 2-49 0,2-2-10 0,1 0 51 0,1 0 29 0,-2 0-14 0,-2 2-38 0,-1 3-50 0,-9 0-91 0,3 4-101 0,-6-2-72 0,4 7-56 0</inkml:trace>
  <inkml:trace contextRef="#ctx0" brushRef="#br0" timeOffset="13577.14">15269 7003 39 0,'0'0'163'0,"0"0"-91"0,0 0-53 0,0 0 259 0,0 0 915 0,0 0-778 0,0 0-43 0,3-10-82 0,-3 10-107 0,0 0-71 0,0 0-6 16,0 0 18-16,0 0 16 0,0 0-17 15,0 0-40-15,0 0-83 0,0 0-29 0,0 0-189 16,0 0-242-16,0 0-554 0,4 0-110 16,-8 0 257-16</inkml:trace>
  <inkml:trace contextRef="#ctx0" brushRef="#br0" timeOffset="15492.3">15759 6338 24 0,'0'0'91'0,"0"0"-88"0,0 0 89 0,0 0-47 0,0 0-32 0,0 0 115 0,0 0 419 0,0 0-32 0,0 0-141 0,25-1-150 0,-25 1-72 0,0 0-32 0,0 0-26 0,0 2-26 0,-3 4 51 0,-3 2 46 0,-4 0-24 0,4 2-29 0,-3 2-35 0,-2-2-54 0,5 0-23 0,0-2-10 0,-1 2 7 0,1-2-13 0,0 3-84 0,-3-1-41 0,-1 0-78 0,0 0 0 0,3 0-102 0,1 2-91 0,0-2-90 0,-3-2-35 0,-4-1-14 0</inkml:trace>
  <inkml:trace contextRef="#ctx0" brushRef="#br0" timeOffset="15946.2">15572 6868 101 0,'0'0'52'16,"0"0"2011"-16,0 0-1289 0,0 0-314 15,0 0-188-15,0 0-36 0,0 0 6 16,0 0-21-16,0 0-73 0,0 0-74 16,9 3-25-16,-6-3-18 0,-3 0-13 15,0 0-2-15,0 0-4 0,0 0 3 16,0 0 7-16,0 0 3 0,0 0-25 16,0 0-16-16,0 0-36 0,0 0-19 15,0 0 7-15,0 0-1 0,0 0-3 16,0 0 0-16,0 0 0 0,0 0 9 0,0 0 9 15,0 0 0-15,0 0-12 0,0 2-23 16,0-2 28-16,0 1 22 0,0-1-2 16,0 0-29-16,3 0-16 0,-3 0-7 15,3 0-15-15,0 0-80 0,0 0-180 16,1 0-119-16,2 0-142 0,0 0-552 16,-3-13 427-16,-34 25 750 0</inkml:trace>
  <inkml:trace contextRef="#ctx0" brushRef="#br0" timeOffset="16346.05">16288 6516 2479 0,'0'0'361'0,"0"0"-136"0,0 0-27 0,0 0 15 0,0 0-89 0,0 0-42 16,0 0-34-16,0 0 15 0,0 0-51 0,0 0-12 16,53-73-85-16,-53 73-162 15,4 0-113-15,-1 0-277 0,7 0-385 0,-4 0 41 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2053.07007" units="1/cm"/>
          <inkml:channelProperty channel="Y" name="resolution" value="3286.55957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5-11-07T14:00:46.0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1152 7568 395 0,'0'0'495'15,"0"0"-228"-15,0 0-62 0,0 0-29 0,0 0-20 16,0 0 4-16,0 0-11 0,0 0-19 16,-73-15-33-16,67 9-39 0,3 1 13 15,0 1-35-15,0-1-15 0,-1 2-21 16,4 2-1-16,0 1 1 0,-3 0-13 16,3 0-25-16,0 0-17 0,0 0-13 0,0 0-7 15,0 0 13-15,0 1 62 0,3 2 37 16,4 2-1-16,2-3-10 0,0 3 22 15,7 0 27-15,7 0-30 0,-1 0 4 16,10 1-17-16,-4-2-3 0,11-1 0 16,1 2 29-16,18-4-6 0,13-1-17 15,2-1 4-15,3-7-10 0,-3 1 32 0,4 0 0 16,5 1-6-16,0 2-13 16,2 0 28-16,-2 1-22 0,-6 0-22 0,8 2 3 15,-5-1-10-15,0 2-2 0,-1 0-17 16,-2 0-3-16,-3 0 3 0,-1 3-3 15,9 3 0-15,-5-1-1 0,0 3-23 16,5-4 27-16,-5 1 0 0,-4 0-4 16,-5-1 3-16,3 0 0 0,-7-2 1 15,-2 1 0-15,2-3 23 0,3 0-11 16,-3 0-8-16,1 0-4 0,-1-3 1 0,4 1 8 16,-4-3-9-16,1 2-22 0,0 2-32 15,-4-4-7-15,-6 4-13 0,-3-2-35 16,1 0 31-16,-9 2 8 0,5 1 5 15,-6 0-9-15,-11 0-13 0,-2 1-4 16,-7 3-3-16,11 2-9 0,-5 3-21 16,7-1-96-16,-7 3-80 0,2-5-54 0,-12 1-135 15,-5-7-7-15</inkml:trace>
  <inkml:trace contextRef="#ctx0" brushRef="#br0" timeOffset="2484.34">1067 8928 32 0,'0'0'632'0,"0"0"-224"0,0 0-119 15,0 0-119-15,0 0-31 0,0 0-2 0,0 0 12 16,0 0 4-16,0 0-1 15,-7 11-13-15,7-11-3 0,0 0 6 0,0 0 3 16,0 0-4-16,0 0-6 0,0 0-30 16,0 0-41-16,0 0-41 0,0 0-21 15,0-1 0-15,0 1 1 0,0 0-3 16,0 0-3-16,0 0-13 0,0 0-3 16,0 0 0-16,0 0-10 0,0 0-16 15,0 0-16-15,7 0-6 0,8 2 67 16,18 4 3-16,36 3 74 0,35 3 19 0,31-4 9 15,8-2-12-15,4-3-14 0,-10-2-28 16,-1 1-26-16,0-2-3 0,5 0 4 16,-10 0-1-16,-4 0-23 0,-6 0 33 15,-10-3-17-15,-8 1-18 0,-21 2-3 16,-12 0-10-16,-22 0-28 0,-13 0-7 16,-13 0-24-16,-3 2 5 0,7-1 13 0,5 1 0 15,23 2-20-15,10 2 55 0,9-1-3 16,7 5-29-16,-7-1-39 0,-9 3-3 15,-1 3-3-15,-5 0-39 0,-4 0-33 16,-3 0-106-16,-17-5-252 0,-4-5-128 16,-15-5-89-16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say%20%5Bhello%2C%20world%5D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ask%20%5BWhat's%20your%20name%3F%20%5D%20and%20wait%0Asay%20(join%5Bhello%2C%20%5D%20(answer)%0A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set%20%5Bcounter%20v%5D%20to%20(0)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change%20%5Bcounter%20v%5D%20by%20(1)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%0Aelse%0Asay%20%5Bx%20is%20not%20less%20than%20y%5D" TargetMode="External"/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%0Aelse%0Aif%20%3C(x)%20%3E%20(y)%3E%20then%0Asay%20%5Bx%20is%20greater%20than%20y%5D%0Aelse%0Asay%20%5Bx%20is%20equal%20to%20y%5D" TargetMode="External"/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repeat%20%5B3%5D%0Asay%5Bmeow%5D" TargetMode="External"/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forever%0Asay%5Bmeow%5D" TargetMode="External"/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4119545db0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4119545db0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OMG Python!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-new language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-low level high level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-Ecosystem of packages and popularity...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-continual learning</a:t>
            </a: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64077ea43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64077ea43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Scratch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64077ea43c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64077ea43c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 low level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64077ea43c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64077ea43c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Python high level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14119545db0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14119545db0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Running C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4119545db0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14119545db0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Compile, run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4119545db0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4119545db0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Interpreted versus compiled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 command!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</a:t>
            </a:r>
            <a:r>
              <a:rPr lang="en" dirty="0"/>
              <a:t>ossibly compare dictionary.c to dictionary.py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 out blur.py in notes as well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1/hello0.py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6/speller/dictionary.py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6/filter/{blur,edges}.py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0d19c1f350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0d19c1f350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922c153d14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922c153d14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64077ea43c_0_7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64077ea43c_0_7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64077ea43c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64077ea43c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https://scratchblocks.github.io/#?style=scratch3&amp;script=say%20%5Bhello%2C%20world%5D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64077ea43c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64077ea43c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64077ea43c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64077ea43c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Better language!!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\n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</a:t>
            </a:r>
            <a:r>
              <a:rPr lang="en-GB" dirty="0" err="1"/>
              <a:t>printf</a:t>
            </a:r>
            <a:r>
              <a:rPr lang="en-GB" dirty="0"/>
              <a:t>()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922c153d14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922c153d14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MOOAR powerful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d48d6721ca_1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2d48d6721ca_1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4119545db0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4119545db0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4119545db0_0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4119545db0_0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Brief library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4119545db0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4119545db0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64077ea43c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64077ea43c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https://scratchblocks.github.io/#?style=scratch3&amp;script=ask%20%5BWhat's%20your%20name%3F%20%5D%20and%20wait%0Asay%20(join%5Bhello%2C%20%5D%20(answer)%0A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64077ea43c_0_6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64077ea43c_0_6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64077ea43c_0_6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64077ea43c_0_6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14119545db0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14119545db0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64077ea43c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64077ea43c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Format string, “</a:t>
            </a:r>
            <a:r>
              <a:rPr lang="en-GB" dirty="0" err="1"/>
              <a:t>fstring</a:t>
            </a:r>
            <a:r>
              <a:rPr lang="en-GB" dirty="0"/>
              <a:t>”</a:t>
            </a: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14119545db0_0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14119545db0_0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hello{1,2,3}.py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922c153d14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922c153d14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“ordered” parameters</a:t>
            </a: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48d6721ca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2d48d6721ca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hello4.py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</a:t>
            </a:r>
            <a:r>
              <a:rPr lang="en" dirty="0"/>
              <a:t>rovide the name of a parameter in the function, and its value</a:t>
            </a: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48d6721ca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d48d6721ca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d48d6721ca_1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d48d6721ca_1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d48d6721ca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d48d6721ca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48d6721ca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d48d6721ca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d48d6721ca_1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2d48d6721ca_1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48d6721ca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d48d6721ca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48d6721ca_1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d48d6721ca_1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Mention single quotes and double quotes (they are the same in Python)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d48d6721ca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2d48d6721ca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922c153d14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922c153d14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https://scratchblocks.github.io/#?style=scratch3&amp;script=set%20%5Bcounter%20v%5D%20to%20(0)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922c153d14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922c153d14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922c153d14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922c153d14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922c153d14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2922c153d14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https://scratchblocks.github.io/#?style=scratch3&amp;script=change%20%5Bcounter%20v%5D%20by%20(1)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922c153d1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922c153d1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922c153d14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922c153d14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922c153d1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2922c153d1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4119545db0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4119545db0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4119545db0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4119545db0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4119545db0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4119545db0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calculator{0,1}.py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4119545db0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4119545db0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4119545db0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4119545db0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Cs50 c library</a:t>
            </a:r>
            <a:endParaRPr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14119545db0_0_3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14119545db0_0_3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dirty="0"/>
              <a:t>Cs50 python library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14119545db0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14119545db0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14119545db0_0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14119545db0_0_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Or import cs50</a:t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14119545db0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14119545db0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14119545db0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14119545db0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4119545db0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4119545db0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4119545db0_0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4119545db0_0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Simpler, but colon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NB indentation matters! (4 spaces)</a:t>
            </a:r>
            <a:endParaRPr dirty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14119545db0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14119545db0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https://scratchblocks.github.io/#?style=scratch3&amp;script=if%20%3C(x)%20%3C%20(y)%3E%20then%0Asay%20%5Bx%20is%20less%20than%20y%5D%0Aelse%0Asay%20%5Bx%20is%20not%20less%20than%20y%5D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4119545db0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14119545db0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14119545db0_0_2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14119545db0_0_2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 python</a:t>
            </a:r>
            <a:endParaRPr dirty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14119545db0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14119545db0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https://scratchblocks.github.io/#?style=scratch3&amp;script=if%20%3C(x)%20%3C%20(y)%3E%20then%0Asay%20%5Bx%20is%20less%20than%20y%5D%0Aelse%0Aif%20%3C(x)%20%3E%20(y)%3E%20then%0Asay%20%5Bx%20is%20greater%20than%20y%5D%0Aelse%0Asay%20%5Bx%20is%20equal%20to%20y%5D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14119545db0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14119545db0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14119545db0_0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14119545db0_0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1/compare3.py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922c153d14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922c153d14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4/compare.py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1/agree{0,1}.py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N</a:t>
            </a:r>
            <a:r>
              <a:rPr lang="en" dirty="0">
                <a:solidFill>
                  <a:schemeClr val="dk1"/>
                </a:solidFill>
              </a:rPr>
              <a:t>otes and examples</a:t>
            </a:r>
            <a:endParaRPr dirty="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2922c153d14_0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2922c153d14_0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“OOP”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Instead of structs in c you have objects of a particular class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Implements structs with functionality as an element of good style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If functions in python are associated with particular data, they are called “methods”, like </a:t>
            </a:r>
            <a:r>
              <a:rPr lang="en-GB" dirty="0" err="1">
                <a:solidFill>
                  <a:schemeClr val="dk1"/>
                </a:solidFill>
              </a:rPr>
              <a:t>s.lower</a:t>
            </a:r>
            <a:r>
              <a:rPr lang="en-GB" dirty="0">
                <a:solidFill>
                  <a:schemeClr val="dk1"/>
                </a:solidFill>
              </a:rPr>
              <a:t>()</a:t>
            </a: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922c153d1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922c153d1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922c153d1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922c153d1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1/agree2.py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4/copy.py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2/uppercase{0,1}.py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14119545db0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14119545db0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f8035616f9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f8035616f9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https://scratchblocks.github.io/#?style=scratch3&amp;script=repeat%20%5B3%5D%0Asay%5Bmeow%5D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f8035616f9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f8035616f9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f8035616f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f8035616f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f8035616f9_0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f8035616f9_0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f8035616f9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f8035616f9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f8035616f9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f8035616f9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Problem with lots of iterations!</a:t>
            </a:r>
            <a:endParaRPr dirty="0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f8035616f9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f8035616f9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9255e19e45_15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29255e19e45_15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Underscore style if not actually using loop var</a:t>
            </a:r>
            <a:endParaRPr dirty="0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14119545db0_0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14119545db0_0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https://scratchblocks.github.io/#?style=scratch3&amp;script=forever%0Asay%5Bmeow%5D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4119545db0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4119545db0_0_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4119545db0_0_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4119545db0_0_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meow{0,1,2,3,4,5,6}.py</a:t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29255e19e45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29255e19e45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calculator2.py, with 1/3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not an issue with 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D</a:t>
            </a:r>
            <a:r>
              <a:rPr lang="en" dirty="0">
                <a:solidFill>
                  <a:schemeClr val="dk1"/>
                </a:solidFill>
              </a:rPr>
              <a:t>ivision with ints and floats mathematical outcomes – no truncation!!!</a:t>
            </a:r>
            <a:endParaRPr dirty="0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14119545db0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14119545db0_0_400:notes"/>
          <p:cNvSpPr txBox="1">
            <a:spLocks noGrp="1"/>
          </p:cNvSpPr>
          <p:nvPr>
            <p:ph type="body" idx="1"/>
          </p:nvPr>
        </p:nvSpPr>
        <p:spPr>
          <a:xfrm>
            <a:off x="685800" y="44958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calculator3.py, with 1/3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2922c153d14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2922c153d14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integer{0,1,2,3,4}.py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</a:t>
            </a:r>
            <a:r>
              <a:rPr lang="en" dirty="0"/>
              <a:t>ry: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</a:t>
            </a:r>
            <a:r>
              <a:rPr lang="en" dirty="0"/>
              <a:t>xcept ValueError:</a:t>
            </a:r>
            <a:endParaRPr dirty="0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449b298dd1_2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449b298dd1_2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mario{0,1}.py</a:t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449b298dd1_2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449b298dd1_2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mario{2,3}.py</a:t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449b298dd1_2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449b298dd1_2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mario{4,5}.py</a:t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14119545db0_0_5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14119545db0_0_5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Automatic linked lists!</a:t>
            </a:r>
            <a:endParaRPr dirty="0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14119545db0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14119545db0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14119545db0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14119545db0_0_5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14119545db0_0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7" name="Google Shape;607;g14119545db0_0_5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2/scores{0,1,2}.py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3/phonebook{0,1}.py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922c153d14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2922c153d14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2922c153d14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2922c153d14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2922c153d14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2922c153d14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phonebook{2,3,4}.py</a:t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14119545db0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14119545db0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14119545db0_0_5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14119545db0_0_5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2/greet{0,1,2}.py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2/exit.py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14119545db0_0_6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14119545db0_0_6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14119545db0_0_6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14119545db0_0_6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4/phonebook{0,1,2}.py</a:t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2922c153d14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2922c153d14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install cowsay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moo{0,1}.py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install qrcode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qr.py</a:t>
            </a: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14119545db0_0_5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14119545db0_0_5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print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tring-methods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quence-types-list-tuple-range" TargetMode="Externa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len" TargetMode="External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mapping-types-dict" TargetMode="External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ys.html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sv.html" TargetMode="Externa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19475" y="1743075"/>
            <a:ext cx="2305050" cy="165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body" idx="1"/>
          </p:nvPr>
        </p:nvSpPr>
        <p:spPr>
          <a:xfrm>
            <a:off x="2608950" y="1456200"/>
            <a:ext cx="3926100" cy="22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&lt;stdio.h&gt;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main(void)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printf("hello, world\n");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3B8C6D1-AC04-0E01-A4F5-DC2E5575EDC0}"/>
                  </a:ext>
                </a:extLst>
              </p14:cNvPr>
              <p14:cNvContentPartPr/>
              <p14:nvPr/>
            </p14:nvContentPartPr>
            <p14:xfrm>
              <a:off x="2877120" y="1621800"/>
              <a:ext cx="3582360" cy="16776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3B8C6D1-AC04-0E01-A4F5-DC2E5575EDC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67760" y="1612440"/>
                <a:ext cx="3601080" cy="1696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2608950" y="1456200"/>
            <a:ext cx="3926100" cy="22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world")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3493095-D293-1F62-E3C0-541D602B4CD5}"/>
                  </a:ext>
                </a:extLst>
              </p14:cNvPr>
              <p14:cNvContentPartPr/>
              <p14:nvPr/>
            </p14:nvContentPartPr>
            <p14:xfrm>
              <a:off x="2736360" y="2281320"/>
              <a:ext cx="3155040" cy="5619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3493095-D293-1F62-E3C0-541D602B4CD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27000" y="2271960"/>
                <a:ext cx="3173760" cy="580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make 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./hello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76C7D5D-A131-E31B-D02B-C426AB9EF5F3}"/>
                  </a:ext>
                </a:extLst>
              </p14:cNvPr>
              <p14:cNvContentPartPr/>
              <p14:nvPr/>
            </p14:nvContentPartPr>
            <p14:xfrm>
              <a:off x="380520" y="2710440"/>
              <a:ext cx="1267560" cy="5688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76C7D5D-A131-E31B-D02B-C426AB9EF5F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1160" y="2701080"/>
                <a:ext cx="1286280" cy="587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clang -o hello hello.c -lcs50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./hello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python hello.py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compiled, interpreted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2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5"/>
          <p:cNvSpPr txBox="1"/>
          <p:nvPr/>
        </p:nvSpPr>
        <p:spPr>
          <a:xfrm>
            <a:off x="4724100" y="1959300"/>
            <a:ext cx="3353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printf("hello, world");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19" name="Google Shape;11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26"/>
          <p:cNvSpPr txBox="1"/>
          <p:nvPr/>
        </p:nvSpPr>
        <p:spPr>
          <a:xfrm>
            <a:off x="3657600" y="1959300"/>
            <a:ext cx="5486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printf("hello, world\n");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27" name="Google Shape;12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7"/>
          <p:cNvSpPr txBox="1"/>
          <p:nvPr/>
        </p:nvSpPr>
        <p:spPr>
          <a:xfrm>
            <a:off x="4724100" y="1959300"/>
            <a:ext cx="3353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world")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35" name="Google Shape;13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libraries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modules, packages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&lt;cs50.h&gt;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import cs50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3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33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 answer = get_string("What's your name?\n");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printf("hello, %s\n", answer);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68" name="Google Shape;16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3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34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string answer = get_string("What's your name? ");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printf("hello, %s\n", answer);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76" name="Google Shape;1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3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35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" + answer)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84" name="Google Shape;18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3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36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print("hello,", answer)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92" name="Google Shape;19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7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print(f"hello, {answer}")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00" name="Google Shape;20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38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38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answer = input("What's your name? 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print(f"hello, {answer}")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08" name="Google Shape;20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positional parameters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named parameters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docs.python.org/3/library/functions.html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uFill>
                  <a:noFill/>
                </a:uFill>
                <a:hlinkClick r:id="rId3"/>
              </a:rPr>
              <a:t>https://docs.python.org/3/library/functions.html#print</a:t>
            </a:r>
            <a:r>
              <a:rPr lang="en" sz="2800"/>
              <a:t> </a:t>
            </a:r>
            <a:endParaRPr sz="2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sep=' ',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</a:t>
            </a:r>
            <a:r>
              <a:rPr lang="en" sz="20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*objects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sep=' ',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</a:t>
            </a:r>
            <a:r>
              <a:rPr lang="en" sz="20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sep=' '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sep=' ', </a:t>
            </a:r>
            <a:r>
              <a:rPr lang="en" sz="20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end='\n'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49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int counter = 0;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66" name="Google Shape;26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5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50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counter = 0;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4" name="Google Shape;27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5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51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0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82" name="Google Shape;282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5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5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52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counter = counter + 1;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90" name="Google Shape;290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5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53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counter + 1;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98" name="Google Shape;298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5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5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54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counter + 1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06" name="Google Shape;3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5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5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55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+=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14" name="Google Shape;314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char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double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range      </a:t>
            </a:r>
            <a:r>
              <a:rPr lang="en">
                <a:solidFill>
                  <a:srgbClr val="000000"/>
                </a:solidFill>
              </a:rPr>
              <a:t>sequence of numbers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list       </a:t>
            </a:r>
            <a:r>
              <a:rPr lang="en">
                <a:solidFill>
                  <a:srgbClr val="000000"/>
                </a:solidFill>
              </a:rPr>
              <a:t>sequence of mutable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tuple      </a:t>
            </a:r>
            <a:r>
              <a:rPr lang="en">
                <a:solidFill>
                  <a:srgbClr val="000000"/>
                </a:solidFill>
              </a:rPr>
              <a:t>sequence of immutable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dict       </a:t>
            </a:r>
            <a:r>
              <a:rPr lang="en">
                <a:solidFill>
                  <a:srgbClr val="000000"/>
                </a:solidFill>
              </a:rPr>
              <a:t>collection of key-value pairs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</a:rPr>
              <a:t>collection of unique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get_char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get_double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get_long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get_float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get_int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get_float, get_int,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conditionals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6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6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66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72" name="Google Shape;372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6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67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80" name="Google Shape;380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68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68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68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88" name="Google Shape;388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6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6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69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not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96" name="Google Shape;396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7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70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not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04" name="Google Shape;404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7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7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71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not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12" name="Google Shape;412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7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72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 if (x &gt; y)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greater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equal to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0" name="Google Shape;420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7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7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73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(x &gt; y)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greater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equal to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8" name="Google Shape;428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7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7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74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elif x &gt; y: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greater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equal to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36" name="Google Shape;436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7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object-oriented programming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7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OOP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7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uFill>
                  <a:noFill/>
                </a:uFill>
                <a:hlinkClick r:id="rId3"/>
              </a:rPr>
              <a:t>docs.python.org/3/library/stdtypes.html#string-methods</a:t>
            </a:r>
            <a:r>
              <a:rPr lang="en" sz="2700"/>
              <a:t> </a:t>
            </a:r>
            <a:endParaRPr sz="27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7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loops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8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8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80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int i = 0;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while (i &lt; 3)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i++;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69" name="Google Shape;469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8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8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81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i = 0;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while (i &lt; 3)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i++;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77" name="Google Shape;477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8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2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 = 0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while i &lt; 3: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 +=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85" name="Google Shape;485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8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83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for (int i = 0; i &lt; 3; i++)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93" name="Google Shape;493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8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84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(int i = 0; i &lt; 3; i++)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1" name="Google Shape;501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8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8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85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in [0, 1, 2]: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9" name="Google Shape;509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8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8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86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in range(3):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17" name="Google Shape;517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8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8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87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_ in range(3):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25" name="Google Shape;525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8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8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89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while (true)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38" name="Google Shape;538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9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90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while (true)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46" name="Google Shape;546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9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9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91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while True: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54" name="Google Shape;554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truncation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9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floating-point imprecision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9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exceptions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Google Shape;579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4" name="Google Shape;584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9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list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uFill>
                  <a:noFill/>
                </a:uFill>
                <a:hlinkClick r:id="rId3"/>
              </a:rPr>
              <a:t>docs.python.org/3/library/stdtypes.html#sequence-types-list-tuple-range</a:t>
            </a:r>
            <a:r>
              <a:rPr lang="en" sz="2000"/>
              <a:t> </a:t>
            </a:r>
            <a:endParaRPr sz="200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10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len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uFill>
                  <a:noFill/>
                </a:uFill>
                <a:hlinkClick r:id="rId3"/>
              </a:rPr>
              <a:t>docs.python.org/3/library/functions.html#len</a:t>
            </a:r>
            <a:r>
              <a:rPr lang="en" sz="3400"/>
              <a:t> </a:t>
            </a:r>
            <a:endParaRPr sz="340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dict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9" name="Google Shape;619;p104"/>
          <p:cNvGraphicFramePr/>
          <p:nvPr/>
        </p:nvGraphicFramePr>
        <p:xfrm>
          <a:off x="952500" y="895375"/>
          <a:ext cx="7239000" cy="3505140"/>
        </p:xfrm>
        <a:graphic>
          <a:graphicData uri="http://schemas.openxmlformats.org/drawingml/2006/table">
            <a:tbl>
              <a:tblPr>
                <a:noFill/>
                <a:tableStyleId>{2399FDDA-3427-4A96-9282-C388DB153586}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key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value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0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uFill>
                  <a:noFill/>
                </a:uFill>
                <a:hlinkClick r:id="rId3"/>
              </a:rPr>
              <a:t>docs.python.org/3/library/stdtypes.html#mapping-types-dict</a:t>
            </a:r>
            <a:endParaRPr sz="250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0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sys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docs.python.org/3/library/sys.html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csv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docs.python.org/3/library/csv.html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pip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57470-869F-3131-BECA-F5A378ABE6C9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1801</Words>
  <Application>Microsoft Office PowerPoint</Application>
  <PresentationFormat>On-screen Show (16:9)</PresentationFormat>
  <Paragraphs>302</Paragraphs>
  <Slides>94</Slides>
  <Notes>94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7" baseType="lpstr">
      <vt:lpstr>Arial</vt:lpstr>
      <vt:lpstr>Consolas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compiled, interpreted</vt:lpstr>
      <vt:lpstr>functions</vt:lpstr>
      <vt:lpstr>PowerPoint Presentation</vt:lpstr>
      <vt:lpstr>PowerPoint Presentation</vt:lpstr>
      <vt:lpstr>PowerPoint Presentation</vt:lpstr>
      <vt:lpstr>PowerPoint Presentation</vt:lpstr>
      <vt:lpstr>libraries</vt:lpstr>
      <vt:lpstr>modules, packages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positional parameters</vt:lpstr>
      <vt:lpstr>named parameters</vt:lpstr>
      <vt:lpstr>docs.python.org</vt:lpstr>
      <vt:lpstr>docs.python.org/3/library/functions.html </vt:lpstr>
      <vt:lpstr>https://docs.python.org/3/library/functions.html#print </vt:lpstr>
      <vt:lpstr>print(*objects, sep=' ', end='\n', file=None, flush=False)</vt:lpstr>
      <vt:lpstr>print(*objects, sep=' ', end='\n', file=None, flush=False)</vt:lpstr>
      <vt:lpstr>print(*objects, sep=' ', end='\n', file=None, flush=False)</vt:lpstr>
      <vt:lpstr>print(*objects, sep=' ', end='\n', file=None, flush=False)</vt:lpstr>
      <vt:lpstr>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types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conditionals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</vt:lpstr>
      <vt:lpstr>object-oriented programming</vt:lpstr>
      <vt:lpstr>OOP</vt:lpstr>
      <vt:lpstr>docs.python.org/3/library/stdtypes.html#string-methods </vt:lpstr>
      <vt:lpstr>loops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truncation</vt:lpstr>
      <vt:lpstr>floating-point imprecision</vt:lpstr>
      <vt:lpstr>exceptions</vt:lpstr>
      <vt:lpstr>PowerPoint Presentation</vt:lpstr>
      <vt:lpstr>PowerPoint Presentation</vt:lpstr>
      <vt:lpstr>PowerPoint Presentation</vt:lpstr>
      <vt:lpstr>list</vt:lpstr>
      <vt:lpstr>docs.python.org/3/library/stdtypes.html#sequence-types-list-tuple-range </vt:lpstr>
      <vt:lpstr>len</vt:lpstr>
      <vt:lpstr>docs.python.org/3/library/functions.html#len </vt:lpstr>
      <vt:lpstr>dict</vt:lpstr>
      <vt:lpstr>PowerPoint Presentation</vt:lpstr>
      <vt:lpstr>docs.python.org/3/library/stdtypes.html#mapping-types-dict</vt:lpstr>
      <vt:lpstr>sys</vt:lpstr>
      <vt:lpstr>docs.python.org/3/library/sys.html </vt:lpstr>
      <vt:lpstr>csv</vt:lpstr>
      <vt:lpstr>docs.python.org/3/library/csv.html </vt:lpstr>
      <vt:lpstr>pip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10</cp:revision>
  <dcterms:modified xsi:type="dcterms:W3CDTF">2025-11-07T15:26:59Z</dcterms:modified>
</cp:coreProperties>
</file>
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0.xml" ContentType="application/vnd.openxmlformats-officedocument.presentationml.slide+xml"/>
  <Override PartName="/ppt/slides/slide111.xml" ContentType="application/vnd.openxmlformats-officedocument.presentationml.slide+xml"/>
  <Override PartName="/ppt/slides/slide112.xml" ContentType="application/vnd.openxmlformats-officedocument.presentationml.slide+xml"/>
  <Override PartName="/ppt/slides/slide113.xml" ContentType="application/vnd.openxmlformats-officedocument.presentationml.slide+xml"/>
  <Override PartName="/ppt/slides/slide1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71.xml" ContentType="application/vnd.openxmlformats-officedocument.presentationml.notesSlide+xml"/>
  <Override PartName="/ppt/notesSlides/notesSlide72.xml" ContentType="application/vnd.openxmlformats-officedocument.presentationml.notesSlide+xml"/>
  <Override PartName="/ppt/notesSlides/notesSlide73.xml" ContentType="application/vnd.openxmlformats-officedocument.presentationml.notesSlide+xml"/>
  <Override PartName="/ppt/notesSlides/notesSlide74.xml" ContentType="application/vnd.openxmlformats-officedocument.presentationml.notesSlide+xml"/>
  <Override PartName="/ppt/notesSlides/notesSlide75.xml" ContentType="application/vnd.openxmlformats-officedocument.presentationml.notesSlide+xml"/>
  <Override PartName="/ppt/notesSlides/notesSlide76.xml" ContentType="application/vnd.openxmlformats-officedocument.presentationml.notesSlide+xml"/>
  <Override PartName="/ppt/notesSlides/notesSlide77.xml" ContentType="application/vnd.openxmlformats-officedocument.presentationml.notesSlide+xml"/>
  <Override PartName="/ppt/notesSlides/notesSlide78.xml" ContentType="application/vnd.openxmlformats-officedocument.presentationml.notesSlide+xml"/>
  <Override PartName="/ppt/notesSlides/notesSlide79.xml" ContentType="application/vnd.openxmlformats-officedocument.presentationml.notesSlide+xml"/>
  <Override PartName="/ppt/notesSlides/notesSlide80.xml" ContentType="application/vnd.openxmlformats-officedocument.presentationml.notesSlide+xml"/>
  <Override PartName="/ppt/notesSlides/notesSlide81.xml" ContentType="application/vnd.openxmlformats-officedocument.presentationml.notesSlide+xml"/>
  <Override PartName="/ppt/notesSlides/notesSlide82.xml" ContentType="application/vnd.openxmlformats-officedocument.presentationml.notesSlide+xml"/>
  <Override PartName="/ppt/notesSlides/notesSlide83.xml" ContentType="application/vnd.openxmlformats-officedocument.presentationml.notesSlide+xml"/>
  <Override PartName="/ppt/notesSlides/notesSlide84.xml" ContentType="application/vnd.openxmlformats-officedocument.presentationml.notesSlide+xml"/>
  <Override PartName="/ppt/notesSlides/notesSlide85.xml" ContentType="application/vnd.openxmlformats-officedocument.presentationml.notesSlide+xml"/>
  <Override PartName="/ppt/notesSlides/notesSlide86.xml" ContentType="application/vnd.openxmlformats-officedocument.presentationml.notesSlide+xml"/>
  <Override PartName="/ppt/notesSlides/notesSlide87.xml" ContentType="application/vnd.openxmlformats-officedocument.presentationml.notesSlide+xml"/>
  <Override PartName="/ppt/notesSlides/notesSlide88.xml" ContentType="application/vnd.openxmlformats-officedocument.presentationml.notesSlide+xml"/>
  <Override PartName="/ppt/notesSlides/notesSlide89.xml" ContentType="application/vnd.openxmlformats-officedocument.presentationml.notesSlide+xml"/>
  <Override PartName="/ppt/notesSlides/notesSlide90.xml" ContentType="application/vnd.openxmlformats-officedocument.presentationml.notesSlide+xml"/>
  <Override PartName="/ppt/notesSlides/notesSlide91.xml" ContentType="application/vnd.openxmlformats-officedocument.presentationml.notesSlide+xml"/>
  <Override PartName="/ppt/notesSlides/notesSlide92.xml" ContentType="application/vnd.openxmlformats-officedocument.presentationml.notesSlide+xml"/>
  <Override PartName="/ppt/notesSlides/notesSlide93.xml" ContentType="application/vnd.openxmlformats-officedocument.presentationml.notesSlide+xml"/>
  <Override PartName="/ppt/notesSlides/notesSlide94.xml" ContentType="application/vnd.openxmlformats-officedocument.presentationml.notesSlide+xml"/>
  <Override PartName="/ppt/notesSlides/notesSlide95.xml" ContentType="application/vnd.openxmlformats-officedocument.presentationml.notesSlide+xml"/>
  <Override PartName="/ppt/notesSlides/notesSlide96.xml" ContentType="application/vnd.openxmlformats-officedocument.presentationml.notesSlide+xml"/>
  <Override PartName="/ppt/notesSlides/notesSlide97.xml" ContentType="application/vnd.openxmlformats-officedocument.presentationml.notesSlide+xml"/>
  <Override PartName="/ppt/notesSlides/notesSlide98.xml" ContentType="application/vnd.openxmlformats-officedocument.presentationml.notesSlide+xml"/>
  <Override PartName="/ppt/notesSlides/notesSlide99.xml" ContentType="application/vnd.openxmlformats-officedocument.presentationml.notesSlide+xml"/>
  <Override PartName="/ppt/notesSlides/notesSlide100.xml" ContentType="application/vnd.openxmlformats-officedocument.presentationml.notesSlide+xml"/>
  <Override PartName="/ppt/notesSlides/notesSlide101.xml" ContentType="application/vnd.openxmlformats-officedocument.presentationml.notesSlide+xml"/>
  <Override PartName="/ppt/notesSlides/notesSlide102.xml" ContentType="application/vnd.openxmlformats-officedocument.presentationml.notesSlide+xml"/>
  <Override PartName="/ppt/notesSlides/notesSlide103.xml" ContentType="application/vnd.openxmlformats-officedocument.presentationml.notesSlide+xml"/>
  <Override PartName="/ppt/notesSlides/notesSlide104.xml" ContentType="application/vnd.openxmlformats-officedocument.presentationml.notesSlide+xml"/>
  <Override PartName="/ppt/notesSlides/notesSlide105.xml" ContentType="application/vnd.openxmlformats-officedocument.presentationml.notesSlide+xml"/>
  <Override PartName="/ppt/notesSlides/notesSlide106.xml" ContentType="application/vnd.openxmlformats-officedocument.presentationml.notesSlide+xml"/>
  <Override PartName="/ppt/notesSlides/notesSlide107.xml" ContentType="application/vnd.openxmlformats-officedocument.presentationml.notesSlide+xml"/>
  <Override PartName="/ppt/notesSlides/notesSlide108.xml" ContentType="application/vnd.openxmlformats-officedocument.presentationml.notesSlide+xml"/>
  <Override PartName="/ppt/notesSlides/notesSlide109.xml" ContentType="application/vnd.openxmlformats-officedocument.presentationml.notesSlide+xml"/>
  <Override PartName="/ppt/notesSlides/notesSlide110.xml" ContentType="application/vnd.openxmlformats-officedocument.presentationml.notesSlide+xml"/>
  <Override PartName="/ppt/notesSlides/notesSlide111.xml" ContentType="application/vnd.openxmlformats-officedocument.presentationml.notesSlide+xml"/>
  <Override PartName="/ppt/notesSlides/notesSlide112.xml" ContentType="application/vnd.openxmlformats-officedocument.presentationml.notesSlide+xml"/>
  <Override PartName="/ppt/notesSlides/notesSlide113.xml" ContentType="application/vnd.openxmlformats-officedocument.presentationml.notesSlide+xml"/>
  <Override PartName="/ppt/notesSlides/notesSlide1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59" r:id="rId1"/>
  </p:sldMasterIdLst>
  <p:notesMasterIdLst>
    <p:notesMasterId r:id="rId116"/>
  </p:notesMasterIdLst>
  <p:sldIdLst>
    <p:sldId id="258" r:id="rId2"/>
    <p:sldId id="259" r:id="rId3"/>
    <p:sldId id="260" r:id="rId4"/>
    <p:sldId id="261" r:id="rId5"/>
    <p:sldId id="262" r:id="rId6"/>
    <p:sldId id="263" r:id="rId7"/>
    <p:sldId id="264" r:id="rId8"/>
    <p:sldId id="265" r:id="rId9"/>
    <p:sldId id="266" r:id="rId10"/>
    <p:sldId id="267" r:id="rId11"/>
    <p:sldId id="268" r:id="rId12"/>
    <p:sldId id="269" r:id="rId13"/>
    <p:sldId id="270" r:id="rId14"/>
    <p:sldId id="271" r:id="rId15"/>
    <p:sldId id="272" r:id="rId16"/>
    <p:sldId id="273" r:id="rId17"/>
    <p:sldId id="274" r:id="rId18"/>
    <p:sldId id="275" r:id="rId19"/>
    <p:sldId id="276" r:id="rId20"/>
    <p:sldId id="277" r:id="rId21"/>
    <p:sldId id="278" r:id="rId22"/>
    <p:sldId id="279" r:id="rId23"/>
    <p:sldId id="280" r:id="rId24"/>
    <p:sldId id="281" r:id="rId25"/>
    <p:sldId id="282" r:id="rId26"/>
    <p:sldId id="283" r:id="rId27"/>
    <p:sldId id="284" r:id="rId28"/>
    <p:sldId id="285" r:id="rId29"/>
    <p:sldId id="286" r:id="rId30"/>
    <p:sldId id="287" r:id="rId31"/>
    <p:sldId id="288" r:id="rId32"/>
    <p:sldId id="289" r:id="rId33"/>
    <p:sldId id="290" r:id="rId34"/>
    <p:sldId id="291" r:id="rId35"/>
    <p:sldId id="292" r:id="rId36"/>
    <p:sldId id="293" r:id="rId37"/>
    <p:sldId id="294" r:id="rId38"/>
    <p:sldId id="295" r:id="rId39"/>
    <p:sldId id="296" r:id="rId40"/>
    <p:sldId id="297" r:id="rId41"/>
    <p:sldId id="298" r:id="rId42"/>
    <p:sldId id="299" r:id="rId43"/>
    <p:sldId id="300" r:id="rId44"/>
    <p:sldId id="301" r:id="rId45"/>
    <p:sldId id="302" r:id="rId46"/>
    <p:sldId id="303" r:id="rId47"/>
    <p:sldId id="304" r:id="rId48"/>
    <p:sldId id="305" r:id="rId49"/>
    <p:sldId id="306" r:id="rId50"/>
    <p:sldId id="307" r:id="rId51"/>
    <p:sldId id="308" r:id="rId52"/>
    <p:sldId id="309" r:id="rId53"/>
    <p:sldId id="310" r:id="rId54"/>
    <p:sldId id="311" r:id="rId55"/>
    <p:sldId id="312" r:id="rId56"/>
    <p:sldId id="313" r:id="rId57"/>
    <p:sldId id="314" r:id="rId58"/>
    <p:sldId id="315" r:id="rId59"/>
    <p:sldId id="316" r:id="rId60"/>
    <p:sldId id="317" r:id="rId61"/>
    <p:sldId id="318" r:id="rId62"/>
    <p:sldId id="319" r:id="rId63"/>
    <p:sldId id="320" r:id="rId64"/>
    <p:sldId id="321" r:id="rId65"/>
    <p:sldId id="322" r:id="rId66"/>
    <p:sldId id="323" r:id="rId67"/>
    <p:sldId id="324" r:id="rId68"/>
    <p:sldId id="325" r:id="rId69"/>
    <p:sldId id="326" r:id="rId70"/>
    <p:sldId id="327" r:id="rId71"/>
    <p:sldId id="328" r:id="rId72"/>
    <p:sldId id="329" r:id="rId73"/>
    <p:sldId id="330" r:id="rId74"/>
    <p:sldId id="331" r:id="rId75"/>
    <p:sldId id="332" r:id="rId76"/>
    <p:sldId id="333" r:id="rId77"/>
    <p:sldId id="334" r:id="rId78"/>
    <p:sldId id="335" r:id="rId79"/>
    <p:sldId id="336" r:id="rId80"/>
    <p:sldId id="337" r:id="rId81"/>
    <p:sldId id="338" r:id="rId82"/>
    <p:sldId id="339" r:id="rId83"/>
    <p:sldId id="340" r:id="rId84"/>
    <p:sldId id="341" r:id="rId85"/>
    <p:sldId id="342" r:id="rId86"/>
    <p:sldId id="343" r:id="rId87"/>
    <p:sldId id="344" r:id="rId88"/>
    <p:sldId id="345" r:id="rId89"/>
    <p:sldId id="346" r:id="rId90"/>
    <p:sldId id="347" r:id="rId91"/>
    <p:sldId id="348" r:id="rId92"/>
    <p:sldId id="349" r:id="rId93"/>
    <p:sldId id="350" r:id="rId94"/>
    <p:sldId id="351" r:id="rId95"/>
    <p:sldId id="352" r:id="rId96"/>
    <p:sldId id="353" r:id="rId97"/>
    <p:sldId id="354" r:id="rId98"/>
    <p:sldId id="355" r:id="rId99"/>
    <p:sldId id="356" r:id="rId100"/>
    <p:sldId id="357" r:id="rId101"/>
    <p:sldId id="358" r:id="rId102"/>
    <p:sldId id="359" r:id="rId103"/>
    <p:sldId id="360" r:id="rId104"/>
    <p:sldId id="361" r:id="rId105"/>
    <p:sldId id="362" r:id="rId106"/>
    <p:sldId id="363" r:id="rId107"/>
    <p:sldId id="364" r:id="rId108"/>
    <p:sldId id="365" r:id="rId109"/>
    <p:sldId id="366" r:id="rId110"/>
    <p:sldId id="367" r:id="rId111"/>
    <p:sldId id="368" r:id="rId112"/>
    <p:sldId id="369" r:id="rId113"/>
    <p:sldId id="370" r:id="rId114"/>
    <p:sldId id="371" r:id="rId115"/>
  </p:sldIdLst>
  <p:sldSz cx="9144000" cy="5143500" type="screen16x9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06A4BCCF-0DE0-4FDB-AC61-5763732B5E8D}">
  <a:tblStyle styleId="{06A4BCCF-0DE0-4FDB-AC61-5763732B5E8D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46" d="100"/>
          <a:sy n="146" d="100"/>
        </p:scale>
        <p:origin x="594" y="114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117" Type="http://schemas.openxmlformats.org/officeDocument/2006/relationships/presProps" Target="presProps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84" Type="http://schemas.openxmlformats.org/officeDocument/2006/relationships/slide" Target="slides/slide83.xml"/><Relationship Id="rId89" Type="http://schemas.openxmlformats.org/officeDocument/2006/relationships/slide" Target="slides/slide88.xml"/><Relationship Id="rId112" Type="http://schemas.openxmlformats.org/officeDocument/2006/relationships/slide" Target="slides/slide111.xml"/><Relationship Id="rId16" Type="http://schemas.openxmlformats.org/officeDocument/2006/relationships/slide" Target="slides/slide15.xml"/><Relationship Id="rId107" Type="http://schemas.openxmlformats.org/officeDocument/2006/relationships/slide" Target="slides/slide106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102" Type="http://schemas.openxmlformats.org/officeDocument/2006/relationships/slide" Target="slides/slide101.xml"/><Relationship Id="rId5" Type="http://schemas.openxmlformats.org/officeDocument/2006/relationships/slide" Target="slides/slide4.xml"/><Relationship Id="rId90" Type="http://schemas.openxmlformats.org/officeDocument/2006/relationships/slide" Target="slides/slide89.xml"/><Relationship Id="rId95" Type="http://schemas.openxmlformats.org/officeDocument/2006/relationships/slide" Target="slides/slide94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113" Type="http://schemas.openxmlformats.org/officeDocument/2006/relationships/slide" Target="slides/slide112.xml"/><Relationship Id="rId118" Type="http://schemas.openxmlformats.org/officeDocument/2006/relationships/viewProps" Target="viewProps.xml"/><Relationship Id="rId80" Type="http://schemas.openxmlformats.org/officeDocument/2006/relationships/slide" Target="slides/slide79.xml"/><Relationship Id="rId85" Type="http://schemas.openxmlformats.org/officeDocument/2006/relationships/slide" Target="slides/slide84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59" Type="http://schemas.openxmlformats.org/officeDocument/2006/relationships/slide" Target="slides/slide58.xml"/><Relationship Id="rId103" Type="http://schemas.openxmlformats.org/officeDocument/2006/relationships/slide" Target="slides/slide102.xml"/><Relationship Id="rId108" Type="http://schemas.openxmlformats.org/officeDocument/2006/relationships/slide" Target="slides/slide107.xml"/><Relationship Id="rId54" Type="http://schemas.openxmlformats.org/officeDocument/2006/relationships/slide" Target="slides/slide53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91" Type="http://schemas.openxmlformats.org/officeDocument/2006/relationships/slide" Target="slides/slide90.xml"/><Relationship Id="rId96" Type="http://schemas.openxmlformats.org/officeDocument/2006/relationships/slide" Target="slides/slide95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49" Type="http://schemas.openxmlformats.org/officeDocument/2006/relationships/slide" Target="slides/slide48.xml"/><Relationship Id="rId114" Type="http://schemas.openxmlformats.org/officeDocument/2006/relationships/slide" Target="slides/slide113.xml"/><Relationship Id="rId119" Type="http://schemas.openxmlformats.org/officeDocument/2006/relationships/theme" Target="theme/theme1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81" Type="http://schemas.openxmlformats.org/officeDocument/2006/relationships/slide" Target="slides/slide80.xml"/><Relationship Id="rId86" Type="http://schemas.openxmlformats.org/officeDocument/2006/relationships/slide" Target="slides/slide85.xml"/><Relationship Id="rId94" Type="http://schemas.openxmlformats.org/officeDocument/2006/relationships/slide" Target="slides/slide93.xml"/><Relationship Id="rId99" Type="http://schemas.openxmlformats.org/officeDocument/2006/relationships/slide" Target="slides/slide98.xml"/><Relationship Id="rId101" Type="http://schemas.openxmlformats.org/officeDocument/2006/relationships/slide" Target="slides/slide10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109" Type="http://schemas.openxmlformats.org/officeDocument/2006/relationships/slide" Target="slides/slide10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97" Type="http://schemas.openxmlformats.org/officeDocument/2006/relationships/slide" Target="slides/slide96.xml"/><Relationship Id="rId104" Type="http://schemas.openxmlformats.org/officeDocument/2006/relationships/slide" Target="slides/slide103.xml"/><Relationship Id="rId120" Type="http://schemas.openxmlformats.org/officeDocument/2006/relationships/tableStyles" Target="tableStyles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92" Type="http://schemas.openxmlformats.org/officeDocument/2006/relationships/slide" Target="slides/slide91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87" Type="http://schemas.openxmlformats.org/officeDocument/2006/relationships/slide" Target="slides/slide86.xml"/><Relationship Id="rId110" Type="http://schemas.openxmlformats.org/officeDocument/2006/relationships/slide" Target="slides/slide109.xml"/><Relationship Id="rId115" Type="http://schemas.openxmlformats.org/officeDocument/2006/relationships/slide" Target="slides/slide114.xml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56" Type="http://schemas.openxmlformats.org/officeDocument/2006/relationships/slide" Target="slides/slide55.xml"/><Relationship Id="rId77" Type="http://schemas.openxmlformats.org/officeDocument/2006/relationships/slide" Target="slides/slide76.xml"/><Relationship Id="rId100" Type="http://schemas.openxmlformats.org/officeDocument/2006/relationships/slide" Target="slides/slide99.xml"/><Relationship Id="rId105" Type="http://schemas.openxmlformats.org/officeDocument/2006/relationships/slide" Target="slides/slide104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93" Type="http://schemas.openxmlformats.org/officeDocument/2006/relationships/slide" Target="slides/slide92.xml"/><Relationship Id="rId98" Type="http://schemas.openxmlformats.org/officeDocument/2006/relationships/slide" Target="slides/slide97.xml"/><Relationship Id="rId3" Type="http://schemas.openxmlformats.org/officeDocument/2006/relationships/slide" Target="slides/slide2.xml"/><Relationship Id="rId25" Type="http://schemas.openxmlformats.org/officeDocument/2006/relationships/slide" Target="slides/slide24.xml"/><Relationship Id="rId46" Type="http://schemas.openxmlformats.org/officeDocument/2006/relationships/slide" Target="slides/slide45.xml"/><Relationship Id="rId67" Type="http://schemas.openxmlformats.org/officeDocument/2006/relationships/slide" Target="slides/slide66.xml"/><Relationship Id="rId116" Type="http://schemas.openxmlformats.org/officeDocument/2006/relationships/notesMaster" Target="notesMasters/notesMaster1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62" Type="http://schemas.openxmlformats.org/officeDocument/2006/relationships/slide" Target="slides/slide61.xml"/><Relationship Id="rId83" Type="http://schemas.openxmlformats.org/officeDocument/2006/relationships/slide" Target="slides/slide82.xml"/><Relationship Id="rId88" Type="http://schemas.openxmlformats.org/officeDocument/2006/relationships/slide" Target="slides/slide87.xml"/><Relationship Id="rId111" Type="http://schemas.openxmlformats.org/officeDocument/2006/relationships/slide" Target="slides/slide110.xml"/><Relationship Id="rId15" Type="http://schemas.openxmlformats.org/officeDocument/2006/relationships/slide" Target="slides/slide14.xml"/><Relationship Id="rId36" Type="http://schemas.openxmlformats.org/officeDocument/2006/relationships/slide" Target="slides/slide35.xml"/><Relationship Id="rId57" Type="http://schemas.openxmlformats.org/officeDocument/2006/relationships/slide" Target="slides/slide56.xml"/><Relationship Id="rId106" Type="http://schemas.openxmlformats.org/officeDocument/2006/relationships/slide" Target="slides/slide105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3" Type="http://schemas.openxmlformats.org/officeDocument/2006/relationships/hyperlink" Target="http://mercury.lcs.mit.edu/~jnc/tech/arpageo.html" TargetMode="External"/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3" Type="http://schemas.openxmlformats.org/officeDocument/2006/relationships/hyperlink" Target="http://mercury.lcs.mit.edu/~jnc/tech/arpageo.html" TargetMode="External"/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youtube.com/watch?v=cUJlRNRguAM" TargetMode="External"/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3" Type="http://schemas.openxmlformats.org/officeDocument/2006/relationships/hyperlink" Target="https://datatracker.ietf.org/doc/html/rfc791" TargetMode="External"/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ietf.org/rfc/rfc793.txt" TargetMode="External"/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9.xml"/><Relationship Id="rId1" Type="http://schemas.openxmlformats.org/officeDocument/2006/relationships/notesMaster" Target="../notesMasters/notesMaster1.xml"/></Relationships>
</file>

<file path=ppt/notesSlides/_rels/notesSlide6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0.xml"/><Relationship Id="rId1" Type="http://schemas.openxmlformats.org/officeDocument/2006/relationships/notesMaster" Target="../notesMasters/notesMaster1.xml"/></Relationships>
</file>

<file path=ppt/notesSlides/_rels/notesSlide6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1.xml"/><Relationship Id="rId1" Type="http://schemas.openxmlformats.org/officeDocument/2006/relationships/notesMaster" Target="../notesMasters/notesMaster1.xml"/></Relationships>
</file>

<file path=ppt/notesSlides/_rels/notesSlide6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2.xml"/><Relationship Id="rId1" Type="http://schemas.openxmlformats.org/officeDocument/2006/relationships/notesMaster" Target="../notesMasters/notesMaster1.xml"/></Relationships>
</file>

<file path=ppt/notesSlides/_rels/notesSlide63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google.com/search?q=cats" TargetMode="External"/><Relationship Id="rId2" Type="http://schemas.openxmlformats.org/officeDocument/2006/relationships/slide" Target="../slides/slide63.xml"/><Relationship Id="rId1" Type="http://schemas.openxmlformats.org/officeDocument/2006/relationships/notesMaster" Target="../notesMasters/notesMaster1.xml"/></Relationships>
</file>

<file path=ppt/notesSlides/_rels/notesSlide6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4.xml"/><Relationship Id="rId1" Type="http://schemas.openxmlformats.org/officeDocument/2006/relationships/notesMaster" Target="../notesMasters/notesMaster1.xml"/></Relationships>
</file>

<file path=ppt/notesSlides/_rels/notesSlide6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5.xml"/><Relationship Id="rId1" Type="http://schemas.openxmlformats.org/officeDocument/2006/relationships/notesMaster" Target="../notesMasters/notesMaster1.xml"/></Relationships>
</file>

<file path=ppt/notesSlides/_rels/notesSlide6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6.xml"/><Relationship Id="rId1" Type="http://schemas.openxmlformats.org/officeDocument/2006/relationships/notesMaster" Target="../notesMasters/notesMaster1.xml"/></Relationships>
</file>

<file path=ppt/notesSlides/_rels/notesSlide67.xml.rels><?xml version="1.0" encoding="UTF-8" standalone="yes"?>
<Relationships xmlns="http://schemas.openxmlformats.org/package/2006/relationships"><Relationship Id="rId3" Type="http://schemas.openxmlformats.org/officeDocument/2006/relationships/hyperlink" Target="https://developer.mozilla.org/en-US/docs/Web/JavaScript/Guide/Regular_expressions" TargetMode="External"/><Relationship Id="rId2" Type="http://schemas.openxmlformats.org/officeDocument/2006/relationships/slide" Target="../slides/slide67.xml"/><Relationship Id="rId1" Type="http://schemas.openxmlformats.org/officeDocument/2006/relationships/notesMaster" Target="../notesMasters/notesMaster1.xml"/></Relationships>
</file>

<file path=ppt/notesSlides/_rels/notesSlide68.xml.rels><?xml version="1.0" encoding="UTF-8" standalone="yes"?>
<Relationships xmlns="http://schemas.openxmlformats.org/package/2006/relationships"><Relationship Id="rId3" Type="http://schemas.openxmlformats.org/officeDocument/2006/relationships/hyperlink" Target="https://developer.mozilla.org/en-US/docs/Web/JavaScript/Guide/Regular_expressions" TargetMode="External"/><Relationship Id="rId2" Type="http://schemas.openxmlformats.org/officeDocument/2006/relationships/slide" Target="../slides/slide68.xml"/><Relationship Id="rId1" Type="http://schemas.openxmlformats.org/officeDocument/2006/relationships/notesMaster" Target="../notesMasters/notesMaster1.xml"/></Relationships>
</file>

<file path=ppt/notesSlides/_rels/notesSlide69.xml.rels><?xml version="1.0" encoding="UTF-8" standalone="yes"?>
<Relationships xmlns="http://schemas.openxmlformats.org/package/2006/relationships"><Relationship Id="rId3" Type="http://schemas.openxmlformats.org/officeDocument/2006/relationships/hyperlink" Target="https://html.spec.whatwg.org/multipage/input.html#valid-e-mail-address" TargetMode="External"/><Relationship Id="rId2" Type="http://schemas.openxmlformats.org/officeDocument/2006/relationships/slide" Target="../slides/slide69.xml"/><Relationship Id="rId1" Type="http://schemas.openxmlformats.org/officeDocument/2006/relationships/notesMaster" Target="../notesMasters/notesMaster1.xml"/></Relationships>
</file>

<file path=ppt/notesSlides/_rels/notesSlide7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0.xml"/><Relationship Id="rId1" Type="http://schemas.openxmlformats.org/officeDocument/2006/relationships/notesMaster" Target="../notesMasters/notesMaster1.xml"/></Relationships>
</file>

<file path=ppt/notesSlides/_rels/notesSlide7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1.xml"/><Relationship Id="rId1" Type="http://schemas.openxmlformats.org/officeDocument/2006/relationships/notesMaster" Target="../notesMasters/notesMaster1.xml"/></Relationships>
</file>

<file path=ppt/notesSlides/_rels/notesSlide7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2.xml"/><Relationship Id="rId1" Type="http://schemas.openxmlformats.org/officeDocument/2006/relationships/notesMaster" Target="../notesMasters/notesMaster1.xml"/></Relationships>
</file>

<file path=ppt/notesSlides/_rels/notesSlide7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3.xml"/><Relationship Id="rId1" Type="http://schemas.openxmlformats.org/officeDocument/2006/relationships/notesMaster" Target="../notesMasters/notesMaster1.xml"/></Relationships>
</file>

<file path=ppt/notesSlides/_rels/notesSlide74.xml.rels><?xml version="1.0" encoding="UTF-8" standalone="yes"?>
<Relationships xmlns="http://schemas.openxmlformats.org/package/2006/relationships"><Relationship Id="rId3" Type="http://schemas.openxmlformats.org/officeDocument/2006/relationships/hyperlink" Target="https://developer.mozilla.org/en-US/docs/Web/CSS/CSS_Selectors" TargetMode="External"/><Relationship Id="rId2" Type="http://schemas.openxmlformats.org/officeDocument/2006/relationships/slide" Target="../slides/slide74.xml"/><Relationship Id="rId1" Type="http://schemas.openxmlformats.org/officeDocument/2006/relationships/notesMaster" Target="../notesMasters/notesMaster1.xml"/></Relationships>
</file>

<file path=ppt/notesSlides/_rels/notesSlide7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5.xml"/><Relationship Id="rId1" Type="http://schemas.openxmlformats.org/officeDocument/2006/relationships/notesMaster" Target="../notesMasters/notesMaster1.xml"/></Relationships>
</file>

<file path=ppt/notesSlides/_rels/notesSlide7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6.xml"/><Relationship Id="rId1" Type="http://schemas.openxmlformats.org/officeDocument/2006/relationships/notesMaster" Target="../notesMasters/notesMaster1.xml"/></Relationships>
</file>

<file path=ppt/notesSlides/_rels/notesSlide7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7.xml"/><Relationship Id="rId1" Type="http://schemas.openxmlformats.org/officeDocument/2006/relationships/notesMaster" Target="../notesMasters/notesMaster1.xml"/></Relationships>
</file>

<file path=ppt/notesSlides/_rels/notesSlide7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8.xml"/><Relationship Id="rId1" Type="http://schemas.openxmlformats.org/officeDocument/2006/relationships/notesMaster" Target="../notesMasters/notesMaster1.xml"/></Relationships>
</file>

<file path=ppt/notesSlides/_rels/notesSlide7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9.xml"/><Relationship Id="rId1" Type="http://schemas.openxmlformats.org/officeDocument/2006/relationships/notesMaster" Target="../notesMasters/notesMaster1.xml"/></Relationships>
</file>

<file path=ppt/notesSlides/_rels/notesSlide8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0.xml"/><Relationship Id="rId1" Type="http://schemas.openxmlformats.org/officeDocument/2006/relationships/notesMaster" Target="../notesMasters/notesMaster1.xml"/></Relationships>
</file>

<file path=ppt/notesSlides/_rels/notesSlide81.xml.rels><?xml version="1.0" encoding="UTF-8" standalone="yes"?>
<Relationships xmlns="http://schemas.openxmlformats.org/package/2006/relationships"><Relationship Id="rId3" Type="http://schemas.openxmlformats.org/officeDocument/2006/relationships/hyperlink" Target="https://getbootstrap.com/" TargetMode="External"/><Relationship Id="rId2" Type="http://schemas.openxmlformats.org/officeDocument/2006/relationships/slide" Target="../slides/slide81.xml"/><Relationship Id="rId1" Type="http://schemas.openxmlformats.org/officeDocument/2006/relationships/notesMaster" Target="../notesMasters/notesMaster1.xml"/></Relationships>
</file>

<file path=ppt/notesSlides/_rels/notesSlide8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2.xml"/><Relationship Id="rId1" Type="http://schemas.openxmlformats.org/officeDocument/2006/relationships/notesMaster" Target="../notesMasters/notesMaster1.xml"/></Relationships>
</file>

<file path=ppt/notesSlides/_rels/notesSlide8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3.xml"/><Relationship Id="rId1" Type="http://schemas.openxmlformats.org/officeDocument/2006/relationships/notesMaster" Target="../notesMasters/notesMaster1.xml"/></Relationships>
</file>

<file path=ppt/notesSlides/_rels/notesSlide8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4.xml"/><Relationship Id="rId1" Type="http://schemas.openxmlformats.org/officeDocument/2006/relationships/notesMaster" Target="../notesMasters/notesMaster1.xml"/></Relationships>
</file>

<file path=ppt/notesSlides/_rels/notesSlide8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5.xml"/><Relationship Id="rId1" Type="http://schemas.openxmlformats.org/officeDocument/2006/relationships/notesMaster" Target="../notesMasters/notesMaster1.xml"/></Relationships>
</file>

<file path=ppt/notesSlides/_rels/notesSlide8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6.xml"/><Relationship Id="rId1" Type="http://schemas.openxmlformats.org/officeDocument/2006/relationships/notesMaster" Target="../notesMasters/notesMaster1.xml"/></Relationships>
</file>

<file path=ppt/notesSlides/_rels/notesSlide8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7.xml"/><Relationship Id="rId1" Type="http://schemas.openxmlformats.org/officeDocument/2006/relationships/notesMaster" Target="../notesMasters/notesMaster1.xml"/></Relationships>
</file>

<file path=ppt/notesSlides/_rels/notesSlide88.xml.rels><?xml version="1.0" encoding="UTF-8" standalone="yes"?>
<Relationships xmlns="http://schemas.openxmlformats.org/package/2006/relationships"><Relationship Id="rId3" Type="http://schemas.openxmlformats.org/officeDocument/2006/relationships/hyperlink" Target="https://scratchblocks.github.io/#?style=scratch3&amp;script=if%20%3C(x)%20%3C%20(y)%3E%20then" TargetMode="External"/><Relationship Id="rId2" Type="http://schemas.openxmlformats.org/officeDocument/2006/relationships/slide" Target="../slides/slide88.xml"/><Relationship Id="rId1" Type="http://schemas.openxmlformats.org/officeDocument/2006/relationships/notesMaster" Target="../notesMasters/notesMaster1.xml"/></Relationships>
</file>

<file path=ppt/notesSlides/_rels/notesSlide8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9.xml"/><Relationship Id="rId1" Type="http://schemas.openxmlformats.org/officeDocument/2006/relationships/notesMaster" Target="../notesMasters/notesMaster1.xml"/></Relationships>
</file>

<file path=ppt/notesSlides/_rels/notesSlide90.xml.rels><?xml version="1.0" encoding="UTF-8" standalone="yes"?>
<Relationships xmlns="http://schemas.openxmlformats.org/package/2006/relationships"><Relationship Id="rId3" Type="http://schemas.openxmlformats.org/officeDocument/2006/relationships/hyperlink" Target="https://scratchblocks.github.io/#?style=scratch3&amp;script=if%20%3C(x)%20%3C%20(y)%3E%20then%0A%0Aelse" TargetMode="External"/><Relationship Id="rId2" Type="http://schemas.openxmlformats.org/officeDocument/2006/relationships/slide" Target="../slides/slide90.xml"/><Relationship Id="rId1" Type="http://schemas.openxmlformats.org/officeDocument/2006/relationships/notesMaster" Target="../notesMasters/notesMaster1.xml"/></Relationships>
</file>

<file path=ppt/notesSlides/_rels/notesSlide9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1.xml"/><Relationship Id="rId1" Type="http://schemas.openxmlformats.org/officeDocument/2006/relationships/notesMaster" Target="../notesMasters/notesMaster1.xml"/></Relationships>
</file>

<file path=ppt/notesSlides/_rels/notesSlide92.xml.rels><?xml version="1.0" encoding="UTF-8" standalone="yes"?>
<Relationships xmlns="http://schemas.openxmlformats.org/package/2006/relationships"><Relationship Id="rId3" Type="http://schemas.openxmlformats.org/officeDocument/2006/relationships/hyperlink" Target="https://scratchblocks.github.io/#?style=scratch3&amp;script=if%20%3C(x)%20%3C%20(y)%3E%20then%0A%0Aelse%0A%0Aif%20%3C(x)%20%3E%20(y)%3E%20then%0A%0Aelse" TargetMode="External"/><Relationship Id="rId2" Type="http://schemas.openxmlformats.org/officeDocument/2006/relationships/slide" Target="../slides/slide92.xml"/><Relationship Id="rId1" Type="http://schemas.openxmlformats.org/officeDocument/2006/relationships/notesMaster" Target="../notesMasters/notesMaster1.xml"/></Relationships>
</file>

<file path=ppt/notesSlides/_rels/notesSlide9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3.xml"/><Relationship Id="rId1" Type="http://schemas.openxmlformats.org/officeDocument/2006/relationships/notesMaster" Target="../notesMasters/notesMaster1.xml"/></Relationships>
</file>

<file path=ppt/notesSlides/_rels/notesSlide9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4.xml"/><Relationship Id="rId1" Type="http://schemas.openxmlformats.org/officeDocument/2006/relationships/notesMaster" Target="../notesMasters/notesMaster1.xml"/></Relationships>
</file>

<file path=ppt/notesSlides/_rels/notesSlide95.xml.rels><?xml version="1.0" encoding="UTF-8" standalone="yes"?>
<Relationships xmlns="http://schemas.openxmlformats.org/package/2006/relationships"><Relationship Id="rId3" Type="http://schemas.openxmlformats.org/officeDocument/2006/relationships/hyperlink" Target="https://scratchblocks.github.io/#?style=scratch3&amp;script=set%20%5Bcounter%20v%5D%20to%20%5B0%5D" TargetMode="External"/><Relationship Id="rId2" Type="http://schemas.openxmlformats.org/officeDocument/2006/relationships/slide" Target="../slides/slide95.xml"/><Relationship Id="rId1" Type="http://schemas.openxmlformats.org/officeDocument/2006/relationships/notesMaster" Target="../notesMasters/notesMaster1.xml"/></Relationships>
</file>

<file path=ppt/notesSlides/_rels/notesSlide9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6.xml"/><Relationship Id="rId1" Type="http://schemas.openxmlformats.org/officeDocument/2006/relationships/notesMaster" Target="../notesMasters/notesMaster1.xml"/></Relationships>
</file>

<file path=ppt/notesSlides/_rels/notesSlide97.xml.rels><?xml version="1.0" encoding="UTF-8" standalone="yes"?>
<Relationships xmlns="http://schemas.openxmlformats.org/package/2006/relationships"><Relationship Id="rId3" Type="http://schemas.openxmlformats.org/officeDocument/2006/relationships/hyperlink" Target="https://scratchblocks.github.io/#?style=scratch3&amp;script=change%20%5Bcounter%20v%5D%20by%20%5B1%5D" TargetMode="External"/><Relationship Id="rId2" Type="http://schemas.openxmlformats.org/officeDocument/2006/relationships/slide" Target="../slides/slide97.xml"/><Relationship Id="rId1" Type="http://schemas.openxmlformats.org/officeDocument/2006/relationships/notesMaster" Target="../notesMasters/notesMaster1.xml"/></Relationships>
</file>

<file path=ppt/notesSlides/_rels/notesSlide9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8.xml"/><Relationship Id="rId1" Type="http://schemas.openxmlformats.org/officeDocument/2006/relationships/notesMaster" Target="../notesMasters/notesMaster1.xml"/></Relationships>
</file>

<file path=ppt/notesSlides/_rels/notesSlide9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9.xml"/><Relationship Id="rId1" Type="http://schemas.openxmlformats.org/officeDocument/2006/relationships/notesMaster" Target="../notesMasters/notesMaster1.xml"/></Relationships>
</file>

<file path=ppt/notesSlides/_rels/notesSlide10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0.xml"/><Relationship Id="rId1" Type="http://schemas.openxmlformats.org/officeDocument/2006/relationships/notesMaster" Target="../notesMasters/notesMaster1.xml"/></Relationships>
</file>

<file path=ppt/notesSlides/_rels/notesSlide10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1.xml"/><Relationship Id="rId1" Type="http://schemas.openxmlformats.org/officeDocument/2006/relationships/notesMaster" Target="../notesMasters/notesMaster1.xml"/></Relationships>
</file>

<file path=ppt/notesSlides/_rels/notesSlide102.xml.rels><?xml version="1.0" encoding="UTF-8" standalone="yes"?>
<Relationships xmlns="http://schemas.openxmlformats.org/package/2006/relationships"><Relationship Id="rId3" Type="http://schemas.openxmlformats.org/officeDocument/2006/relationships/hyperlink" Target="https://scratchblocks.github.io/#?style=scratch3&amp;script=repeat%20%5B3%5D" TargetMode="External"/><Relationship Id="rId2" Type="http://schemas.openxmlformats.org/officeDocument/2006/relationships/slide" Target="../slides/slide102.xml"/><Relationship Id="rId1" Type="http://schemas.openxmlformats.org/officeDocument/2006/relationships/notesMaster" Target="../notesMasters/notesMaster1.xml"/></Relationships>
</file>

<file path=ppt/notesSlides/_rels/notesSlide10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3.xml"/><Relationship Id="rId1" Type="http://schemas.openxmlformats.org/officeDocument/2006/relationships/notesMaster" Target="../notesMasters/notesMaster1.xml"/></Relationships>
</file>

<file path=ppt/notesSlides/_rels/notesSlide104.xml.rels><?xml version="1.0" encoding="UTF-8" standalone="yes"?>
<Relationships xmlns="http://schemas.openxmlformats.org/package/2006/relationships"><Relationship Id="rId3" Type="http://schemas.openxmlformats.org/officeDocument/2006/relationships/hyperlink" Target="https://scratchblocks.github.io/#?style=scratch3&amp;script=forever" TargetMode="External"/><Relationship Id="rId2" Type="http://schemas.openxmlformats.org/officeDocument/2006/relationships/slide" Target="../slides/slide104.xml"/><Relationship Id="rId1" Type="http://schemas.openxmlformats.org/officeDocument/2006/relationships/notesMaster" Target="../notesMasters/notesMaster1.xml"/></Relationships>
</file>

<file path=ppt/notesSlides/_rels/notesSlide10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5.xml"/><Relationship Id="rId1" Type="http://schemas.openxmlformats.org/officeDocument/2006/relationships/notesMaster" Target="../notesMasters/notesMaster1.xml"/></Relationships>
</file>

<file path=ppt/notesSlides/_rels/notesSlide10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6.xml"/><Relationship Id="rId1" Type="http://schemas.openxmlformats.org/officeDocument/2006/relationships/notesMaster" Target="../notesMasters/notesMaster1.xml"/></Relationships>
</file>

<file path=ppt/notesSlides/_rels/notesSlide10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7.xml"/><Relationship Id="rId1" Type="http://schemas.openxmlformats.org/officeDocument/2006/relationships/notesMaster" Target="../notesMasters/notesMaster1.xml"/></Relationships>
</file>

<file path=ppt/notesSlides/_rels/notesSlide10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8.xml"/><Relationship Id="rId1" Type="http://schemas.openxmlformats.org/officeDocument/2006/relationships/notesMaster" Target="../notesMasters/notesMaster1.xml"/></Relationships>
</file>

<file path=ppt/notesSlides/_rels/notesSlide10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9.xml"/><Relationship Id="rId1" Type="http://schemas.openxmlformats.org/officeDocument/2006/relationships/notesMaster" Target="../notesMasters/notesMaster1.xml"/></Relationships>
</file>

<file path=ppt/notesSlides/_rels/notesSlide1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0.xml"/><Relationship Id="rId1" Type="http://schemas.openxmlformats.org/officeDocument/2006/relationships/notesMaster" Target="../notesMasters/notesMaster1.xml"/></Relationships>
</file>

<file path=ppt/notesSlides/_rels/notesSlide1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1.xml"/><Relationship Id="rId1" Type="http://schemas.openxmlformats.org/officeDocument/2006/relationships/notesMaster" Target="../notesMasters/notesMaster1.xml"/></Relationships>
</file>

<file path=ppt/notesSlides/_rels/notesSlide1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2.xml"/><Relationship Id="rId1" Type="http://schemas.openxmlformats.org/officeDocument/2006/relationships/notesMaster" Target="../notesMasters/notesMaster1.xml"/></Relationships>
</file>

<file path=ppt/notesSlides/_rels/notesSlide1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3.xml"/><Relationship Id="rId1" Type="http://schemas.openxmlformats.org/officeDocument/2006/relationships/notesMaster" Target="../notesMasters/notesMaster1.xml"/></Relationships>
</file>

<file path=ppt/notesSlides/_rels/notesSlide1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g17a119bb45c_0_5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2" name="Google Shape;62;g17a119bb45c_0_5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g9eb84db9b3_0_22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7" name="Google Shape;67;g9eb84db9b3_0_22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g9eb84db9b3_0_2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2" name="Google Shape;72;g9eb84db9b3_0_22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u="sng">
                <a:solidFill>
                  <a:schemeClr val="hlink"/>
                </a:solidFill>
                <a:hlinkClick r:id="rId3"/>
              </a:rPr>
              <a:t>http://mercury.lcs.mit.edu/~jnc/tech/arpageo.html</a:t>
            </a:r>
            <a:r>
              <a:rPr lang="en"/>
              <a:t> </a:t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gfca93dc87d_0_5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7" name="Google Shape;77;gfca93dc87d_0_5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u="sng">
                <a:solidFill>
                  <a:schemeClr val="hlink"/>
                </a:solidFill>
                <a:hlinkClick r:id="rId3"/>
              </a:rPr>
              <a:t>http://mercury.lcs.mit.edu/~jnc/tech/arpageo.html</a:t>
            </a:r>
            <a:r>
              <a:rPr lang="en"/>
              <a:t> </a:t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g9eb84db9b3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2" name="Google Shape;82;g9eb84db9b3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g17a119bb45c_0_6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" name="Google Shape;87;g17a119bb45c_0_6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u="sng">
                <a:solidFill>
                  <a:schemeClr val="hlink"/>
                </a:solidFill>
                <a:hlinkClick r:id="rId3"/>
              </a:rPr>
              <a:t>https://www.youtube.com/watch?v=cUJlRNRguAM</a:t>
            </a:r>
            <a:r>
              <a:rPr lang="en"/>
              <a:t> </a:t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gfca93dc87d_0_6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2" name="Google Shape;92;gfca93dc87d_0_6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g9eb84db9b3_0_1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7" name="Google Shape;97;g9eb84db9b3_0_11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gfca93dc87d_0_8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2" name="Google Shape;102;gfca93dc87d_0_8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g2978f55a5a1_0_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7" name="Google Shape;107;g2978f55a5a1_0_1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u="sng">
                <a:solidFill>
                  <a:schemeClr val="hlink"/>
                </a:solidFill>
                <a:hlinkClick r:id="rId3"/>
              </a:rPr>
              <a:t>https://datatracker.ietf.org/doc/html/rfc791</a:t>
            </a:r>
            <a:r>
              <a:rPr lang="en"/>
              <a:t> </a:t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g9eb84db9b3_0_1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2" name="Google Shape;112;g9eb84db9b3_0_11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g2978f55a5a1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7" name="Google Shape;117;g2978f55a5a1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g9eb84db9b3_0_17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2" name="Google Shape;122;g9eb84db9b3_0_17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g2978f55a5a1_0_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7" name="Google Shape;127;g2978f55a5a1_0_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u="sng">
                <a:solidFill>
                  <a:schemeClr val="hlink"/>
                </a:solidFill>
                <a:hlinkClick r:id="rId3"/>
              </a:rPr>
              <a:t>https://www.ietf.org/rfc/rfc793.txt</a:t>
            </a:r>
            <a:r>
              <a:rPr lang="en"/>
              <a:t> </a:t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g9eb84db9b3_0_24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2" name="Google Shape;132;g9eb84db9b3_0_24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gfca93dc87d_0_8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7" name="Google Shape;137;gfca93dc87d_0_8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gfca93dc87d_0_9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2" name="Google Shape;142;gfca93dc87d_0_9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2978f55a5a1_0_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2978f55a5a1_0_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g9eb84db9b3_0_24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2" name="Google Shape;152;g9eb84db9b3_0_24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gfca93dc87d_0_13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7" name="Google Shape;157;gfca93dc87d_0_13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g44d1f6b8b4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2" name="Google Shape;162;g44d1f6b8b4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gfca93dc87d_0_1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7" name="Google Shape;167;gfca93dc87d_0_12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gfca93dc87d_0_13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2" name="Google Shape;172;gfca93dc87d_0_13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gfca93dc87d_0_1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7" name="Google Shape;177;gfca93dc87d_0_11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gfca93dc87d_0_1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2" name="Google Shape;182;gfca93dc87d_0_12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gfca93dc87d_0_12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7" name="Google Shape;187;gfca93dc87d_0_12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g44d1f6b8b4_1_1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2" name="Google Shape;192;g44d1f6b8b4_1_11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g44d1f6b8b4_1_1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7" name="Google Shape;197;g44d1f6b8b4_1_1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g44d1f6b8b4_1_1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2" name="Google Shape;202;g44d1f6b8b4_1_1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gfca93dc87d_0_10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7" name="Google Shape;207;gfca93dc87d_0_10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gfca93dc87d_0_10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2" name="Google Shape;212;gfca93dc87d_0_10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gfca93dc87d_0_1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7" name="Google Shape;217;gfca93dc87d_0_1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g2978f55a5a1_0_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2" name="Google Shape;222;g2978f55a5a1_0_2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curl -I https://www.harvard.edu/</a:t>
            </a:r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g44d1f6b8b4_1_14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7" name="Google Shape;227;g44d1f6b8b4_1_14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g297b89a00ba_1_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2" name="Google Shape;232;g297b89a00ba_1_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g44d1f6b8b4_1_16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7" name="Google Shape;237;g44d1f6b8b4_1_16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g44d1f6b8b4_1_19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2" name="Google Shape;242;g44d1f6b8b4_1_19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curl -I https://harvard.edu/</a:t>
            </a:r>
            <a:endParaRPr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g44d1f6b8b4_1_14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7" name="Google Shape;247;g44d1f6b8b4_1_14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g44d1f6b8b4_1_18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2" name="Google Shape;252;g44d1f6b8b4_1_18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Google Shape;256;g44d1f6b8b4_1_20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7" name="Google Shape;257;g44d1f6b8b4_1_20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curl -I http://safetyschool.org/</a:t>
            </a:r>
            <a:endParaRPr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g44d1f6b8b4_1_23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2" name="Google Shape;262;g44d1f6b8b4_1_23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Google Shape;266;ga4efe25bcf_2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7" name="Google Shape;267;ga4efe25bcf_2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Google Shape;271;g44d1f6b8b4_1_2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2" name="Google Shape;272;g44d1f6b8b4_1_22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hello0.html</a:t>
            </a:r>
            <a:endParaRPr/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" name="Google Shape;276;gfca93dc87d_0_16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7" name="Google Shape;277;gfca93dc87d_0_16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" name="Google Shape;281;gfca93dc87d_0_17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2" name="Google Shape;282;gfca93dc87d_0_17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" name="Google Shape;286;g2a4586099a4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7" name="Google Shape;287;g2a4586099a4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" name="Google Shape;291;g2a4586099a4_0_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2" name="Google Shape;292;g2a4586099a4_0_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" name="Google Shape;296;g2a4586099a4_0_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7" name="Google Shape;297;g2a4586099a4_0_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" name="Google Shape;301;g2a4586099a4_0_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2" name="Google Shape;302;g2a4586099a4_0_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Google Shape;306;g2a4586099a4_0_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7" name="Google Shape;307;g2a4586099a4_0_1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1" name="Google Shape;311;g2a4586099a4_0_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2" name="Google Shape;312;g2a4586099a4_0_2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6" name="Google Shape;316;g2a4586099a4_0_2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7" name="Google Shape;317;g2a4586099a4_0_2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1" name="Google Shape;321;g2a4586099a4_0_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2" name="Google Shape;322;g2a4586099a4_0_2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6" name="Google Shape;326;g2a4586099a4_0_3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7" name="Google Shape;327;g2a4586099a4_0_3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1" name="Google Shape;331;g2a4586099a4_0_3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2" name="Google Shape;332;g2a4586099a4_0_3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6" name="Google Shape;336;g2a4586099a4_0_4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7" name="Google Shape;337;g2a4586099a4_0_4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1" name="Google Shape;341;g2a4586099a4_0_4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2" name="Google Shape;342;g2a4586099a4_0_4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6" name="Google Shape;346;g2a4586099a4_0_4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7" name="Google Shape;347;g2a4586099a4_0_4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1" name="Google Shape;351;g2a4586099a4_0_5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2" name="Google Shape;352;g2a4586099a4_0_5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6" name="Google Shape;356;g9eb84db9b3_0_8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7" name="Google Shape;357;g9eb84db9b3_0_8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hello0.html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paragraphs.html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headings.html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list{0,1}.html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table.html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image.html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video.html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link0.html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meta{0,1}.html</a:t>
            </a:r>
            <a:endParaRPr/>
          </a:p>
        </p:txBody>
      </p:sp>
    </p:spTree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5" name="Google Shape;365;g17ab48dd5cd_22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6" name="Google Shape;366;g17ab48dd5cd_22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0" name="Google Shape;370;g17ab48dd5cd_22_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1" name="Google Shape;371;g17ab48dd5cd_22_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5" name="Google Shape;375;g17ab48dd5cd_22_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6" name="Google Shape;376;g17ab48dd5cd_22_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u="sng">
                <a:solidFill>
                  <a:schemeClr val="hlink"/>
                </a:solidFill>
                <a:hlinkClick r:id="rId3"/>
              </a:rPr>
              <a:t>https://www.google.com/search?q=cats</a:t>
            </a:r>
            <a:r>
              <a:rPr lang="en"/>
              <a:t> 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search{0,1}.html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register0.html</a:t>
            </a:r>
            <a:endParaRPr/>
          </a:p>
        </p:txBody>
      </p:sp>
    </p:spTree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0" name="Google Shape;380;g2978f55a5a1_0_9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81" name="Google Shape;381;g2978f55a5a1_0_9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5" name="Google Shape;385;g2978f55a5a1_0_10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86" name="Google Shape;386;g2978f55a5a1_0_10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0" name="Google Shape;390;g2978f55a5a1_0_16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91" name="Google Shape;391;g2978f55a5a1_0_16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5" name="Google Shape;395;g2978f55a5a1_0_15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96" name="Google Shape;396;g2978f55a5a1_0_15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u="sng">
                <a:solidFill>
                  <a:schemeClr val="hlink"/>
                </a:solidFill>
                <a:hlinkClick r:id="rId3"/>
              </a:rPr>
              <a:t>https://developer.mozilla.org/en-US/docs/Web/JavaScript/Guide/Regular_expressions</a:t>
            </a:r>
            <a:r>
              <a:rPr lang="en"/>
              <a:t> </a:t>
            </a:r>
            <a:endParaRPr/>
          </a:p>
        </p:txBody>
      </p:sp>
    </p:spTree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0" name="Google Shape;400;g2978f55a5a1_0_16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01" name="Google Shape;401;g2978f55a5a1_0_16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u="sng">
                <a:solidFill>
                  <a:schemeClr val="hlink"/>
                </a:solidFill>
                <a:hlinkClick r:id="rId3"/>
              </a:rPr>
              <a:t>https://developer.mozilla.org/en-US/docs/Web/JavaScript/Guide/Regular_expressions</a:t>
            </a:r>
            <a:r>
              <a:rPr lang="en"/>
              <a:t> 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register1.html</a:t>
            </a:r>
            <a:endParaRPr/>
          </a:p>
        </p:txBody>
      </p:sp>
    </p:spTree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5" name="Google Shape;405;g2978f55a5a1_0_17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06" name="Google Shape;406;g2978f55a5a1_0_17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u="sng">
                <a:solidFill>
                  <a:schemeClr val="hlink"/>
                </a:solidFill>
                <a:hlinkClick r:id="rId3"/>
              </a:rPr>
              <a:t>https://html.spec.whatwg.org/multipage/input.html#valid-e-mail-address</a:t>
            </a:r>
            <a:r>
              <a:rPr lang="en"/>
              <a:t> 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register2.html</a:t>
            </a:r>
            <a:endParaRPr/>
          </a:p>
        </p:txBody>
      </p:sp>
    </p:spTree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0" name="Google Shape;410;gfca93dc87d_0_15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11" name="Google Shape;411;gfca93dc87d_0_15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5" name="Google Shape;415;g2978f55a5a1_0_8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16" name="Google Shape;416;g2978f55a5a1_0_8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0" name="Google Shape;420;g44d1f6b8b4_1_25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21" name="Google Shape;421;g44d1f6b8b4_1_25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5" name="Google Shape;425;ga4efe25bcf_2_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26" name="Google Shape;426;ga4efe25bcf_2_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" name="Google Shape;430;ga4a8fca661_2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31" name="Google Shape;431;ga4a8fca661_2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u="sng">
                <a:solidFill>
                  <a:schemeClr val="hlink"/>
                </a:solidFill>
                <a:hlinkClick r:id="rId3"/>
              </a:rPr>
              <a:t>https://developer.mozilla.org/en-US/docs/Web/CSS/CSS_Selectors</a:t>
            </a:r>
            <a:r>
              <a:rPr lang="en"/>
              <a:t> </a:t>
            </a:r>
            <a:endParaRPr/>
          </a:p>
        </p:txBody>
      </p:sp>
    </p:spTree>
  </p:cSld>
  <p:clrMapOvr>
    <a:masterClrMapping/>
  </p:clrMapOvr>
</p:notes>
</file>

<file path=ppt/notesSlides/notesSlide7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5" name="Google Shape;435;g44d1f6b8b4_1_28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36" name="Google Shape;436;g44d1f6b8b4_1_28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" name="Google Shape;440;g44d1f6b8b4_1_27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41" name="Google Shape;441;g44d1f6b8b4_1_27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5" name="Google Shape;445;g2a4586099a4_0_6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46" name="Google Shape;446;g2a4586099a4_0_6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" name="Google Shape;450;g2a4586099a4_0_7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51" name="Google Shape;451;g2a4586099a4_0_7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5" name="Google Shape;455;g44d1f6b8b4_1_28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56" name="Google Shape;456;g44d1f6b8b4_1_28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" name="Google Shape;460;g2a4586099a4_0_7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61" name="Google Shape;461;g2a4586099a4_0_7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home{0,1,2,3,4,5,6}.html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home7.{html,css}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link{2,3,4}.html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phonebook{0,1}.html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search2.html</a:t>
            </a:r>
            <a:endParaRPr/>
          </a:p>
        </p:txBody>
      </p:sp>
    </p:spTree>
  </p:cSld>
  <p:clrMapOvr>
    <a:masterClrMapping/>
  </p:clrMapOvr>
</p:notes>
</file>

<file path=ppt/notesSlides/notesSlide8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5" name="Google Shape;465;gfca93dc87d_0_19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66" name="Google Shape;466;gfca93dc87d_0_19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u="sng">
                <a:solidFill>
                  <a:schemeClr val="hlink"/>
                </a:solidFill>
                <a:hlinkClick r:id="rId3"/>
              </a:rPr>
              <a:t>https://getbootstrap.com/</a:t>
            </a:r>
            <a:r>
              <a:rPr lang="en"/>
              <a:t> </a:t>
            </a:r>
            <a:endParaRPr/>
          </a:p>
        </p:txBody>
      </p:sp>
    </p:spTree>
  </p:cSld>
  <p:clrMapOvr>
    <a:masterClrMapping/>
  </p:clrMapOvr>
</p:notes>
</file>

<file path=ppt/notesSlides/notesSlide8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0" name="Google Shape;470;g12b9aec6efa_0_18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71" name="Google Shape;471;g12b9aec6efa_0_18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5" name="Google Shape;475;g12b9aec6efa_0_19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76" name="Google Shape;476;g12b9aec6efa_0_19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0" name="Google Shape;480;g2978f55a5a1_0_9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81" name="Google Shape;481;g2978f55a5a1_0_9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5" name="Google Shape;485;g44d1f6b8b4_1_29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86" name="Google Shape;486;g44d1f6b8b4_1_29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0" name="Google Shape;490;g2a4586099a4_0_8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91" name="Google Shape;491;g2a4586099a4_0_8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9" name="Google Shape;499;g12b9aec6efa_0_2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00" name="Google Shape;500;g12b9aec6efa_0_2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4" name="Google Shape;504;g12b9aec6efa_0_7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05" name="Google Shape;505;g12b9aec6efa_0_7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u="sng">
                <a:solidFill>
                  <a:schemeClr val="hlink"/>
                </a:solidFill>
                <a:hlinkClick r:id="rId3"/>
              </a:rPr>
              <a:t>https://scratchblocks.github.io/#?style=scratch3&amp;script=if%20%3C(x)%20%3C%20(y)%3E%20then</a:t>
            </a:r>
            <a:r>
              <a:rPr lang="en"/>
              <a:t> </a:t>
            </a:r>
            <a:endParaRPr/>
          </a:p>
        </p:txBody>
      </p:sp>
    </p:spTree>
  </p:cSld>
  <p:clrMapOvr>
    <a:masterClrMapping/>
  </p:clrMapOvr>
</p:notes>
</file>

<file path=ppt/notesSlides/notesSlide8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" name="Google Shape;512;g12b9aec6efa_0_8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13" name="Google Shape;513;g12b9aec6efa_0_8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0" name="Google Shape;520;g12b9aec6efa_0_9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1" name="Google Shape;521;g12b9aec6efa_0_9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u="sng">
                <a:solidFill>
                  <a:schemeClr val="hlink"/>
                </a:solidFill>
                <a:hlinkClick r:id="rId3"/>
              </a:rPr>
              <a:t>https://scratchblocks.github.io/#?style=scratch3&amp;script=if%20%3C(x)%20%3C%20(y)%3E%20then%0A%0Aelse</a:t>
            </a:r>
            <a:r>
              <a:rPr lang="en"/>
              <a:t> </a:t>
            </a:r>
            <a:endParaRPr/>
          </a:p>
        </p:txBody>
      </p:sp>
    </p:spTree>
  </p:cSld>
  <p:clrMapOvr>
    <a:masterClrMapping/>
  </p:clrMapOvr>
</p:notes>
</file>

<file path=ppt/notesSlides/notesSlide9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8" name="Google Shape;528;g12b9aec6efa_0_10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9" name="Google Shape;529;g12b9aec6efa_0_10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6" name="Google Shape;536;g12b9aec6efa_0_10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7" name="Google Shape;537;g12b9aec6efa_0_10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u="sng">
                <a:solidFill>
                  <a:schemeClr val="hlink"/>
                </a:solidFill>
                <a:hlinkClick r:id="rId3"/>
              </a:rPr>
              <a:t>https://scratchblocks.github.io/#?style=scratch3&amp;script=if%20%3C(x)%20%3C%20(y)%3E%20then%0A%0Aelse%0A%0Aif%20%3C(x)%20%3E%20(y)%3E%20then%0A%0Aelse</a:t>
            </a:r>
            <a:r>
              <a:rPr lang="en"/>
              <a:t> </a:t>
            </a:r>
            <a:endParaRPr/>
          </a:p>
        </p:txBody>
      </p:sp>
    </p:spTree>
  </p:cSld>
  <p:clrMapOvr>
    <a:masterClrMapping/>
  </p:clrMapOvr>
</p:notes>
</file>

<file path=ppt/notesSlides/notesSlide9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4" name="Google Shape;544;g12b9aec6efa_0_1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45" name="Google Shape;545;g12b9aec6efa_0_11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" name="Google Shape;552;g12b9aec6efa_0_7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53" name="Google Shape;553;g12b9aec6efa_0_7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7" name="Google Shape;557;g44d1f6b8b4_1_40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58" name="Google Shape;558;g44d1f6b8b4_1_40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u="sng">
                <a:solidFill>
                  <a:schemeClr val="hlink"/>
                </a:solidFill>
                <a:hlinkClick r:id="rId3"/>
              </a:rPr>
              <a:t>https://scratchblocks.github.io/#?style=scratch3&amp;script=set%20%5Bcounter%20v%5D%20to%20%5B0%5D</a:t>
            </a:r>
            <a:r>
              <a:rPr lang="en"/>
              <a:t> </a:t>
            </a:r>
            <a:endParaRPr/>
          </a:p>
        </p:txBody>
      </p:sp>
    </p:spTree>
  </p:cSld>
  <p:clrMapOvr>
    <a:masterClrMapping/>
  </p:clrMapOvr>
</p:notes>
</file>

<file path=ppt/notesSlides/notesSlide9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5" name="Google Shape;565;g9eb84db9b3_0_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66" name="Google Shape;566;g9eb84db9b3_0_3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" name="Google Shape;573;g44d1f6b8b4_1_5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4" name="Google Shape;574;g44d1f6b8b4_1_51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u="sng">
                <a:solidFill>
                  <a:schemeClr val="hlink"/>
                </a:solidFill>
                <a:hlinkClick r:id="rId3"/>
              </a:rPr>
              <a:t>https://scratchblocks.github.io/#?style=scratch3&amp;script=change%20%5Bcounter%20v%5D%20by%20%5B1%5D</a:t>
            </a:r>
            <a:r>
              <a:rPr lang="en"/>
              <a:t> </a:t>
            </a:r>
            <a:endParaRPr/>
          </a:p>
        </p:txBody>
      </p:sp>
    </p:spTree>
  </p:cSld>
  <p:clrMapOvr>
    <a:masterClrMapping/>
  </p:clrMapOvr>
</p:notes>
</file>

<file path=ppt/notesSlides/notesSlide9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1" name="Google Shape;581;g9eb84db9b3_0_3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2" name="Google Shape;582;g9eb84db9b3_0_3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9" name="Google Shape;589;g44d1f6b8b4_1_52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0" name="Google Shape;590;g44d1f6b8b4_1_52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0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7" name="Google Shape;597;g44d1f6b8b4_1_53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8" name="Google Shape;598;g44d1f6b8b4_1_53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0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5" name="Google Shape;605;g12b9aec6efa_0_1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6" name="Google Shape;606;g12b9aec6efa_0_12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0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0" name="Google Shape;610;g12b9aec6efa_0_13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11" name="Google Shape;611;g12b9aec6efa_0_13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u="sng">
                <a:solidFill>
                  <a:schemeClr val="hlink"/>
                </a:solidFill>
                <a:hlinkClick r:id="rId3"/>
              </a:rPr>
              <a:t>https://scratchblocks.github.io/#?style=scratch3&amp;script=repeat%20%5B3%5D</a:t>
            </a:r>
            <a:r>
              <a:rPr lang="en"/>
              <a:t> </a:t>
            </a:r>
            <a:endParaRPr/>
          </a:p>
        </p:txBody>
      </p:sp>
    </p:spTree>
  </p:cSld>
  <p:clrMapOvr>
    <a:masterClrMapping/>
  </p:clrMapOvr>
</p:notes>
</file>

<file path=ppt/notesSlides/notesSlide10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8" name="Google Shape;618;g44d1f6b8b4_1_90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19" name="Google Shape;619;g44d1f6b8b4_1_90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0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6" name="Google Shape;626;g44d1f6b8b4_1_79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27" name="Google Shape;627;g44d1f6b8b4_1_79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u="sng">
                <a:solidFill>
                  <a:schemeClr val="hlink"/>
                </a:solidFill>
                <a:hlinkClick r:id="rId3"/>
              </a:rPr>
              <a:t>https://scratchblocks.github.io/#?style=scratch3&amp;script=forever</a:t>
            </a:r>
            <a:r>
              <a:rPr lang="en"/>
              <a:t> </a:t>
            </a:r>
            <a:endParaRPr/>
          </a:p>
        </p:txBody>
      </p:sp>
    </p:spTree>
  </p:cSld>
  <p:clrMapOvr>
    <a:masterClrMapping/>
  </p:clrMapOvr>
</p:notes>
</file>

<file path=ppt/notesSlides/notesSlide10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" name="Google Shape;634;g9eb84db9b3_0_6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35" name="Google Shape;635;g9eb84db9b3_0_6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0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2" name="Google Shape;642;g9eb84db9b3_0_10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3" name="Google Shape;643;g9eb84db9b3_0_10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0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7" name="Google Shape;647;g44d1f6b8b4_1_33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8" name="Google Shape;648;g44d1f6b8b4_1_33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0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2" name="Google Shape;652;gfca93dc87d_0_16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3" name="Google Shape;653;gfca93dc87d_0_16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0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7" name="Google Shape;657;g44d1f6b8b4_1_3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8" name="Google Shape;658;g44d1f6b8b4_1_33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2" name="Google Shape;662;g44d1f6b8b4_1_34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3" name="Google Shape;663;g44d1f6b8b4_1_34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7" name="Google Shape;667;g44d1f6b8b4_1_35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8" name="Google Shape;668;g44d1f6b8b4_1_35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hello{1,2,3}.html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hello4.{html,js}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hello{5,6}.html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favorites{0,1,2}.html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background.html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blink.html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autocomplete.html</a:t>
            </a:r>
            <a:endParaRPr/>
          </a:p>
        </p:txBody>
      </p:sp>
    </p:spTree>
  </p:cSld>
  <p:clrMapOvr>
    <a:masterClrMapping/>
  </p:clrMapOvr>
</p:notes>
</file>

<file path=ppt/notesSlides/notesSlide1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2" name="Google Shape;672;g12b9aec6efa_0_19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73" name="Google Shape;673;g12b9aec6efa_0_19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7" name="Google Shape;677;g12b9aec6efa_0_20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78" name="Google Shape;678;g12b9aec6efa_0_20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2" name="Google Shape;682;g12b9aec6efa_0_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83" name="Google Shape;683;g12b9aec6efa_0_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25"/>
            <a:ext cx="4572000" cy="51435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>
                <a:solidFill>
                  <a:schemeClr val="dk1"/>
                </a:solidFill>
              </a:defRPr>
            </a:lvl1pPr>
            <a:lvl2pPr marL="914400" lvl="1" indent="-31750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>
                <a:solidFill>
                  <a:schemeClr val="dk1"/>
                </a:solidFill>
              </a:defRPr>
            </a:lvl2pPr>
            <a:lvl3pPr marL="1371600" lvl="2" indent="-31750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>
                <a:solidFill>
                  <a:schemeClr val="dk1"/>
                </a:solidFill>
              </a:defRPr>
            </a:lvl3pPr>
            <a:lvl4pPr marL="1828800" lvl="3" indent="-31750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>
                <a:solidFill>
                  <a:schemeClr val="dk1"/>
                </a:solidFill>
              </a:defRPr>
            </a:lvl4pPr>
            <a:lvl5pPr marL="2286000" lvl="4" indent="-31750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>
                <a:solidFill>
                  <a:schemeClr val="dk1"/>
                </a:solidFill>
              </a:defRPr>
            </a:lvl5pPr>
            <a:lvl6pPr marL="2743200" lvl="5" indent="-31750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>
                <a:solidFill>
                  <a:schemeClr val="dk1"/>
                </a:solidFill>
              </a:defRPr>
            </a:lvl6pPr>
            <a:lvl7pPr marL="3200400" lvl="6" indent="-31750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>
                <a:solidFill>
                  <a:schemeClr val="dk1"/>
                </a:solidFill>
              </a:defRPr>
            </a:lvl7pPr>
            <a:lvl8pPr marL="3657600" lvl="7" indent="-31750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>
                <a:solidFill>
                  <a:schemeClr val="dk1"/>
                </a:solidFill>
              </a:defRPr>
            </a:lvl8pPr>
            <a:lvl9pPr marL="4114800" lvl="8" indent="-317500"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400"/>
              <a:buChar char="■"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dark-2">
    <p:bg>
      <p:bgPr>
        <a:solidFill>
          <a:srgbClr val="000000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Char char="●"/>
              <a:defRPr sz="1800">
                <a:solidFill>
                  <a:schemeClr val="lt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Char char="○"/>
              <a:defRPr>
                <a:solidFill>
                  <a:schemeClr val="lt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Char char="■"/>
              <a:defRPr>
                <a:solidFill>
                  <a:schemeClr val="lt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Char char="●"/>
              <a:defRPr>
                <a:solidFill>
                  <a:schemeClr val="lt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Char char="○"/>
              <a:defRPr>
                <a:solidFill>
                  <a:schemeClr val="lt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Char char="■"/>
              <a:defRPr>
                <a:solidFill>
                  <a:schemeClr val="lt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Char char="●"/>
              <a:defRPr>
                <a:solidFill>
                  <a:schemeClr val="lt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Char char="○"/>
              <a:defRPr>
                <a:solidFill>
                  <a:schemeClr val="lt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lt2"/>
              </a:buClr>
              <a:buSzPts val="1400"/>
              <a:buChar char="■"/>
              <a:defRPr>
                <a:solidFill>
                  <a:schemeClr val="lt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>
              <a:buNone/>
              <a:defRPr sz="1000">
                <a:solidFill>
                  <a:schemeClr val="lt2"/>
                </a:solidFill>
              </a:defRPr>
            </a:lvl1pPr>
            <a:lvl2pPr lvl="1" algn="r">
              <a:buNone/>
              <a:defRPr sz="1000">
                <a:solidFill>
                  <a:schemeClr val="lt2"/>
                </a:solidFill>
              </a:defRPr>
            </a:lvl2pPr>
            <a:lvl3pPr lvl="2" algn="r">
              <a:buNone/>
              <a:defRPr sz="1000">
                <a:solidFill>
                  <a:schemeClr val="lt2"/>
                </a:solidFill>
              </a:defRPr>
            </a:lvl3pPr>
            <a:lvl4pPr lvl="3" algn="r">
              <a:buNone/>
              <a:defRPr sz="1000">
                <a:solidFill>
                  <a:schemeClr val="lt2"/>
                </a:solidFill>
              </a:defRPr>
            </a:lvl4pPr>
            <a:lvl5pPr lvl="4" algn="r">
              <a:buNone/>
              <a:defRPr sz="1000">
                <a:solidFill>
                  <a:schemeClr val="lt2"/>
                </a:solidFill>
              </a:defRPr>
            </a:lvl5pPr>
            <a:lvl6pPr lvl="5" algn="r">
              <a:buNone/>
              <a:defRPr sz="1000">
                <a:solidFill>
                  <a:schemeClr val="lt2"/>
                </a:solidFill>
              </a:defRPr>
            </a:lvl6pPr>
            <a:lvl7pPr lvl="6" algn="r">
              <a:buNone/>
              <a:defRPr sz="1000">
                <a:solidFill>
                  <a:schemeClr val="lt2"/>
                </a:solidFill>
              </a:defRPr>
            </a:lvl7pPr>
            <a:lvl8pPr lvl="7" algn="r">
              <a:buNone/>
              <a:defRPr sz="1000">
                <a:solidFill>
                  <a:schemeClr val="lt2"/>
                </a:solidFill>
              </a:defRPr>
            </a:lvl8pPr>
            <a:lvl9pPr lvl="8" algn="r">
              <a:buNone/>
              <a:defRPr sz="1000">
                <a:solidFill>
                  <a:schemeClr val="lt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hyperlink" Target="http://www.youtube.com/watch?v=cUJlRNRguAM" TargetMode="Externa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1.xml"/><Relationship Id="rId4" Type="http://schemas.openxmlformats.org/officeDocument/2006/relationships/image" Target="../media/image3.jp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3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3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3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3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3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3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3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3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3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3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3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3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3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3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3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3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3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3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2.xml"/><Relationship Id="rId1" Type="http://schemas.openxmlformats.org/officeDocument/2006/relationships/slideLayout" Target="../slideLayouts/slideLayout3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3.xml"/><Relationship Id="rId1" Type="http://schemas.openxmlformats.org/officeDocument/2006/relationships/slideLayout" Target="../slideLayouts/slideLayout3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4.xml"/><Relationship Id="rId1" Type="http://schemas.openxmlformats.org/officeDocument/2006/relationships/slideLayout" Target="../slideLayouts/slideLayout3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5.xml"/><Relationship Id="rId1" Type="http://schemas.openxmlformats.org/officeDocument/2006/relationships/slideLayout" Target="../slideLayouts/slideLayout3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6.xml"/><Relationship Id="rId1" Type="http://schemas.openxmlformats.org/officeDocument/2006/relationships/slideLayout" Target="../slideLayouts/slideLayout3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7.xml"/><Relationship Id="rId1" Type="http://schemas.openxmlformats.org/officeDocument/2006/relationships/slideLayout" Target="../slideLayouts/slideLayout3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8.xml"/><Relationship Id="rId1" Type="http://schemas.openxmlformats.org/officeDocument/2006/relationships/slideLayout" Target="../slideLayouts/slideLayout3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9.xml"/><Relationship Id="rId1" Type="http://schemas.openxmlformats.org/officeDocument/2006/relationships/slideLayout" Target="../slideLayouts/slideLayout3.xml"/></Relationships>
</file>

<file path=ppt/slides/_rels/slide6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60.xml"/><Relationship Id="rId1" Type="http://schemas.openxmlformats.org/officeDocument/2006/relationships/slideLayout" Target="../slideLayouts/slideLayout3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1.xml"/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2.xml"/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3.xml"/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4.xml"/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5.xml"/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3" Type="http://schemas.openxmlformats.org/officeDocument/2006/relationships/hyperlink" Target="https://developer.mozilla.org/en-US/docs/Web/JavaScript/Guide/Regular_expressions" TargetMode="External"/><Relationship Id="rId2" Type="http://schemas.openxmlformats.org/officeDocument/2006/relationships/notesSlide" Target="../notesSlides/notesSlide66.xml"/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7.xml"/><Relationship Id="rId1" Type="http://schemas.openxmlformats.org/officeDocument/2006/relationships/slideLayout" Target="../slideLayouts/slideLayout3.xml"/></Relationships>
</file>

<file path=ppt/slides/_rels/slide6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8.xml"/><Relationship Id="rId1" Type="http://schemas.openxmlformats.org/officeDocument/2006/relationships/slideLayout" Target="../slideLayouts/slideLayout3.xml"/></Relationships>
</file>

<file path=ppt/slides/_rels/slide6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9.xml"/><Relationship Id="rId1" Type="http://schemas.openxmlformats.org/officeDocument/2006/relationships/slideLayout" Target="../slideLayouts/slideLayout2.xml"/></Relationships>
</file>

<file path=ppt/slides/_rels/slide7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0.xml"/><Relationship Id="rId1" Type="http://schemas.openxmlformats.org/officeDocument/2006/relationships/slideLayout" Target="../slideLayouts/slideLayout2.xml"/></Relationships>
</file>

<file path=ppt/slides/_rels/slide71.xml.rels><?xml version="1.0" encoding="UTF-8" standalone="yes"?>
<Relationships xmlns="http://schemas.openxmlformats.org/package/2006/relationships"><Relationship Id="rId3" Type="http://schemas.openxmlformats.org/officeDocument/2006/relationships/hyperlink" Target="https://validator.w3.org/" TargetMode="External"/><Relationship Id="rId2" Type="http://schemas.openxmlformats.org/officeDocument/2006/relationships/notesSlide" Target="../notesSlides/notesSlide71.xml"/><Relationship Id="rId1" Type="http://schemas.openxmlformats.org/officeDocument/2006/relationships/slideLayout" Target="../slideLayouts/slideLayout2.xml"/></Relationships>
</file>

<file path=ppt/slides/_rels/slide7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2.xml"/><Relationship Id="rId1" Type="http://schemas.openxmlformats.org/officeDocument/2006/relationships/slideLayout" Target="../slideLayouts/slideLayout2.xml"/></Relationships>
</file>

<file path=ppt/slides/_rels/slide7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3.xml"/><Relationship Id="rId1" Type="http://schemas.openxmlformats.org/officeDocument/2006/relationships/slideLayout" Target="../slideLayouts/slideLayout3.xml"/></Relationships>
</file>

<file path=ppt/slides/_rels/slide7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4.xml"/><Relationship Id="rId1" Type="http://schemas.openxmlformats.org/officeDocument/2006/relationships/slideLayout" Target="../slideLayouts/slideLayout3.xml"/></Relationships>
</file>

<file path=ppt/slides/_rels/slide7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5.xml"/><Relationship Id="rId1" Type="http://schemas.openxmlformats.org/officeDocument/2006/relationships/slideLayout" Target="../slideLayouts/slideLayout3.xml"/></Relationships>
</file>

<file path=ppt/slides/_rels/slide7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6.xml"/><Relationship Id="rId1" Type="http://schemas.openxmlformats.org/officeDocument/2006/relationships/slideLayout" Target="../slideLayouts/slideLayout3.xml"/></Relationships>
</file>

<file path=ppt/slides/_rels/slide7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7.xml"/><Relationship Id="rId1" Type="http://schemas.openxmlformats.org/officeDocument/2006/relationships/slideLayout" Target="../slideLayouts/slideLayout3.xml"/></Relationships>
</file>

<file path=ppt/slides/_rels/slide7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8.xml"/><Relationship Id="rId1" Type="http://schemas.openxmlformats.org/officeDocument/2006/relationships/slideLayout" Target="../slideLayouts/slideLayout3.xml"/></Relationships>
</file>

<file path=ppt/slides/_rels/slide7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9.xml"/><Relationship Id="rId1" Type="http://schemas.openxmlformats.org/officeDocument/2006/relationships/slideLayout" Target="../slideLayouts/slideLayout3.xml"/></Relationships>
</file>

<file path=ppt/slides/_rels/slide8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0.xml"/><Relationship Id="rId1" Type="http://schemas.openxmlformats.org/officeDocument/2006/relationships/slideLayout" Target="../slideLayouts/slideLayout3.xml"/></Relationships>
</file>

<file path=ppt/slides/_rels/slide8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1.xml"/><Relationship Id="rId1" Type="http://schemas.openxmlformats.org/officeDocument/2006/relationships/slideLayout" Target="../slideLayouts/slideLayout2.xml"/></Relationships>
</file>

<file path=ppt/slides/_rels/slide8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2.xml"/><Relationship Id="rId1" Type="http://schemas.openxmlformats.org/officeDocument/2006/relationships/slideLayout" Target="../slideLayouts/slideLayout2.xml"/></Relationships>
</file>

<file path=ppt/slides/_rels/slide83.xml.rels><?xml version="1.0" encoding="UTF-8" standalone="yes"?>
<Relationships xmlns="http://schemas.openxmlformats.org/package/2006/relationships"><Relationship Id="rId3" Type="http://schemas.openxmlformats.org/officeDocument/2006/relationships/hyperlink" Target="https://getbootstrap.com/" TargetMode="External"/><Relationship Id="rId2" Type="http://schemas.openxmlformats.org/officeDocument/2006/relationships/notesSlide" Target="../notesSlides/notesSlide83.xml"/><Relationship Id="rId1" Type="http://schemas.openxmlformats.org/officeDocument/2006/relationships/slideLayout" Target="../slideLayouts/slideLayout2.xml"/></Relationships>
</file>

<file path=ppt/slides/_rels/slide8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4.xml"/><Relationship Id="rId1" Type="http://schemas.openxmlformats.org/officeDocument/2006/relationships/slideLayout" Target="../slideLayouts/slideLayout2.xml"/></Relationships>
</file>

<file path=ppt/slides/_rels/slide8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5.xml"/><Relationship Id="rId1" Type="http://schemas.openxmlformats.org/officeDocument/2006/relationships/slideLayout" Target="../slideLayouts/slideLayout2.xml"/></Relationships>
</file>

<file path=ppt/slides/_rels/slide8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86.xml"/><Relationship Id="rId1" Type="http://schemas.openxmlformats.org/officeDocument/2006/relationships/slideLayout" Target="../slideLayouts/slideLayout3.xml"/></Relationships>
</file>

<file path=ppt/slides/_rels/slide8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7.xml"/><Relationship Id="rId1" Type="http://schemas.openxmlformats.org/officeDocument/2006/relationships/slideLayout" Target="../slideLayouts/slideLayout2.xml"/></Relationships>
</file>

<file path=ppt/slides/_rels/slide8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88.xml"/><Relationship Id="rId1" Type="http://schemas.openxmlformats.org/officeDocument/2006/relationships/slideLayout" Target="../slideLayouts/slideLayout11.xml"/></Relationships>
</file>

<file path=ppt/slides/_rels/slide8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89.xml"/><Relationship Id="rId1" Type="http://schemas.openxmlformats.org/officeDocument/2006/relationships/slideLayout" Target="../slideLayouts/slideLayout11.xml"/></Relationships>
</file>

<file path=ppt/slides/_rels/slide9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90.xml"/><Relationship Id="rId1" Type="http://schemas.openxmlformats.org/officeDocument/2006/relationships/slideLayout" Target="../slideLayouts/slideLayout11.xml"/></Relationships>
</file>

<file path=ppt/slides/_rels/slide9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91.xml"/><Relationship Id="rId1" Type="http://schemas.openxmlformats.org/officeDocument/2006/relationships/slideLayout" Target="../slideLayouts/slideLayout11.xml"/></Relationships>
</file>

<file path=ppt/slides/_rels/slide9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92.xml"/><Relationship Id="rId1" Type="http://schemas.openxmlformats.org/officeDocument/2006/relationships/slideLayout" Target="../slideLayouts/slideLayout11.xml"/></Relationships>
</file>

<file path=ppt/slides/_rels/slide9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93.xml"/><Relationship Id="rId1" Type="http://schemas.openxmlformats.org/officeDocument/2006/relationships/slideLayout" Target="../slideLayouts/slideLayout11.xml"/></Relationships>
</file>

<file path=ppt/slides/_rels/slide9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4.xml"/><Relationship Id="rId1" Type="http://schemas.openxmlformats.org/officeDocument/2006/relationships/slideLayout" Target="../slideLayouts/slideLayout2.xml"/></Relationships>
</file>

<file path=ppt/slides/_rels/slide9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95.xml"/><Relationship Id="rId1" Type="http://schemas.openxmlformats.org/officeDocument/2006/relationships/slideLayout" Target="../slideLayouts/slideLayout11.xml"/></Relationships>
</file>

<file path=ppt/slides/_rels/slide9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96.xml"/><Relationship Id="rId1" Type="http://schemas.openxmlformats.org/officeDocument/2006/relationships/slideLayout" Target="../slideLayouts/slideLayout11.xml"/></Relationships>
</file>

<file path=ppt/slides/_rels/slide9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97.xml"/><Relationship Id="rId1" Type="http://schemas.openxmlformats.org/officeDocument/2006/relationships/slideLayout" Target="../slideLayouts/slideLayout11.xml"/></Relationships>
</file>

<file path=ppt/slides/_rels/slide9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98.xml"/><Relationship Id="rId1" Type="http://schemas.openxmlformats.org/officeDocument/2006/relationships/slideLayout" Target="../slideLayouts/slideLayout11.xml"/></Relationships>
</file>

<file path=ppt/slides/_rels/slide9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99.xml"/><Relationship Id="rId1" Type="http://schemas.openxmlformats.org/officeDocument/2006/relationships/slideLayout" Target="../slideLayouts/slideLayout11.xml"/></Relationships>
</file>

<file path=ppt/slides/_rels/slide10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00.xml"/><Relationship Id="rId1" Type="http://schemas.openxmlformats.org/officeDocument/2006/relationships/slideLayout" Target="../slideLayouts/slideLayout11.xml"/></Relationships>
</file>

<file path=ppt/slides/_rels/slide10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1.xml"/><Relationship Id="rId1" Type="http://schemas.openxmlformats.org/officeDocument/2006/relationships/slideLayout" Target="../slideLayouts/slideLayout2.xml"/></Relationships>
</file>

<file path=ppt/slides/_rels/slide10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02.xml"/><Relationship Id="rId1" Type="http://schemas.openxmlformats.org/officeDocument/2006/relationships/slideLayout" Target="../slideLayouts/slideLayout11.xml"/></Relationships>
</file>

<file path=ppt/slides/_rels/slide10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03.xml"/><Relationship Id="rId1" Type="http://schemas.openxmlformats.org/officeDocument/2006/relationships/slideLayout" Target="../slideLayouts/slideLayout11.xml"/></Relationships>
</file>

<file path=ppt/slides/_rels/slide10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04.xml"/><Relationship Id="rId1" Type="http://schemas.openxmlformats.org/officeDocument/2006/relationships/slideLayout" Target="../slideLayouts/slideLayout11.xml"/></Relationships>
</file>

<file path=ppt/slides/_rels/slide10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05.xml"/><Relationship Id="rId1" Type="http://schemas.openxmlformats.org/officeDocument/2006/relationships/slideLayout" Target="../slideLayouts/slideLayout11.xml"/></Relationships>
</file>

<file path=ppt/slides/_rels/slide10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6.xml"/><Relationship Id="rId1" Type="http://schemas.openxmlformats.org/officeDocument/2006/relationships/slideLayout" Target="../slideLayouts/slideLayout3.xml"/></Relationships>
</file>

<file path=ppt/slides/_rels/slide10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7.xml"/><Relationship Id="rId1" Type="http://schemas.openxmlformats.org/officeDocument/2006/relationships/slideLayout" Target="../slideLayouts/slideLayout3.xml"/></Relationships>
</file>

<file path=ppt/slides/_rels/slide10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8.xml"/><Relationship Id="rId1" Type="http://schemas.openxmlformats.org/officeDocument/2006/relationships/slideLayout" Target="../slideLayouts/slideLayout3.xml"/></Relationships>
</file>

<file path=ppt/slides/_rels/slide10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9.xml"/><Relationship Id="rId1" Type="http://schemas.openxmlformats.org/officeDocument/2006/relationships/slideLayout" Target="../slideLayouts/slideLayout3.xml"/></Relationships>
</file>

<file path=ppt/slides/_rels/slide1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0.xml"/><Relationship Id="rId1" Type="http://schemas.openxmlformats.org/officeDocument/2006/relationships/slideLayout" Target="../slideLayouts/slideLayout3.xml"/></Relationships>
</file>

<file path=ppt/slides/_rels/slide1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1.xml"/><Relationship Id="rId1" Type="http://schemas.openxmlformats.org/officeDocument/2006/relationships/slideLayout" Target="../slideLayouts/slideLayout3.xml"/></Relationships>
</file>

<file path=ppt/slides/_rels/slide1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2.xml"/><Relationship Id="rId1" Type="http://schemas.openxmlformats.org/officeDocument/2006/relationships/slideLayout" Target="../slideLayouts/slideLayout2.xml"/></Relationships>
</file>

<file path=ppt/slides/_rels/slide113.xml.rels><?xml version="1.0" encoding="UTF-8" standalone="yes"?>
<Relationships xmlns="http://schemas.openxmlformats.org/package/2006/relationships"><Relationship Id="rId3" Type="http://schemas.openxmlformats.org/officeDocument/2006/relationships/hyperlink" Target="https://bootstrap-table.com/" TargetMode="External"/><Relationship Id="rId2" Type="http://schemas.openxmlformats.org/officeDocument/2006/relationships/notesSlide" Target="../notesSlides/notesSlide113.xml"/><Relationship Id="rId1" Type="http://schemas.openxmlformats.org/officeDocument/2006/relationships/slideLayout" Target="../slideLayouts/slideLayout2.xml"/></Relationships>
</file>

<file path=ppt/slides/_rels/slide1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4.xml"/><Relationship Id="rId1" Type="http://schemas.openxmlformats.org/officeDocument/2006/relationships/slideLayout" Target="../slideLayouts/slideLayout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50457470-869F-3131-BECA-F5A378ABE6C9}"/>
              </a:ext>
            </a:extLst>
          </p:cNvPr>
          <p:cNvSpPr txBox="1"/>
          <p:nvPr/>
        </p:nvSpPr>
        <p:spPr>
          <a:xfrm>
            <a:off x="921001" y="2110085"/>
            <a:ext cx="7301999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GB" sz="5400" dirty="0">
                <a:solidFill>
                  <a:schemeClr val="tx1"/>
                </a:solidFill>
              </a:rPr>
              <a:t>Computing Technology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6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internet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4" name="Google Shape;74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68275" y="0"/>
            <a:ext cx="7207460" cy="51435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9" name="Google Shape;79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84263" y="0"/>
            <a:ext cx="8175472" cy="51435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9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routers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9" name="Google Shape;89;p20" descr="Music by: http://www.orangefreesounds.com/la-traviata-opera/&#10;&#10;*** &#10; &#10;This is CS50, Harvard University's introduction to the intellectual enterprises of computer science and the art of programming. &#10; &#10;*** &#10; &#10;HOW TO SUBSCRIBE &#10; &#10;http://www.youtube.com/subscription_center?add_user=cs50tv &#10; &#10;HOW TO TAKE CS50 &#10; &#10;edX: https://cs50.edx.org/ &#10;Harvard Extension School: https://cs50.harvard.edu/extension &#10;Harvard Summer School: https://cs50.harvard.edu/summer &#10;OpenCourseWare: https://cs50.harvard.edu/x &#10; &#10;HOW TO JOIN CS50 COMMUNITIES &#10; &#10;Discord: https://discord.gg/T8QZqRx &#10;Ed: https://cs50.harvard.edu/x/ed &#10;Facebook Group: https://www.facebook.com/groups/cs50/ &#10;Faceboook Page: https://www.facebook.com/cs50/ &#10;GitHub: https://github.com/cs50 &#10;Gitter: https://gitter.im/cs50/x &#10;Instagram: https://instagram.com/cs50 &#10;LinkedIn Group: https://www.linkedin.com/groups/7437240/ &#10;LinkedIn Page: https://www.linkedin.com/school/cs50/ &#10;Quora: https://www.quora.com/topic/CS50 &#10;Slack: https://cs50.edx.org/slack &#10;Snapchat: https://www.snapchat.com/add/cs50 &#10;Twitter: https://twitter.com/cs50 &#10;YouTube: http://www.youtube.com/cs50 &#10; &#10;HOW TO FOLLOW DAVID J. MALAN &#10; &#10;Facebook: https://www.facebook.com/dmalan &#10;GitHub: https://github.com/dmalan &#10;Instagram: https://www.instagram.com/davidjmalan/ &#10;LinkedIn: https://www.linkedin.com/in/malan/ &#10;Quora: https://www.quora.com/profile/David-J-Malan &#10;Twitter: https://twitter.com/davidjmalan &#10; &#10;*** &#10; &#10;CS50 SHOP &#10; &#10;https://cs50.harvardshop.com/ &#10; &#10;*** &#10; &#10;LICENSE &#10; &#10;CC BY-NC-SA 4.0 &#10;Creative Commons Attribution-NonCommercial-ShareAlike 4.0 International Public License &#10;https://creativecommons.org/licenses/by-nc-sa/4.0/ &#10; &#10;David J. Malan &#10;https://cs.harvard.edu/malan &#10;malan@harvard.edu" title="Passing TCP/IP Packet 2 of 2 - CS50 2020">
            <a:hlinkClick r:id="rId3"/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-857250"/>
            <a:ext cx="9144000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21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TCP/IP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22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IP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2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#.#.#.#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24"/>
          <p:cNvSpPr txBox="1"/>
          <p:nvPr/>
        </p:nvSpPr>
        <p:spPr>
          <a:xfrm>
            <a:off x="722850" y="478650"/>
            <a:ext cx="7698300" cy="327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0                   1                   2                   3</a:t>
            </a:r>
            <a:endParaRPr sz="15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0 1 2 3 4 5 6 7 8 9 0 1 2 3 4 5 6 7 8 9 0 1 2 3 4 5 6 7 8 9 0 1</a:t>
            </a:r>
            <a:endParaRPr sz="15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+-+-+-+-+-+-+-+-+-+-+-+-+-+-+-+-+-+-+-+-+-+-+-+-+-+-+-+-+-+-+-+-+</a:t>
            </a:r>
            <a:endParaRPr sz="15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|Version|  IHL  |Type of Service|          Total Length         |</a:t>
            </a:r>
            <a:endParaRPr sz="15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+-+-+-+-+-+-+-+-+-+-+-+-+-+-+-+-+-+-+-+-+-+-+-+-+-+-+-+-+-+-+-+-+</a:t>
            </a:r>
            <a:endParaRPr sz="15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|         Identification        |Flags|      Fragment Offset    |</a:t>
            </a:r>
            <a:endParaRPr sz="15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+-+-+-+-+-+-+-+-+-+-+-+-+-+-+-+-+-+-+-+-+-+-+-+-+-+-+-+-+-+-+-+-+</a:t>
            </a:r>
            <a:endParaRPr sz="15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|  Time to Live |    Protocol   |         Header Checksum       |</a:t>
            </a:r>
            <a:endParaRPr sz="15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+-+-+-+-+-+-+-+-+-+-+-+-+-+-+-+-+-+-+-+-+-+-+-+-+-+-+-+-+-+-+-+-+</a:t>
            </a:r>
            <a:endParaRPr sz="15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|                       Source Address                          |</a:t>
            </a:r>
            <a:endParaRPr sz="15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+-+-+-+-+-+-+-+-+-+-+-+-+-+-+-+-+-+-+-+-+-+-+-+-+-+-+-+-+-+-+-+-+</a:t>
            </a:r>
            <a:endParaRPr sz="15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|                    Destination Address                        |</a:t>
            </a:r>
            <a:endParaRPr sz="15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+-+-+-+-+-+-+-+-+-+-+-+-+-+-+-+-+-+-+-+-+-+-+-+-+-+-+-+-+-+-+-+-+</a:t>
            </a:r>
            <a:endParaRPr sz="15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|                    Options                    |    Padding    |</a:t>
            </a:r>
            <a:endParaRPr sz="15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+-+-+-+-+-+-+-+-+-+-+-+-+-+-+-+-+-+-+-+-+-+-+-+-+-+-+-+-+-+-+-+-+</a:t>
            </a:r>
            <a:endParaRPr sz="15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5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                Example Internet Datagram Header</a:t>
            </a:r>
            <a:endParaRPr sz="15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25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TCP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26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ports</a:t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27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</a:rPr>
              <a:t>80                 </a:t>
            </a:r>
            <a:r>
              <a:rPr lang="en">
                <a:solidFill>
                  <a:srgbClr val="666666"/>
                </a:solidFill>
              </a:rPr>
              <a:t>HTTP</a:t>
            </a:r>
            <a:endParaRPr>
              <a:solidFill>
                <a:srgbClr val="666666"/>
              </a:solidFill>
            </a:endParaRPr>
          </a:p>
          <a:p>
            <a:pPr marL="0" lvl="0" indent="0" algn="l" rtl="0">
              <a:spcBef>
                <a:spcPts val="160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</a:rPr>
              <a:t>443</a:t>
            </a:r>
            <a:r>
              <a:rPr lang="en" i="1">
                <a:solidFill>
                  <a:srgbClr val="FFFFFF"/>
                </a:solidFill>
              </a:rPr>
              <a:t>               </a:t>
            </a:r>
            <a:r>
              <a:rPr lang="en">
                <a:solidFill>
                  <a:srgbClr val="666666"/>
                </a:solidFill>
              </a:rPr>
              <a:t>HTTPS</a:t>
            </a:r>
            <a:endParaRPr>
              <a:solidFill>
                <a:srgbClr val="666666"/>
              </a:solidFill>
            </a:endParaRPr>
          </a:p>
          <a:p>
            <a:pPr marL="0" lvl="0" indent="0" algn="l" rtl="0">
              <a:spcBef>
                <a:spcPts val="160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...</a:t>
            </a:r>
            <a:endParaRPr>
              <a:solidFill>
                <a:srgbClr val="666666"/>
              </a:solidFill>
            </a:endParaRPr>
          </a:p>
          <a:p>
            <a:pPr marL="0" lvl="0" indent="0" algn="l" rtl="0">
              <a:spcBef>
                <a:spcPts val="1600"/>
              </a:spcBef>
              <a:spcAft>
                <a:spcPts val="1600"/>
              </a:spcAft>
              <a:buNone/>
            </a:pPr>
            <a:endParaRPr>
              <a:solidFill>
                <a:srgbClr val="666666"/>
              </a:solidFill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28"/>
          <p:cNvSpPr txBox="1"/>
          <p:nvPr/>
        </p:nvSpPr>
        <p:spPr>
          <a:xfrm>
            <a:off x="722850" y="32211"/>
            <a:ext cx="7698300" cy="327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0                   1                   2                   3   </a:t>
            </a:r>
            <a:endParaRPr sz="15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0 1 2 3 4 5 6 7 8 9 0 1 2 3 4 5 6 7 8 9 0 1 2 3 4 5 6 7 8 9 0 1 </a:t>
            </a:r>
            <a:endParaRPr sz="15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+-+-+-+-+-+-+-+-+-+-+-+-+-+-+-+-+-+-+-+-+-+-+-+-+-+-+-+-+-+-+-+-+</a:t>
            </a:r>
            <a:endParaRPr sz="15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|          Source Port          |       Destination Port        |</a:t>
            </a:r>
            <a:endParaRPr sz="15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+-+-+-+-+-+-+-+-+-+-+-+-+-+-+-+-+-+-+-+-+-+-+-+-+-+-+-+-+-+-+-+-+</a:t>
            </a:r>
            <a:endParaRPr sz="15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|                        Sequence Number                        |</a:t>
            </a:r>
            <a:endParaRPr sz="15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+-+-+-+-+-+-+-+-+-+-+-+-+-+-+-+-+-+-+-+-+-+-+-+-+-+-+-+-+-+-+-+-+</a:t>
            </a:r>
            <a:endParaRPr sz="15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|                    Acknowledgment Number                      |</a:t>
            </a:r>
            <a:endParaRPr sz="15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+-+-+-+-+-+-+-+-+-+-+-+-+-+-+-+-+-+-+-+-+-+-+-+-+-+-+-+-+-+-+-+-+</a:t>
            </a:r>
            <a:endParaRPr sz="15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|  Data |           |U|A|P|R|S|F|                               |</a:t>
            </a:r>
            <a:endParaRPr sz="15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| Offset| Reserved  |R|C|S|S|Y|I|            Window             |</a:t>
            </a:r>
            <a:endParaRPr sz="15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|       |           |G|K|H|T|N|N|                               |</a:t>
            </a:r>
            <a:endParaRPr sz="15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+-+-+-+-+-+-+-+-+-+-+-+-+-+-+-+-+-+-+-+-+-+-+-+-+-+-+-+-+-+-+-+-+</a:t>
            </a:r>
            <a:endParaRPr sz="15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|           Checksum            |         Urgent Pointer        |</a:t>
            </a:r>
            <a:endParaRPr sz="15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+-+-+-+-+-+-+-+-+-+-+-+-+-+-+-+-+-+-+-+-+-+-+-+-+-+-+-+-+-+-+-+-+</a:t>
            </a:r>
            <a:endParaRPr sz="15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|                    Options                    |    Padding    |</a:t>
            </a:r>
            <a:endParaRPr sz="15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+-+-+-+-+-+-+-+-+-+-+-+-+-+-+-+-+-+-+-+-+-+-+-+-+-+-+-+-+-+-+-+-+</a:t>
            </a:r>
            <a:endParaRPr sz="15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|                             data                              |</a:t>
            </a:r>
            <a:endParaRPr sz="15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+-+-+-+-+-+-+-+-+-+-+-+-+-+-+-+-+-+-+-+-+-+-+-+-+-+-+-+-+-+-+-+-+</a:t>
            </a:r>
            <a:endParaRPr sz="15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5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                        TCP Header Format</a:t>
            </a:r>
            <a:endParaRPr sz="15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29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DNS</a:t>
            </a:r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39" name="Google Shape;139;p30"/>
          <p:cNvGraphicFramePr/>
          <p:nvPr/>
        </p:nvGraphicFramePr>
        <p:xfrm>
          <a:off x="952500" y="788800"/>
          <a:ext cx="7239000" cy="3565890"/>
        </p:xfrm>
        <a:graphic>
          <a:graphicData uri="http://schemas.openxmlformats.org/drawingml/2006/table">
            <a:tbl>
              <a:tblPr>
                <a:noFill/>
                <a:tableStyleId>{06A4BCCF-0DE0-4FDB-AC61-5763732B5E8D}</a:tableStyleId>
              </a:tblPr>
              <a:tblGrid>
                <a:gridCol w="36195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195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b="1"/>
                        <a:t>Fully Qualified</a:t>
                      </a:r>
                      <a:r>
                        <a:rPr lang="en" b="1">
                          <a:solidFill>
                            <a:schemeClr val="dk1"/>
                          </a:solidFill>
                        </a:rPr>
                        <a:t> Domain Name</a:t>
                      </a:r>
                      <a:endParaRPr b="1">
                        <a:solidFill>
                          <a:schemeClr val="dk1"/>
                        </a:solidFill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b="1">
                          <a:solidFill>
                            <a:schemeClr val="dk1"/>
                          </a:solidFill>
                        </a:rPr>
                        <a:t>IP Address</a:t>
                      </a:r>
                      <a:endParaRPr b="1">
                        <a:solidFill>
                          <a:schemeClr val="dk1"/>
                        </a:solidFill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44" name="Google Shape;144;p31"/>
          <p:cNvGraphicFramePr/>
          <p:nvPr/>
        </p:nvGraphicFramePr>
        <p:xfrm>
          <a:off x="952500" y="788800"/>
          <a:ext cx="7239000" cy="3565890"/>
        </p:xfrm>
        <a:graphic>
          <a:graphicData uri="http://schemas.openxmlformats.org/drawingml/2006/table">
            <a:tbl>
              <a:tblPr>
                <a:noFill/>
                <a:tableStyleId>{06A4BCCF-0DE0-4FDB-AC61-5763732B5E8D}</a:tableStyleId>
              </a:tblPr>
              <a:tblGrid>
                <a:gridCol w="36195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195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b="1">
                          <a:solidFill>
                            <a:schemeClr val="dk1"/>
                          </a:solidFill>
                        </a:rPr>
                        <a:t>Fully Qualified Domain Name</a:t>
                      </a:r>
                      <a:endParaRPr b="1">
                        <a:solidFill>
                          <a:schemeClr val="dk1"/>
                        </a:solidFill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b="1">
                          <a:solidFill>
                            <a:schemeClr val="dk1"/>
                          </a:solidFill>
                        </a:rPr>
                        <a:t>IP Address</a:t>
                      </a:r>
                      <a:endParaRPr b="1">
                        <a:solidFill>
                          <a:schemeClr val="dk1"/>
                        </a:solidFill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32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DHCP</a:t>
            </a:r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3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HTTP</a:t>
            </a:r>
            <a:endParaRPr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34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HTTPS</a:t>
            </a:r>
            <a:endParaRPr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35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500">
                <a:solidFill>
                  <a:srgbClr val="FFFFFF"/>
                </a:solidFill>
              </a:rPr>
              <a:t>https://www.example.com</a:t>
            </a:r>
            <a:endParaRPr sz="3500"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36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500">
                <a:solidFill>
                  <a:srgbClr val="FFFFFF"/>
                </a:solidFill>
              </a:rPr>
              <a:t>https://www.example.com</a:t>
            </a:r>
            <a:r>
              <a:rPr lang="en" sz="3500">
                <a:solidFill>
                  <a:srgbClr val="FFFF00"/>
                </a:solidFill>
              </a:rPr>
              <a:t>/</a:t>
            </a:r>
            <a:endParaRPr sz="3500">
              <a:solidFill>
                <a:srgbClr val="FFFF00"/>
              </a:solidFill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37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500"/>
              <a:t>https://www.example.com</a:t>
            </a:r>
            <a:r>
              <a:rPr lang="en" sz="3500">
                <a:solidFill>
                  <a:srgbClr val="FFFF00"/>
                </a:solidFill>
              </a:rPr>
              <a:t>/path</a:t>
            </a:r>
            <a:endParaRPr sz="3500">
              <a:solidFill>
                <a:srgbClr val="FFFF00"/>
              </a:solidFill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38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500"/>
              <a:t>https://www.example.com</a:t>
            </a:r>
            <a:r>
              <a:rPr lang="en" sz="3500">
                <a:solidFill>
                  <a:srgbClr val="FFFF00"/>
                </a:solidFill>
              </a:rPr>
              <a:t>/file.html</a:t>
            </a:r>
            <a:endParaRPr sz="3500">
              <a:solidFill>
                <a:srgbClr val="FFFF00"/>
              </a:solidFill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39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500"/>
              <a:t>https://www.example.com</a:t>
            </a:r>
            <a:r>
              <a:rPr lang="en" sz="3500">
                <a:solidFill>
                  <a:srgbClr val="FFFF00"/>
                </a:solidFill>
              </a:rPr>
              <a:t>/folder/</a:t>
            </a:r>
            <a:endParaRPr sz="3500">
              <a:solidFill>
                <a:srgbClr val="FFFF00"/>
              </a:solidFill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40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500">
                <a:solidFill>
                  <a:srgbClr val="FFFFFF"/>
                </a:solidFill>
              </a:rPr>
              <a:t>https://www.example.com</a:t>
            </a:r>
            <a:r>
              <a:rPr lang="en" sz="3500">
                <a:solidFill>
                  <a:srgbClr val="FFFF00"/>
                </a:solidFill>
              </a:rPr>
              <a:t>/folder/file.html</a:t>
            </a:r>
            <a:endParaRPr sz="3500">
              <a:solidFill>
                <a:srgbClr val="FFFF00"/>
              </a:solidFill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41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500">
                <a:solidFill>
                  <a:srgbClr val="FFFFFF"/>
                </a:solidFill>
              </a:rPr>
              <a:t>https://</a:t>
            </a:r>
            <a:r>
              <a:rPr lang="en" sz="3500">
                <a:solidFill>
                  <a:srgbClr val="FFFF00"/>
                </a:solidFill>
              </a:rPr>
              <a:t>www.example.com</a:t>
            </a:r>
            <a:r>
              <a:rPr lang="en" sz="3500">
                <a:solidFill>
                  <a:srgbClr val="FFFFFF"/>
                </a:solidFill>
              </a:rPr>
              <a:t>/folder/file.html</a:t>
            </a:r>
            <a:endParaRPr sz="3500"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42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500">
                <a:solidFill>
                  <a:srgbClr val="FFFFFF"/>
                </a:solidFill>
              </a:rPr>
              <a:t>https://www.</a:t>
            </a:r>
            <a:r>
              <a:rPr lang="en" sz="3500">
                <a:solidFill>
                  <a:srgbClr val="FFFF00"/>
                </a:solidFill>
              </a:rPr>
              <a:t>example.com</a:t>
            </a:r>
            <a:r>
              <a:rPr lang="en" sz="3500">
                <a:solidFill>
                  <a:srgbClr val="FFFFFF"/>
                </a:solidFill>
              </a:rPr>
              <a:t>/folder/file.html</a:t>
            </a:r>
            <a:endParaRPr sz="3500"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4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500">
                <a:solidFill>
                  <a:srgbClr val="FFFFFF"/>
                </a:solidFill>
              </a:rPr>
              <a:t>https://www.example.</a:t>
            </a:r>
            <a:r>
              <a:rPr lang="en" sz="3500">
                <a:solidFill>
                  <a:srgbClr val="FFFF00"/>
                </a:solidFill>
              </a:rPr>
              <a:t>com</a:t>
            </a:r>
            <a:r>
              <a:rPr lang="en" sz="3500">
                <a:solidFill>
                  <a:srgbClr val="FFFFFF"/>
                </a:solidFill>
              </a:rPr>
              <a:t>/folder/file.html</a:t>
            </a:r>
            <a:endParaRPr sz="3500"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p44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500">
                <a:solidFill>
                  <a:srgbClr val="FFFFFF"/>
                </a:solidFill>
              </a:rPr>
              <a:t>https://</a:t>
            </a:r>
            <a:r>
              <a:rPr lang="en" sz="3500">
                <a:solidFill>
                  <a:srgbClr val="FFFF00"/>
                </a:solidFill>
              </a:rPr>
              <a:t>www</a:t>
            </a:r>
            <a:r>
              <a:rPr lang="en" sz="3500">
                <a:solidFill>
                  <a:srgbClr val="FFFFFF"/>
                </a:solidFill>
              </a:rPr>
              <a:t>.example.com/folder/file.html</a:t>
            </a:r>
            <a:endParaRPr sz="3500"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p45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500">
                <a:solidFill>
                  <a:srgbClr val="FFFF00"/>
                </a:solidFill>
              </a:rPr>
              <a:t>https</a:t>
            </a:r>
            <a:r>
              <a:rPr lang="en" sz="3500">
                <a:solidFill>
                  <a:srgbClr val="FFFFFF"/>
                </a:solidFill>
              </a:rPr>
              <a:t>://www.example.com/folder/file.html</a:t>
            </a:r>
            <a:endParaRPr sz="3500"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p46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GET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POST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...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p47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GET / HTTP/2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Host: www.harvard.edu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...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p48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HTTP/2 200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Content-Type: text/html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...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p49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developer tools</a:t>
            </a:r>
            <a:endParaRPr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p50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HTTP/2 301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Location: https://www.harvard.edu/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…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Google Shape;244;p5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GET / HTTP/2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Host: harvard.edu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...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p52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HTTP/2 404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Content-Type: text/html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...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Google Shape;254;p53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600"/>
              </a:spcAft>
              <a:buNone/>
            </a:pPr>
            <a:r>
              <a:rPr lang="en" sz="16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200 OK</a:t>
            </a:r>
            <a:br>
              <a:rPr lang="en" sz="16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en" sz="16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301 Moved Permanently</a:t>
            </a:r>
            <a:br>
              <a:rPr lang="en" sz="16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en" sz="16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302 Found</a:t>
            </a:r>
            <a:br>
              <a:rPr lang="en" sz="16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en" sz="16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304 Not Modified</a:t>
            </a:r>
            <a:br>
              <a:rPr lang="en" sz="16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en" sz="16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307 Temporary Redirect</a:t>
            </a:r>
            <a:br>
              <a:rPr lang="en" sz="16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en" sz="16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401 Unauthorized</a:t>
            </a:r>
            <a:br>
              <a:rPr lang="en" sz="16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en" sz="16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403 Forbidden</a:t>
            </a:r>
            <a:br>
              <a:rPr lang="en" sz="16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en" sz="16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404 Not Found</a:t>
            </a:r>
            <a:br>
              <a:rPr lang="en" sz="16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en" sz="16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418 I'm a Teapot</a:t>
            </a:r>
            <a:br>
              <a:rPr lang="en" sz="16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en" sz="16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500 Internal Server Error</a:t>
            </a:r>
            <a:br>
              <a:rPr lang="en" sz="16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en" sz="16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503 Service Unavailable</a:t>
            </a:r>
            <a:br>
              <a:rPr lang="en" sz="16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en" sz="16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...</a:t>
            </a:r>
            <a:endParaRPr sz="160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Google Shape;259;p5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GET / HTTP/1.1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Host: safetyschool.org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...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Google Shape;264;p55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</a:rPr>
              <a:t>HTML</a:t>
            </a:r>
            <a:endParaRPr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Google Shape;269;p56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</a:rPr>
              <a:t>tags</a:t>
            </a:r>
            <a:endParaRPr>
              <a:solidFill>
                <a:srgbClr val="FFFFFF"/>
              </a:solidFill>
            </a:endParaRPr>
          </a:p>
          <a:p>
            <a:pPr marL="0" lvl="0" indent="0" algn="l" rtl="0">
              <a:spcBef>
                <a:spcPts val="1600"/>
              </a:spcBef>
              <a:spcAft>
                <a:spcPts val="1600"/>
              </a:spcAft>
              <a:buNone/>
            </a:pPr>
            <a:r>
              <a:rPr lang="en">
                <a:solidFill>
                  <a:srgbClr val="FFFFFF"/>
                </a:solidFill>
              </a:rPr>
              <a:t>attributes</a:t>
            </a:r>
            <a:endParaRPr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p57"/>
          <p:cNvSpPr txBox="1">
            <a:spLocks noGrp="1"/>
          </p:cNvSpPr>
          <p:nvPr>
            <p:ph type="body" idx="1"/>
          </p:nvPr>
        </p:nvSpPr>
        <p:spPr>
          <a:xfrm>
            <a:off x="311700" y="694800"/>
            <a:ext cx="8520600" cy="3753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&lt;!DOCTYPE html&gt;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&lt;html lang="en"&gt;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&lt;head&gt;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    &lt;title&gt;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        hello, title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    &lt;/title&gt;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&lt;/head&gt;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&lt;body&gt;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    hello, body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&lt;/body&gt;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&lt;/html&gt;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" name="Google Shape;279;p58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60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http-server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" name="Google Shape;284;p59"/>
          <p:cNvSpPr txBox="1">
            <a:spLocks noGrp="1"/>
          </p:cNvSpPr>
          <p:nvPr>
            <p:ph type="body" idx="1"/>
          </p:nvPr>
        </p:nvSpPr>
        <p:spPr>
          <a:xfrm>
            <a:off x="311700" y="694800"/>
            <a:ext cx="8520600" cy="3753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&lt;!DOCTYPE html&gt;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&lt;html lang="en"&gt;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&lt;head&gt;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    &lt;title&gt;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        hello, title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    &lt;/title&gt;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&lt;/head&gt;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&lt;body&gt;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    hello, body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&lt;/body&gt;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&lt;/html&gt;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" name="Google Shape;289;p60"/>
          <p:cNvSpPr txBox="1">
            <a:spLocks noGrp="1"/>
          </p:cNvSpPr>
          <p:nvPr>
            <p:ph type="body" idx="1"/>
          </p:nvPr>
        </p:nvSpPr>
        <p:spPr>
          <a:xfrm>
            <a:off x="311700" y="694800"/>
            <a:ext cx="8520600" cy="3753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000000"/>
                </a:solidFill>
                <a:highlight>
                  <a:schemeClr val="dk1"/>
                </a:highlight>
                <a:latin typeface="Consolas"/>
                <a:ea typeface="Consolas"/>
                <a:cs typeface="Consolas"/>
                <a:sym typeface="Consolas"/>
              </a:rPr>
              <a:t>&lt;!DOCTYPE html&gt;</a:t>
            </a:r>
            <a:endParaRPr>
              <a:solidFill>
                <a:srgbClr val="000000"/>
              </a:solidFill>
              <a:highlight>
                <a:schemeClr val="dk1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&lt;html lang="en"&gt;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&lt;head&gt;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    &lt;title&gt;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        hello, title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    &lt;/title&gt;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&lt;/head&gt;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&lt;body&gt;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    hello, body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&lt;/body&gt;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&lt;/html&gt;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" name="Google Shape;294;p61"/>
          <p:cNvSpPr txBox="1">
            <a:spLocks noGrp="1"/>
          </p:cNvSpPr>
          <p:nvPr>
            <p:ph type="body" idx="1"/>
          </p:nvPr>
        </p:nvSpPr>
        <p:spPr>
          <a:xfrm>
            <a:off x="311700" y="694800"/>
            <a:ext cx="8520600" cy="3753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&lt;!DOCTYPE html&gt;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000000"/>
                </a:solidFill>
                <a:highlight>
                  <a:schemeClr val="dk1"/>
                </a:highlight>
                <a:latin typeface="Consolas"/>
                <a:ea typeface="Consolas"/>
                <a:cs typeface="Consolas"/>
                <a:sym typeface="Consolas"/>
              </a:rPr>
              <a:t>&lt;html lang="en"&gt;</a:t>
            </a:r>
            <a:endParaRPr>
              <a:solidFill>
                <a:srgbClr val="000000"/>
              </a:solidFill>
              <a:highlight>
                <a:schemeClr val="dk1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&lt;head&gt;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    &lt;title&gt;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        hello, title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    &lt;/title&gt;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&lt;/head&gt;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&lt;body&gt;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    hello, body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&lt;/body&gt;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&lt;/html&gt;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9" name="Google Shape;299;p62"/>
          <p:cNvSpPr txBox="1">
            <a:spLocks noGrp="1"/>
          </p:cNvSpPr>
          <p:nvPr>
            <p:ph type="body" idx="1"/>
          </p:nvPr>
        </p:nvSpPr>
        <p:spPr>
          <a:xfrm>
            <a:off x="311700" y="694800"/>
            <a:ext cx="8520600" cy="3753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&lt;!DOCTYPE html&gt;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&lt;</a:t>
            </a:r>
            <a:r>
              <a:rPr lang="en">
                <a:solidFill>
                  <a:srgbClr val="000000"/>
                </a:solidFill>
                <a:highlight>
                  <a:schemeClr val="dk1"/>
                </a:highlight>
                <a:latin typeface="Consolas"/>
                <a:ea typeface="Consolas"/>
                <a:cs typeface="Consolas"/>
                <a:sym typeface="Consolas"/>
              </a:rPr>
              <a:t>html</a:t>
            </a: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lang="en"&gt;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&lt;head&gt;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    &lt;title&gt;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        hello, title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    &lt;/title&gt;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&lt;/head&gt;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&lt;body&gt;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    hello, body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&lt;/body&gt;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&lt;/html&gt;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Google Shape;304;p63"/>
          <p:cNvSpPr txBox="1">
            <a:spLocks noGrp="1"/>
          </p:cNvSpPr>
          <p:nvPr>
            <p:ph type="body" idx="1"/>
          </p:nvPr>
        </p:nvSpPr>
        <p:spPr>
          <a:xfrm>
            <a:off x="311700" y="694800"/>
            <a:ext cx="8520600" cy="3753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&lt;!DOCTYPE html&gt;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&lt;html </a:t>
            </a:r>
            <a:r>
              <a:rPr lang="en">
                <a:solidFill>
                  <a:srgbClr val="000000"/>
                </a:solidFill>
                <a:highlight>
                  <a:schemeClr val="dk1"/>
                </a:highlight>
                <a:latin typeface="Consolas"/>
                <a:ea typeface="Consolas"/>
                <a:cs typeface="Consolas"/>
                <a:sym typeface="Consolas"/>
              </a:rPr>
              <a:t>lang</a:t>
            </a: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="en"&gt;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&lt;head&gt;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    &lt;title&gt;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        hello, title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    &lt;/title&gt;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&lt;/head&gt;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&lt;body&gt;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    hello, body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&lt;/body&gt;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&lt;/html&gt;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p64"/>
          <p:cNvSpPr txBox="1">
            <a:spLocks noGrp="1"/>
          </p:cNvSpPr>
          <p:nvPr>
            <p:ph type="body" idx="1"/>
          </p:nvPr>
        </p:nvSpPr>
        <p:spPr>
          <a:xfrm>
            <a:off x="311700" y="694800"/>
            <a:ext cx="8520600" cy="3753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&lt;!DOCTYPE html&gt;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&lt;html lang="</a:t>
            </a:r>
            <a:r>
              <a:rPr lang="en">
                <a:solidFill>
                  <a:srgbClr val="000000"/>
                </a:solidFill>
                <a:highlight>
                  <a:schemeClr val="dk1"/>
                </a:highlight>
                <a:latin typeface="Consolas"/>
                <a:ea typeface="Consolas"/>
                <a:cs typeface="Consolas"/>
                <a:sym typeface="Consolas"/>
              </a:rPr>
              <a:t>en</a:t>
            </a: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"&gt;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&lt;head&gt;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    &lt;title&gt;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        hello, title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    &lt;/title&gt;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&lt;/head&gt;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&lt;body&gt;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    hello, body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&lt;/body&gt;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&lt;/html&gt;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4" name="Google Shape;314;p65"/>
          <p:cNvSpPr txBox="1">
            <a:spLocks noGrp="1"/>
          </p:cNvSpPr>
          <p:nvPr>
            <p:ph type="body" idx="1"/>
          </p:nvPr>
        </p:nvSpPr>
        <p:spPr>
          <a:xfrm>
            <a:off x="311700" y="694800"/>
            <a:ext cx="8520600" cy="3753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&lt;!DOCTYPE html&gt;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&lt;html lang="en"&gt;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lang="en">
                <a:solidFill>
                  <a:srgbClr val="000000"/>
                </a:solidFill>
                <a:highlight>
                  <a:schemeClr val="dk1"/>
                </a:highlight>
                <a:latin typeface="Consolas"/>
                <a:ea typeface="Consolas"/>
                <a:cs typeface="Consolas"/>
                <a:sym typeface="Consolas"/>
              </a:rPr>
              <a:t>&lt;head&gt;</a:t>
            </a:r>
            <a:endParaRPr>
              <a:solidFill>
                <a:srgbClr val="000000"/>
              </a:solidFill>
              <a:highlight>
                <a:schemeClr val="dk1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    &lt;title&gt;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        hello, title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    &lt;/title&gt;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&lt;/head&gt;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&lt;body&gt;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    hello, body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&lt;/body&gt;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&lt;/html&gt;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9" name="Google Shape;319;p66"/>
          <p:cNvSpPr txBox="1">
            <a:spLocks noGrp="1"/>
          </p:cNvSpPr>
          <p:nvPr>
            <p:ph type="body" idx="1"/>
          </p:nvPr>
        </p:nvSpPr>
        <p:spPr>
          <a:xfrm>
            <a:off x="311700" y="694800"/>
            <a:ext cx="8520600" cy="3753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&lt;!DOCTYPE html&gt;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&lt;html lang="en"&gt;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&lt;head&gt;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    </a:t>
            </a:r>
            <a:r>
              <a:rPr lang="en">
                <a:solidFill>
                  <a:srgbClr val="000000"/>
                </a:solidFill>
                <a:highlight>
                  <a:schemeClr val="dk1"/>
                </a:highlight>
                <a:latin typeface="Consolas"/>
                <a:ea typeface="Consolas"/>
                <a:cs typeface="Consolas"/>
                <a:sym typeface="Consolas"/>
              </a:rPr>
              <a:t>&lt;title&gt;</a:t>
            </a:r>
            <a:endParaRPr>
              <a:solidFill>
                <a:srgbClr val="000000"/>
              </a:solidFill>
              <a:highlight>
                <a:schemeClr val="dk1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        hello, title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    &lt;/title&gt;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&lt;/head&gt;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&lt;body&gt;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    hello, body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&lt;/body&gt;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&lt;/html&gt;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4" name="Google Shape;324;p67"/>
          <p:cNvSpPr txBox="1">
            <a:spLocks noGrp="1"/>
          </p:cNvSpPr>
          <p:nvPr>
            <p:ph type="body" idx="1"/>
          </p:nvPr>
        </p:nvSpPr>
        <p:spPr>
          <a:xfrm>
            <a:off x="311700" y="694800"/>
            <a:ext cx="8520600" cy="3753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&lt;!DOCTYPE html&gt;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&lt;html lang="en"&gt;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&lt;head&gt;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    &lt;title&gt;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        </a:t>
            </a:r>
            <a:r>
              <a:rPr lang="en">
                <a:solidFill>
                  <a:srgbClr val="000000"/>
                </a:solidFill>
                <a:highlight>
                  <a:schemeClr val="dk1"/>
                </a:highlight>
                <a:latin typeface="Consolas"/>
                <a:ea typeface="Consolas"/>
                <a:cs typeface="Consolas"/>
                <a:sym typeface="Consolas"/>
              </a:rPr>
              <a:t>hello, title</a:t>
            </a:r>
            <a:endParaRPr>
              <a:solidFill>
                <a:srgbClr val="000000"/>
              </a:solidFill>
              <a:highlight>
                <a:schemeClr val="dk1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    &lt;/title&gt;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&lt;/head&gt;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&lt;body&gt;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    hello, body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&lt;/body&gt;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&lt;/html&gt;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9" name="Google Shape;329;p68"/>
          <p:cNvSpPr txBox="1">
            <a:spLocks noGrp="1"/>
          </p:cNvSpPr>
          <p:nvPr>
            <p:ph type="body" idx="1"/>
          </p:nvPr>
        </p:nvSpPr>
        <p:spPr>
          <a:xfrm>
            <a:off x="311700" y="694800"/>
            <a:ext cx="8520600" cy="3753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&lt;!DOCTYPE html&gt;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&lt;html lang="en"&gt;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&lt;head&gt;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    &lt;title&gt;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        hello, title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    </a:t>
            </a:r>
            <a:r>
              <a:rPr lang="en">
                <a:solidFill>
                  <a:srgbClr val="000000"/>
                </a:solidFill>
                <a:highlight>
                  <a:schemeClr val="dk1"/>
                </a:highlight>
                <a:latin typeface="Consolas"/>
                <a:ea typeface="Consolas"/>
                <a:cs typeface="Consolas"/>
                <a:sym typeface="Consolas"/>
              </a:rPr>
              <a:t>&lt;/title&gt;</a:t>
            </a:r>
            <a:endParaRPr>
              <a:solidFill>
                <a:srgbClr val="000000"/>
              </a:solidFill>
              <a:highlight>
                <a:schemeClr val="dk1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&lt;/head&gt;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&lt;body&gt;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    hello, body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&lt;/body&gt;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&lt;/html&gt;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4" name="Google Shape;334;p69"/>
          <p:cNvSpPr txBox="1">
            <a:spLocks noGrp="1"/>
          </p:cNvSpPr>
          <p:nvPr>
            <p:ph type="body" idx="1"/>
          </p:nvPr>
        </p:nvSpPr>
        <p:spPr>
          <a:xfrm>
            <a:off x="311700" y="694800"/>
            <a:ext cx="8520600" cy="3753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&lt;!DOCTYPE html&gt;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&lt;html lang="en"&gt;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&lt;head&gt;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    &lt;title&gt;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        hello, title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    &lt;/title&gt;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lang="en">
                <a:solidFill>
                  <a:srgbClr val="000000"/>
                </a:solidFill>
                <a:highlight>
                  <a:schemeClr val="dk1"/>
                </a:highlight>
                <a:latin typeface="Consolas"/>
                <a:ea typeface="Consolas"/>
                <a:cs typeface="Consolas"/>
                <a:sym typeface="Consolas"/>
              </a:rPr>
              <a:t>&lt;/head&gt;</a:t>
            </a:r>
            <a:endParaRPr>
              <a:solidFill>
                <a:srgbClr val="000000"/>
              </a:solidFill>
              <a:highlight>
                <a:schemeClr val="dk1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&lt;body&gt;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    hello, body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&lt;/body&gt;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&lt;/html&gt;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9" name="Google Shape;339;p70"/>
          <p:cNvSpPr txBox="1">
            <a:spLocks noGrp="1"/>
          </p:cNvSpPr>
          <p:nvPr>
            <p:ph type="body" idx="1"/>
          </p:nvPr>
        </p:nvSpPr>
        <p:spPr>
          <a:xfrm>
            <a:off x="311700" y="694800"/>
            <a:ext cx="8520600" cy="3753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&lt;!DOCTYPE html&gt;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&lt;html lang="en"&gt;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&lt;head&gt;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    &lt;title&gt;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        hello, title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    &lt;/title&gt;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&lt;/head&gt;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lang="en">
                <a:solidFill>
                  <a:schemeClr val="lt1"/>
                </a:solidFill>
                <a:highlight>
                  <a:schemeClr val="dk1"/>
                </a:highlight>
                <a:latin typeface="Consolas"/>
                <a:ea typeface="Consolas"/>
                <a:cs typeface="Consolas"/>
                <a:sym typeface="Consolas"/>
              </a:rPr>
              <a:t>&lt;body&gt;</a:t>
            </a:r>
            <a:endParaRPr>
              <a:solidFill>
                <a:schemeClr val="lt1"/>
              </a:solidFill>
              <a:highlight>
                <a:schemeClr val="dk1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    hello, body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&lt;/body&gt;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&lt;/html&gt;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4" name="Google Shape;344;p71"/>
          <p:cNvSpPr txBox="1">
            <a:spLocks noGrp="1"/>
          </p:cNvSpPr>
          <p:nvPr>
            <p:ph type="body" idx="1"/>
          </p:nvPr>
        </p:nvSpPr>
        <p:spPr>
          <a:xfrm>
            <a:off x="311700" y="694800"/>
            <a:ext cx="8520600" cy="3753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&lt;!DOCTYPE html&gt;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&lt;html lang="en"&gt;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&lt;head&gt;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    &lt;title&gt;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        hello, title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    &lt;/title&gt;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&lt;/head&gt;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&lt;body&gt;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    </a:t>
            </a:r>
            <a:r>
              <a:rPr lang="en">
                <a:solidFill>
                  <a:srgbClr val="000000"/>
                </a:solidFill>
                <a:highlight>
                  <a:schemeClr val="dk1"/>
                </a:highlight>
                <a:latin typeface="Consolas"/>
                <a:ea typeface="Consolas"/>
                <a:cs typeface="Consolas"/>
                <a:sym typeface="Consolas"/>
              </a:rPr>
              <a:t>hello, body</a:t>
            </a:r>
            <a:endParaRPr>
              <a:solidFill>
                <a:srgbClr val="000000"/>
              </a:solidFill>
              <a:highlight>
                <a:schemeClr val="dk1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&lt;/body&gt;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&lt;/html&gt;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9" name="Google Shape;349;p72"/>
          <p:cNvSpPr txBox="1">
            <a:spLocks noGrp="1"/>
          </p:cNvSpPr>
          <p:nvPr>
            <p:ph type="body" idx="1"/>
          </p:nvPr>
        </p:nvSpPr>
        <p:spPr>
          <a:xfrm>
            <a:off x="311700" y="694800"/>
            <a:ext cx="8520600" cy="3753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&lt;!DOCTYPE html&gt;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&lt;html lang="en"&gt;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&lt;head&gt;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    &lt;title&gt;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        hello, title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    &lt;/title&gt;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&lt;/head&gt;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&lt;body&gt;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    hello, body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lang="en">
                <a:solidFill>
                  <a:srgbClr val="000000"/>
                </a:solidFill>
                <a:highlight>
                  <a:schemeClr val="dk1"/>
                </a:highlight>
                <a:latin typeface="Consolas"/>
                <a:ea typeface="Consolas"/>
                <a:cs typeface="Consolas"/>
                <a:sym typeface="Consolas"/>
              </a:rPr>
              <a:t>&lt;/body&gt;</a:t>
            </a:r>
            <a:endParaRPr>
              <a:solidFill>
                <a:srgbClr val="000000"/>
              </a:solidFill>
              <a:highlight>
                <a:schemeClr val="dk1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&lt;/html&gt;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4" name="Google Shape;354;p73"/>
          <p:cNvSpPr txBox="1">
            <a:spLocks noGrp="1"/>
          </p:cNvSpPr>
          <p:nvPr>
            <p:ph type="body" idx="1"/>
          </p:nvPr>
        </p:nvSpPr>
        <p:spPr>
          <a:xfrm>
            <a:off x="311700" y="694800"/>
            <a:ext cx="8520600" cy="3753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&lt;!DOCTYPE html&gt;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&lt;html lang="en"&gt;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&lt;head&gt;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    &lt;title&gt;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        hello, title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    &lt;/title&gt;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&lt;/head&gt;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&lt;body&gt;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    hello, body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&lt;/body&gt;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000000"/>
                </a:solidFill>
                <a:highlight>
                  <a:schemeClr val="dk1"/>
                </a:highlight>
                <a:latin typeface="Consolas"/>
                <a:ea typeface="Consolas"/>
                <a:cs typeface="Consolas"/>
                <a:sym typeface="Consolas"/>
              </a:rPr>
              <a:t>&lt;/html&gt;</a:t>
            </a:r>
            <a:endParaRPr>
              <a:solidFill>
                <a:srgbClr val="000000"/>
              </a:solidFill>
              <a:highlight>
                <a:schemeClr val="dk1"/>
              </a:highlight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9" name="Google Shape;359;p74"/>
          <p:cNvSpPr txBox="1">
            <a:spLocks noGrp="1"/>
          </p:cNvSpPr>
          <p:nvPr>
            <p:ph type="body" idx="1"/>
          </p:nvPr>
        </p:nvSpPr>
        <p:spPr>
          <a:xfrm>
            <a:off x="311700" y="694800"/>
            <a:ext cx="8520600" cy="3753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&lt;!DOCTYPE html&gt;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&lt;html lang="en"&gt;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&lt;head&gt;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    &lt;title&gt;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        hello, title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    &lt;/title&gt;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&lt;/head&gt;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&lt;body&gt;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    hello, body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&lt;/body&gt;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&lt;/html&gt;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grpSp>
        <p:nvGrpSpPr>
          <p:cNvPr id="360" name="Google Shape;360;p74"/>
          <p:cNvGrpSpPr/>
          <p:nvPr/>
        </p:nvGrpSpPr>
        <p:grpSpPr>
          <a:xfrm>
            <a:off x="4621560" y="412800"/>
            <a:ext cx="3986160" cy="4317875"/>
            <a:chOff x="4621560" y="412800"/>
            <a:chExt cx="3986160" cy="4317875"/>
          </a:xfrm>
        </p:grpSpPr>
        <p:pic>
          <p:nvPicPr>
            <p:cNvPr id="361" name="Google Shape;361;p74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4755325" y="412800"/>
              <a:ext cx="3723725" cy="431787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62" name="Google Shape;362;p74"/>
            <p:cNvSpPr txBox="1"/>
            <p:nvPr/>
          </p:nvSpPr>
          <p:spPr>
            <a:xfrm>
              <a:off x="4621560" y="4203995"/>
              <a:ext cx="1746000" cy="370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100">
                  <a:solidFill>
                    <a:srgbClr val="D9D9D9"/>
                  </a:solidFill>
                  <a:highlight>
                    <a:srgbClr val="000000"/>
                  </a:highlight>
                  <a:latin typeface="Consolas"/>
                  <a:ea typeface="Consolas"/>
                  <a:cs typeface="Consolas"/>
                  <a:sym typeface="Consolas"/>
                </a:rPr>
                <a:t>hello, title</a:t>
              </a:r>
              <a:endParaRPr sz="1100">
                <a:solidFill>
                  <a:srgbClr val="D9D9D9"/>
                </a:solidFill>
                <a:highlight>
                  <a:srgbClr val="000000"/>
                </a:highlight>
                <a:latin typeface="Consolas"/>
                <a:ea typeface="Consolas"/>
                <a:cs typeface="Consolas"/>
                <a:sym typeface="Consolas"/>
              </a:endParaRPr>
            </a:p>
          </p:txBody>
        </p:sp>
        <p:sp>
          <p:nvSpPr>
            <p:cNvPr id="363" name="Google Shape;363;p74"/>
            <p:cNvSpPr txBox="1"/>
            <p:nvPr/>
          </p:nvSpPr>
          <p:spPr>
            <a:xfrm>
              <a:off x="6861720" y="3350480"/>
              <a:ext cx="1746000" cy="370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100">
                  <a:solidFill>
                    <a:srgbClr val="D9D9D9"/>
                  </a:solidFill>
                  <a:highlight>
                    <a:srgbClr val="000000"/>
                  </a:highlight>
                  <a:latin typeface="Consolas"/>
                  <a:ea typeface="Consolas"/>
                  <a:cs typeface="Consolas"/>
                  <a:sym typeface="Consolas"/>
                </a:rPr>
                <a:t> hello, body </a:t>
              </a:r>
              <a:endParaRPr sz="1100">
                <a:solidFill>
                  <a:srgbClr val="D9D9D9"/>
                </a:solidFill>
                <a:highlight>
                  <a:srgbClr val="000000"/>
                </a:highlight>
                <a:latin typeface="Consolas"/>
                <a:ea typeface="Consolas"/>
                <a:cs typeface="Consolas"/>
                <a:sym typeface="Consolas"/>
              </a:endParaRPr>
            </a:p>
          </p:txBody>
        </p:sp>
      </p:grp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" name="Google Shape;368;p75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700"/>
              <a:t>https://www.example.com</a:t>
            </a:r>
            <a:endParaRPr sz="2700">
              <a:solidFill>
                <a:srgbClr val="FFFF00"/>
              </a:solidFill>
            </a:endParaRP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3" name="Google Shape;373;p76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700"/>
              <a:t>https://www.example.com</a:t>
            </a:r>
            <a:r>
              <a:rPr lang="en" sz="2700">
                <a:solidFill>
                  <a:srgbClr val="FFFF00"/>
                </a:solidFill>
              </a:rPr>
              <a:t>/path?key=value</a:t>
            </a:r>
            <a:endParaRPr sz="2700">
              <a:solidFill>
                <a:srgbClr val="FFFF00"/>
              </a:solidFill>
            </a:endParaRP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" name="Google Shape;378;p77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700"/>
              <a:t>https://www.example.com</a:t>
            </a:r>
            <a:r>
              <a:rPr lang="en" sz="2700">
                <a:solidFill>
                  <a:srgbClr val="FFFF00"/>
                </a:solidFill>
              </a:rPr>
              <a:t>/path?key=value&amp;key=value</a:t>
            </a:r>
            <a:endParaRPr sz="2700">
              <a:solidFill>
                <a:srgbClr val="FFFF00"/>
              </a:solidFill>
            </a:endParaRP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3" name="Google Shape;383;p78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regular expressions</a:t>
            </a:r>
            <a:endParaRPr/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8" name="Google Shape;388;p79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regexes</a:t>
            </a:r>
            <a:endParaRPr/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3" name="Google Shape;393;p80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uFill>
                  <a:noFill/>
                </a:uFill>
                <a:hlinkClick r:id="rId3"/>
              </a:rPr>
              <a:t>developer.mozilla.org/en-US/docs/Web/JavaScript/Guide/Regular_expressions</a:t>
            </a:r>
            <a:r>
              <a:rPr lang="en" sz="1800"/>
              <a:t> </a:t>
            </a:r>
            <a:endParaRPr sz="1800"/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8" name="Google Shape;398;p8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.        any single character (except line terminators)</a:t>
            </a:r>
            <a:endParaRPr sz="160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1600"/>
              </a:spcBef>
              <a:spcAft>
                <a:spcPts val="0"/>
              </a:spcAft>
              <a:buNone/>
            </a:pPr>
            <a:r>
              <a:rPr lang="en" sz="16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*        zero or more times</a:t>
            </a:r>
            <a:endParaRPr sz="160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1600"/>
              </a:spcBef>
              <a:spcAft>
                <a:spcPts val="0"/>
              </a:spcAft>
              <a:buNone/>
            </a:pPr>
            <a:r>
              <a:rPr lang="en" sz="16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+        one or more times</a:t>
            </a:r>
            <a:endParaRPr sz="160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1600"/>
              </a:spcBef>
              <a:spcAft>
                <a:spcPts val="0"/>
              </a:spcAft>
              <a:buNone/>
            </a:pPr>
            <a:r>
              <a:rPr lang="en" sz="16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?        0 or 1 time</a:t>
            </a:r>
            <a:endParaRPr sz="160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1600"/>
              </a:spcBef>
              <a:spcAft>
                <a:spcPts val="0"/>
              </a:spcAft>
              <a:buNone/>
            </a:pPr>
            <a:r>
              <a:rPr lang="en" sz="16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{n}      n occurrences</a:t>
            </a:r>
            <a:endParaRPr sz="160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1600"/>
              </a:spcBef>
              <a:spcAft>
                <a:spcPts val="0"/>
              </a:spcAft>
              <a:buNone/>
            </a:pPr>
            <a:r>
              <a:rPr lang="en" sz="16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{n,m}    at least n occurrences, at most m occurrences </a:t>
            </a:r>
            <a:endParaRPr sz="160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1600"/>
              </a:spcBef>
              <a:spcAft>
                <a:spcPts val="1600"/>
              </a:spcAft>
              <a:buNone/>
            </a:pPr>
            <a:r>
              <a:rPr lang="en" sz="16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…</a:t>
            </a:r>
            <a:endParaRPr sz="160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3" name="Google Shape;403;p82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[0123456789]    any one of the enclosed characters</a:t>
            </a:r>
            <a:endParaRPr sz="160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1600"/>
              </a:spcBef>
              <a:spcAft>
                <a:spcPts val="0"/>
              </a:spcAft>
              <a:buNone/>
            </a:pPr>
            <a:r>
              <a:rPr lang="en" sz="16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[0-9]           any one of the range of characters</a:t>
            </a:r>
            <a:endParaRPr sz="160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1600"/>
              </a:spcBef>
              <a:spcAft>
                <a:spcPts val="0"/>
              </a:spcAft>
              <a:buNone/>
            </a:pPr>
            <a:r>
              <a:rPr lang="en" sz="16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\d              any digit</a:t>
            </a:r>
            <a:endParaRPr sz="160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1600"/>
              </a:spcBef>
              <a:spcAft>
                <a:spcPts val="0"/>
              </a:spcAft>
              <a:buNone/>
            </a:pPr>
            <a:r>
              <a:rPr lang="en" sz="16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\D              any character that is not a digit</a:t>
            </a:r>
            <a:endParaRPr sz="160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1600"/>
              </a:spcBef>
              <a:spcAft>
                <a:spcPts val="1600"/>
              </a:spcAft>
              <a:buNone/>
            </a:pPr>
            <a:r>
              <a:rPr lang="en" sz="16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…</a:t>
            </a:r>
            <a:endParaRPr sz="160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8" name="Google Shape;408;p83"/>
          <p:cNvSpPr txBox="1">
            <a:spLocks noGrp="1"/>
          </p:cNvSpPr>
          <p:nvPr>
            <p:ph type="title"/>
          </p:nvPr>
        </p:nvSpPr>
        <p:spPr>
          <a:xfrm>
            <a:off x="0" y="2150850"/>
            <a:ext cx="91440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latin typeface="Consolas"/>
                <a:ea typeface="Consolas"/>
                <a:cs typeface="Consolas"/>
                <a:sym typeface="Consolas"/>
              </a:rPr>
              <a:t>^[a-zA-Z0-9.!#$%&amp;'*+\/=?^_`{|}~-]+@[a-zA-Z0-9](?:[a-zA-Z0-9-]{0,61}[a-zA-Z0-9])?(?:\.[a-zA-Z0-9](?:[a-zA-Z0-9-]{0,61}[a-zA-Z0-9])?)*$</a:t>
            </a:r>
            <a:endParaRPr sz="900"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3" name="Google Shape;413;p84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developer tools</a:t>
            </a:r>
            <a:endParaRPr/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8" name="Google Shape;418;p85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uFill>
                  <a:noFill/>
                </a:uFill>
                <a:hlinkClick r:id="rId3"/>
              </a:rPr>
              <a:t>validator.w3.org</a:t>
            </a:r>
            <a:endParaRPr/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3" name="Google Shape;423;p86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</a:rPr>
              <a:t>CSS</a:t>
            </a:r>
            <a:endParaRPr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8" name="Google Shape;428;p87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600"/>
              </a:spcAft>
              <a:buNone/>
            </a:pPr>
            <a:r>
              <a:rPr lang="en">
                <a:solidFill>
                  <a:srgbClr val="FFFFFF"/>
                </a:solidFill>
              </a:rPr>
              <a:t>properties</a:t>
            </a:r>
            <a:endParaRPr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3" name="Google Shape;433;p88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</a:rPr>
              <a:t>type selector</a:t>
            </a:r>
            <a:endParaRPr>
              <a:solidFill>
                <a:srgbClr val="FFFFFF"/>
              </a:solidFill>
            </a:endParaRPr>
          </a:p>
          <a:p>
            <a:pPr marL="0" lvl="0" indent="0" algn="l" rtl="0">
              <a:spcBef>
                <a:spcPts val="160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</a:rPr>
              <a:t>class selector</a:t>
            </a:r>
            <a:endParaRPr>
              <a:solidFill>
                <a:srgbClr val="FFFFFF"/>
              </a:solidFill>
            </a:endParaRPr>
          </a:p>
          <a:p>
            <a:pPr marL="0" lvl="0" indent="0" algn="l" rtl="0">
              <a:spcBef>
                <a:spcPts val="160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</a:rPr>
              <a:t>ID selector</a:t>
            </a:r>
            <a:endParaRPr>
              <a:solidFill>
                <a:srgbClr val="FFFFFF"/>
              </a:solidFill>
            </a:endParaRPr>
          </a:p>
          <a:p>
            <a:pPr marL="0" lvl="0" indent="0" algn="l" rtl="0">
              <a:spcBef>
                <a:spcPts val="160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</a:rPr>
              <a:t>attribute selector</a:t>
            </a:r>
            <a:endParaRPr>
              <a:solidFill>
                <a:srgbClr val="FFFFFF"/>
              </a:solidFill>
            </a:endParaRPr>
          </a:p>
          <a:p>
            <a:pPr marL="0" lvl="0" indent="0" algn="l" rtl="0">
              <a:spcBef>
                <a:spcPts val="1600"/>
              </a:spcBef>
              <a:spcAft>
                <a:spcPts val="1600"/>
              </a:spcAft>
              <a:buNone/>
            </a:pPr>
            <a:r>
              <a:rPr lang="en">
                <a:solidFill>
                  <a:srgbClr val="FFFFFF"/>
                </a:solidFill>
              </a:rPr>
              <a:t>...</a:t>
            </a:r>
            <a:endParaRPr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8" name="Google Shape;438;p89"/>
          <p:cNvSpPr txBox="1">
            <a:spLocks noGrp="1"/>
          </p:cNvSpPr>
          <p:nvPr>
            <p:ph type="body" idx="1"/>
          </p:nvPr>
        </p:nvSpPr>
        <p:spPr>
          <a:xfrm>
            <a:off x="311700" y="694800"/>
            <a:ext cx="8520600" cy="3753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&lt;!DOCTYPE html&gt;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&lt;html lang="en"&gt;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&lt;head&gt;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    &lt;title&gt;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        hello, title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    &lt;/title&gt;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&lt;/head&gt;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&lt;body&gt;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    hello, body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&lt;/body&gt;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&lt;/html&gt;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3" name="Google Shape;443;p90"/>
          <p:cNvSpPr txBox="1">
            <a:spLocks noGrp="1"/>
          </p:cNvSpPr>
          <p:nvPr>
            <p:ph type="body" idx="1"/>
          </p:nvPr>
        </p:nvSpPr>
        <p:spPr>
          <a:xfrm>
            <a:off x="311700" y="694800"/>
            <a:ext cx="8520600" cy="3753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&lt;!DOCTYPE html&gt;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&lt;html lang="en"&gt;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&lt;head&gt;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</a:t>
            </a:r>
            <a:r>
              <a:rPr lang="en">
                <a:solidFill>
                  <a:srgbClr val="FFFF00"/>
                </a:solidFill>
                <a:latin typeface="Consolas"/>
                <a:ea typeface="Consolas"/>
                <a:cs typeface="Consolas"/>
                <a:sym typeface="Consolas"/>
              </a:rPr>
              <a:t>      </a:t>
            </a:r>
            <a:endParaRPr>
              <a:solidFill>
                <a:srgbClr val="FFFF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       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00"/>
                </a:solidFill>
                <a:latin typeface="Consolas"/>
                <a:ea typeface="Consolas"/>
                <a:cs typeface="Consolas"/>
                <a:sym typeface="Consolas"/>
              </a:rPr>
              <a:t>        </a:t>
            </a:r>
            <a:endParaRPr>
              <a:solidFill>
                <a:srgbClr val="FFFF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    &lt;title&gt;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        hello, title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    &lt;/title&gt;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&lt;/head&gt;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&lt;body&gt;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    hello, body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&lt;/body&gt;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&lt;/html&gt;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8" name="Google Shape;448;p91"/>
          <p:cNvSpPr txBox="1">
            <a:spLocks noGrp="1"/>
          </p:cNvSpPr>
          <p:nvPr>
            <p:ph type="body" idx="1"/>
          </p:nvPr>
        </p:nvSpPr>
        <p:spPr>
          <a:xfrm>
            <a:off x="311700" y="694800"/>
            <a:ext cx="8520600" cy="3753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&lt;!DOCTYPE html&gt;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&lt;html lang="en"&gt;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&lt;head&gt;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</a:t>
            </a:r>
            <a:r>
              <a:rPr lang="en">
                <a:solidFill>
                  <a:srgbClr val="FFFF00"/>
                </a:solidFill>
                <a:latin typeface="Consolas"/>
                <a:ea typeface="Consolas"/>
                <a:cs typeface="Consolas"/>
                <a:sym typeface="Consolas"/>
              </a:rPr>
              <a:t>      </a:t>
            </a:r>
            <a:r>
              <a:rPr lang="en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&lt;style&gt;</a:t>
            </a:r>
            <a:endParaRPr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       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00"/>
                </a:solidFill>
                <a:latin typeface="Consolas"/>
                <a:ea typeface="Consolas"/>
                <a:cs typeface="Consolas"/>
                <a:sym typeface="Consolas"/>
              </a:rPr>
              <a:t>        </a:t>
            </a:r>
            <a:r>
              <a:rPr lang="en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&lt;/style&gt;</a:t>
            </a:r>
            <a:endParaRPr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    &lt;title&gt;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        hello, title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    &lt;/title&gt;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&lt;/head&gt;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&lt;body&gt;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    hello, body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&lt;/body&gt;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&lt;/html&gt;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3" name="Google Shape;453;p92"/>
          <p:cNvSpPr txBox="1">
            <a:spLocks noGrp="1"/>
          </p:cNvSpPr>
          <p:nvPr>
            <p:ph type="body" idx="1"/>
          </p:nvPr>
        </p:nvSpPr>
        <p:spPr>
          <a:xfrm>
            <a:off x="311700" y="694800"/>
            <a:ext cx="8520600" cy="3753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&lt;!DOCTYPE html&gt;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&lt;html lang="en"&gt;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&lt;head&gt;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</a:t>
            </a:r>
            <a:r>
              <a:rPr lang="en">
                <a:solidFill>
                  <a:srgbClr val="FFFF00"/>
                </a:solidFill>
                <a:latin typeface="Consolas"/>
                <a:ea typeface="Consolas"/>
                <a:cs typeface="Consolas"/>
                <a:sym typeface="Consolas"/>
              </a:rPr>
              <a:t>      </a:t>
            </a:r>
            <a:r>
              <a:rPr lang="en">
                <a:solidFill>
                  <a:srgbClr val="000000"/>
                </a:solidFill>
                <a:highlight>
                  <a:schemeClr val="dk1"/>
                </a:highlight>
                <a:latin typeface="Consolas"/>
                <a:ea typeface="Consolas"/>
                <a:cs typeface="Consolas"/>
                <a:sym typeface="Consolas"/>
              </a:rPr>
              <a:t>&lt;style&gt;</a:t>
            </a:r>
            <a:endParaRPr>
              <a:solidFill>
                <a:srgbClr val="000000"/>
              </a:solidFill>
              <a:highlight>
                <a:schemeClr val="dk1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       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00"/>
                </a:solidFill>
                <a:latin typeface="Consolas"/>
                <a:ea typeface="Consolas"/>
                <a:cs typeface="Consolas"/>
                <a:sym typeface="Consolas"/>
              </a:rPr>
              <a:t>        </a:t>
            </a:r>
            <a:r>
              <a:rPr lang="en">
                <a:solidFill>
                  <a:srgbClr val="000000"/>
                </a:solidFill>
                <a:highlight>
                  <a:schemeClr val="dk1"/>
                </a:highlight>
                <a:latin typeface="Consolas"/>
                <a:ea typeface="Consolas"/>
                <a:cs typeface="Consolas"/>
                <a:sym typeface="Consolas"/>
              </a:rPr>
              <a:t>&lt;/style&gt;</a:t>
            </a:r>
            <a:endParaRPr>
              <a:solidFill>
                <a:srgbClr val="000000"/>
              </a:solidFill>
              <a:highlight>
                <a:schemeClr val="dk1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    &lt;title&gt;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        hello, title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    &lt;/title&gt;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&lt;/head&gt;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&lt;body&gt;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    hello, body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&lt;/body&gt;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&lt;/html&gt;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8" name="Google Shape;458;p93"/>
          <p:cNvSpPr txBox="1">
            <a:spLocks noGrp="1"/>
          </p:cNvSpPr>
          <p:nvPr>
            <p:ph type="body" idx="1"/>
          </p:nvPr>
        </p:nvSpPr>
        <p:spPr>
          <a:xfrm>
            <a:off x="311700" y="694800"/>
            <a:ext cx="8520600" cy="3753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&lt;!DOCTYPE html&gt;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&lt;html lang="en"&gt;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&lt;head&gt;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    </a:t>
            </a:r>
            <a:endParaRPr>
              <a:solidFill>
                <a:srgbClr val="FFFF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    &lt;title&gt;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        hello, title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    &lt;/title&gt;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&lt;/head&gt;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&lt;body&gt;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    hello, body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&lt;/body&gt;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&lt;/html&gt;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3" name="Google Shape;463;p94"/>
          <p:cNvSpPr txBox="1">
            <a:spLocks noGrp="1"/>
          </p:cNvSpPr>
          <p:nvPr>
            <p:ph type="body" idx="1"/>
          </p:nvPr>
        </p:nvSpPr>
        <p:spPr>
          <a:xfrm>
            <a:off x="311700" y="694800"/>
            <a:ext cx="8520600" cy="3753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&lt;!DOCTYPE html&gt;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&lt;html lang="en"&gt;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&lt;head&gt;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    </a:t>
            </a:r>
            <a:r>
              <a:rPr lang="en">
                <a:solidFill>
                  <a:srgbClr val="000000"/>
                </a:solidFill>
                <a:highlight>
                  <a:schemeClr val="dk1"/>
                </a:highlight>
                <a:latin typeface="Consolas"/>
                <a:ea typeface="Consolas"/>
                <a:cs typeface="Consolas"/>
                <a:sym typeface="Consolas"/>
              </a:rPr>
              <a:t>&lt;link href="styles.css" rel="stylesheet"&gt;</a:t>
            </a:r>
            <a:endParaRPr>
              <a:solidFill>
                <a:srgbClr val="000000"/>
              </a:solidFill>
              <a:highlight>
                <a:schemeClr val="dk1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    &lt;title&gt;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        hello, title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    &lt;/title&gt;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&lt;/head&gt;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&lt;body&gt;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    hello, body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&lt;/body&gt;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&lt;/html&gt;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8" name="Google Shape;468;p95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frameworks</a:t>
            </a:r>
            <a:endParaRPr/>
          </a:p>
        </p:txBody>
      </p:sp>
    </p:spTree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3" name="Google Shape;473;p96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Bootstrap</a:t>
            </a:r>
            <a:endParaRPr/>
          </a:p>
        </p:txBody>
      </p:sp>
    </p:spTree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8" name="Google Shape;478;p97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uFill>
                  <a:noFill/>
                </a:uFill>
                <a:hlinkClick r:id="rId3"/>
              </a:rPr>
              <a:t>getbootstrap.com</a:t>
            </a:r>
            <a:r>
              <a:rPr lang="en"/>
              <a:t> </a:t>
            </a:r>
            <a:endParaRPr/>
          </a:p>
        </p:txBody>
      </p:sp>
    </p:spTree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3" name="Google Shape;483;p98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developer tools</a:t>
            </a:r>
            <a:endParaRPr/>
          </a:p>
        </p:txBody>
      </p:sp>
    </p:spTree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8" name="Google Shape;488;p99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</a:rPr>
              <a:t>JavaScript</a:t>
            </a:r>
            <a:endParaRPr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3" name="Google Shape;493;p100"/>
          <p:cNvSpPr txBox="1">
            <a:spLocks noGrp="1"/>
          </p:cNvSpPr>
          <p:nvPr>
            <p:ph type="body" idx="1"/>
          </p:nvPr>
        </p:nvSpPr>
        <p:spPr>
          <a:xfrm>
            <a:off x="311700" y="694800"/>
            <a:ext cx="8520600" cy="3753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&lt;!DOCTYPE html&gt;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&lt;html lang="en"&gt;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&lt;head&gt;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    &lt;title&gt;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        hello, title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    &lt;/title&gt;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&lt;/head&gt;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&lt;body&gt;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    hello, body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&lt;/body&gt;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&lt;/html&gt;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grpSp>
        <p:nvGrpSpPr>
          <p:cNvPr id="494" name="Google Shape;494;p100"/>
          <p:cNvGrpSpPr/>
          <p:nvPr/>
        </p:nvGrpSpPr>
        <p:grpSpPr>
          <a:xfrm>
            <a:off x="4621560" y="412800"/>
            <a:ext cx="3986160" cy="4317875"/>
            <a:chOff x="4621560" y="412800"/>
            <a:chExt cx="3986160" cy="4317875"/>
          </a:xfrm>
        </p:grpSpPr>
        <p:pic>
          <p:nvPicPr>
            <p:cNvPr id="495" name="Google Shape;495;p100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4755325" y="412800"/>
              <a:ext cx="3723725" cy="431787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96" name="Google Shape;496;p100"/>
            <p:cNvSpPr txBox="1"/>
            <p:nvPr/>
          </p:nvSpPr>
          <p:spPr>
            <a:xfrm>
              <a:off x="4621560" y="4203995"/>
              <a:ext cx="1746000" cy="370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100">
                  <a:solidFill>
                    <a:srgbClr val="D9D9D9"/>
                  </a:solidFill>
                  <a:highlight>
                    <a:srgbClr val="000000"/>
                  </a:highlight>
                  <a:latin typeface="Consolas"/>
                  <a:ea typeface="Consolas"/>
                  <a:cs typeface="Consolas"/>
                  <a:sym typeface="Consolas"/>
                </a:rPr>
                <a:t>hello, title</a:t>
              </a:r>
              <a:endParaRPr sz="1100">
                <a:solidFill>
                  <a:srgbClr val="D9D9D9"/>
                </a:solidFill>
                <a:highlight>
                  <a:srgbClr val="000000"/>
                </a:highlight>
                <a:latin typeface="Consolas"/>
                <a:ea typeface="Consolas"/>
                <a:cs typeface="Consolas"/>
                <a:sym typeface="Consolas"/>
              </a:endParaRPr>
            </a:p>
          </p:txBody>
        </p:sp>
        <p:sp>
          <p:nvSpPr>
            <p:cNvPr id="497" name="Google Shape;497;p100"/>
            <p:cNvSpPr txBox="1"/>
            <p:nvPr/>
          </p:nvSpPr>
          <p:spPr>
            <a:xfrm>
              <a:off x="6861720" y="3350480"/>
              <a:ext cx="1746000" cy="370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100">
                  <a:solidFill>
                    <a:srgbClr val="D9D9D9"/>
                  </a:solidFill>
                  <a:highlight>
                    <a:srgbClr val="000000"/>
                  </a:highlight>
                  <a:latin typeface="Consolas"/>
                  <a:ea typeface="Consolas"/>
                  <a:cs typeface="Consolas"/>
                  <a:sym typeface="Consolas"/>
                </a:rPr>
                <a:t> hello, body </a:t>
              </a:r>
              <a:endParaRPr sz="1100">
                <a:solidFill>
                  <a:srgbClr val="D9D9D9"/>
                </a:solidFill>
                <a:highlight>
                  <a:srgbClr val="000000"/>
                </a:highlight>
                <a:latin typeface="Consolas"/>
                <a:ea typeface="Consolas"/>
                <a:cs typeface="Consolas"/>
                <a:sym typeface="Consolas"/>
              </a:endParaRPr>
            </a:p>
          </p:txBody>
        </p:sp>
      </p:grpSp>
    </p:spTree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2" name="Google Shape;502;p101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conditionals</a:t>
            </a:r>
            <a:endParaRPr/>
          </a:p>
        </p:txBody>
      </p:sp>
    </p:spTree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FF00"/>
        </a:solidFill>
        <a:effectLst/>
      </p:bgPr>
    </p:bg>
    <p:spTree>
      <p:nvGrpSpPr>
        <p:cNvPr id="1" name="Shape 5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7" name="Google Shape;507;p102"/>
          <p:cNvSpPr/>
          <p:nvPr/>
        </p:nvSpPr>
        <p:spPr>
          <a:xfrm>
            <a:off x="3657600" y="-150"/>
            <a:ext cx="5486400" cy="51435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08" name="Google Shape;508;p102"/>
          <p:cNvSpPr/>
          <p:nvPr/>
        </p:nvSpPr>
        <p:spPr>
          <a:xfrm>
            <a:off x="0" y="-150"/>
            <a:ext cx="3657600" cy="5143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09" name="Google Shape;509;p102"/>
          <p:cNvSpPr txBox="1"/>
          <p:nvPr/>
        </p:nvSpPr>
        <p:spPr>
          <a:xfrm>
            <a:off x="4477650" y="1692300"/>
            <a:ext cx="4376700" cy="175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Consolas"/>
                <a:ea typeface="Consolas"/>
                <a:cs typeface="Consolas"/>
                <a:sym typeface="Consolas"/>
              </a:rPr>
              <a:t>if (x &lt; y)</a:t>
            </a:r>
            <a:br>
              <a:rPr lang="en" sz="1800">
                <a:latin typeface="Consolas"/>
                <a:ea typeface="Consolas"/>
                <a:cs typeface="Consolas"/>
                <a:sym typeface="Consolas"/>
              </a:rPr>
            </a:br>
            <a:r>
              <a:rPr lang="en" sz="1800">
                <a:latin typeface="Consolas"/>
                <a:ea typeface="Consolas"/>
                <a:cs typeface="Consolas"/>
                <a:sym typeface="Consolas"/>
              </a:rPr>
              <a:t>{</a:t>
            </a:r>
            <a:endParaRPr sz="1800"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Consolas"/>
                <a:ea typeface="Consolas"/>
                <a:cs typeface="Consolas"/>
                <a:sym typeface="Consolas"/>
              </a:rPr>
              <a:t>    </a:t>
            </a:r>
            <a:endParaRPr sz="1800"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Consolas"/>
                <a:ea typeface="Consolas"/>
                <a:cs typeface="Consolas"/>
                <a:sym typeface="Consolas"/>
              </a:rPr>
              <a:t>}</a:t>
            </a:r>
            <a:endParaRPr sz="1800">
              <a:latin typeface="Consolas"/>
              <a:ea typeface="Consolas"/>
              <a:cs typeface="Consolas"/>
              <a:sym typeface="Consolas"/>
            </a:endParaRPr>
          </a:p>
        </p:txBody>
      </p:sp>
      <p:pic>
        <p:nvPicPr>
          <p:cNvPr id="510" name="Google Shape;510;p10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28125" y="1933432"/>
            <a:ext cx="2801350" cy="127663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FF00"/>
        </a:solidFill>
        <a:effectLst/>
      </p:bgPr>
    </p:bg>
    <p:spTree>
      <p:nvGrpSpPr>
        <p:cNvPr id="1" name="Shape 5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5" name="Google Shape;515;p103"/>
          <p:cNvSpPr/>
          <p:nvPr/>
        </p:nvSpPr>
        <p:spPr>
          <a:xfrm>
            <a:off x="3657600" y="-150"/>
            <a:ext cx="5486400" cy="51435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16" name="Google Shape;516;p103"/>
          <p:cNvSpPr/>
          <p:nvPr/>
        </p:nvSpPr>
        <p:spPr>
          <a:xfrm>
            <a:off x="0" y="-150"/>
            <a:ext cx="3657600" cy="5143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17" name="Google Shape;517;p103"/>
          <p:cNvSpPr txBox="1"/>
          <p:nvPr/>
        </p:nvSpPr>
        <p:spPr>
          <a:xfrm>
            <a:off x="4477650" y="1692300"/>
            <a:ext cx="4376700" cy="175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if (x &lt; y)</a:t>
            </a:r>
            <a:br>
              <a:rPr lang="en" sz="18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en" sz="18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{</a:t>
            </a:r>
            <a:endParaRPr sz="180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</a:t>
            </a:r>
            <a:endParaRPr sz="180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}</a:t>
            </a:r>
            <a:endParaRPr sz="180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pic>
        <p:nvPicPr>
          <p:cNvPr id="518" name="Google Shape;518;p10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28125" y="1933432"/>
            <a:ext cx="2801350" cy="127663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FF00"/>
        </a:solidFill>
        <a:effectLst/>
      </p:bgPr>
    </p:bg>
    <p:spTree>
      <p:nvGrpSpPr>
        <p:cNvPr id="1" name="Shape 5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3" name="Google Shape;523;p104"/>
          <p:cNvSpPr/>
          <p:nvPr/>
        </p:nvSpPr>
        <p:spPr>
          <a:xfrm>
            <a:off x="3657600" y="-150"/>
            <a:ext cx="5486400" cy="51435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24" name="Google Shape;524;p104"/>
          <p:cNvSpPr/>
          <p:nvPr/>
        </p:nvSpPr>
        <p:spPr>
          <a:xfrm>
            <a:off x="0" y="-150"/>
            <a:ext cx="3657600" cy="5143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25" name="Google Shape;525;p104"/>
          <p:cNvSpPr txBox="1"/>
          <p:nvPr/>
        </p:nvSpPr>
        <p:spPr>
          <a:xfrm>
            <a:off x="3972750" y="1384950"/>
            <a:ext cx="4856100" cy="2373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Consolas"/>
                <a:ea typeface="Consolas"/>
                <a:cs typeface="Consolas"/>
                <a:sym typeface="Consolas"/>
              </a:rPr>
              <a:t>if (x &lt; y)</a:t>
            </a:r>
            <a:br>
              <a:rPr lang="en" sz="1800">
                <a:latin typeface="Consolas"/>
                <a:ea typeface="Consolas"/>
                <a:cs typeface="Consolas"/>
                <a:sym typeface="Consolas"/>
              </a:rPr>
            </a:br>
            <a:r>
              <a:rPr lang="en" sz="1800">
                <a:latin typeface="Consolas"/>
                <a:ea typeface="Consolas"/>
                <a:cs typeface="Consolas"/>
                <a:sym typeface="Consolas"/>
              </a:rPr>
              <a:t>{</a:t>
            </a:r>
            <a:endParaRPr sz="1800"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Consolas"/>
                <a:ea typeface="Consolas"/>
                <a:cs typeface="Consolas"/>
                <a:sym typeface="Consolas"/>
              </a:rPr>
              <a:t>    </a:t>
            </a:r>
            <a:endParaRPr sz="1800"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Consolas"/>
                <a:ea typeface="Consolas"/>
                <a:cs typeface="Consolas"/>
                <a:sym typeface="Consolas"/>
              </a:rPr>
              <a:t>}</a:t>
            </a:r>
            <a:endParaRPr sz="1800"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Consolas"/>
                <a:ea typeface="Consolas"/>
                <a:cs typeface="Consolas"/>
                <a:sym typeface="Consolas"/>
              </a:rPr>
              <a:t>else</a:t>
            </a:r>
            <a:endParaRPr sz="1800"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Consolas"/>
                <a:ea typeface="Consolas"/>
                <a:cs typeface="Consolas"/>
                <a:sym typeface="Consolas"/>
              </a:rPr>
              <a:t>{</a:t>
            </a:r>
            <a:br>
              <a:rPr lang="en" sz="1800">
                <a:latin typeface="Consolas"/>
                <a:ea typeface="Consolas"/>
                <a:cs typeface="Consolas"/>
                <a:sym typeface="Consolas"/>
              </a:rPr>
            </a:br>
            <a:r>
              <a:rPr lang="en" sz="1800">
                <a:latin typeface="Consolas"/>
                <a:ea typeface="Consolas"/>
                <a:cs typeface="Consolas"/>
                <a:sym typeface="Consolas"/>
              </a:rPr>
              <a:t>    </a:t>
            </a:r>
            <a:endParaRPr sz="1800"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Consolas"/>
                <a:ea typeface="Consolas"/>
                <a:cs typeface="Consolas"/>
                <a:sym typeface="Consolas"/>
              </a:rPr>
              <a:t>}</a:t>
            </a:r>
            <a:endParaRPr sz="1800">
              <a:latin typeface="Consolas"/>
              <a:ea typeface="Consolas"/>
              <a:cs typeface="Consolas"/>
              <a:sym typeface="Consolas"/>
            </a:endParaRPr>
          </a:p>
        </p:txBody>
      </p:sp>
      <p:pic>
        <p:nvPicPr>
          <p:cNvPr id="526" name="Google Shape;526;p10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25675" y="1639638"/>
            <a:ext cx="2806225" cy="186391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FF00"/>
        </a:solidFill>
        <a:effectLst/>
      </p:bgPr>
    </p:bg>
    <p:spTree>
      <p:nvGrpSpPr>
        <p:cNvPr id="1" name="Shape 5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1" name="Google Shape;531;p105"/>
          <p:cNvSpPr/>
          <p:nvPr/>
        </p:nvSpPr>
        <p:spPr>
          <a:xfrm>
            <a:off x="3657600" y="-150"/>
            <a:ext cx="5486400" cy="51435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32" name="Google Shape;532;p105"/>
          <p:cNvSpPr/>
          <p:nvPr/>
        </p:nvSpPr>
        <p:spPr>
          <a:xfrm>
            <a:off x="0" y="-150"/>
            <a:ext cx="3657600" cy="5143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33" name="Google Shape;533;p105"/>
          <p:cNvSpPr txBox="1"/>
          <p:nvPr/>
        </p:nvSpPr>
        <p:spPr>
          <a:xfrm>
            <a:off x="3972750" y="1384950"/>
            <a:ext cx="4856100" cy="2373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if (x &lt; y)</a:t>
            </a:r>
            <a:br>
              <a:rPr lang="en" sz="18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en" sz="18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{</a:t>
            </a:r>
            <a:endParaRPr sz="180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</a:t>
            </a:r>
            <a:endParaRPr sz="180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}</a:t>
            </a:r>
            <a:endParaRPr sz="180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else</a:t>
            </a:r>
            <a:endParaRPr sz="180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{</a:t>
            </a:r>
            <a:br>
              <a:rPr lang="en" sz="18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en" sz="18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</a:t>
            </a:r>
            <a:endParaRPr sz="180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}</a:t>
            </a:r>
            <a:endParaRPr sz="180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pic>
        <p:nvPicPr>
          <p:cNvPr id="534" name="Google Shape;534;p10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25675" y="1639638"/>
            <a:ext cx="2806225" cy="186391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FF00"/>
        </a:solidFill>
        <a:effectLst/>
      </p:bgPr>
    </p:bg>
    <p:spTree>
      <p:nvGrpSpPr>
        <p:cNvPr id="1" name="Shape 5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9" name="Google Shape;539;p106"/>
          <p:cNvSpPr/>
          <p:nvPr/>
        </p:nvSpPr>
        <p:spPr>
          <a:xfrm>
            <a:off x="3657600" y="-150"/>
            <a:ext cx="5486400" cy="51435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40" name="Google Shape;540;p106"/>
          <p:cNvSpPr/>
          <p:nvPr/>
        </p:nvSpPr>
        <p:spPr>
          <a:xfrm>
            <a:off x="0" y="-150"/>
            <a:ext cx="3657600" cy="5143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41" name="Google Shape;541;p106"/>
          <p:cNvSpPr txBox="1"/>
          <p:nvPr/>
        </p:nvSpPr>
        <p:spPr>
          <a:xfrm>
            <a:off x="4029600" y="918450"/>
            <a:ext cx="4742400" cy="330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Consolas"/>
                <a:ea typeface="Consolas"/>
                <a:cs typeface="Consolas"/>
                <a:sym typeface="Consolas"/>
              </a:rPr>
              <a:t>if (x &lt; y)</a:t>
            </a:r>
            <a:br>
              <a:rPr lang="en" sz="1800">
                <a:latin typeface="Consolas"/>
                <a:ea typeface="Consolas"/>
                <a:cs typeface="Consolas"/>
                <a:sym typeface="Consolas"/>
              </a:rPr>
            </a:br>
            <a:r>
              <a:rPr lang="en" sz="1800">
                <a:latin typeface="Consolas"/>
                <a:ea typeface="Consolas"/>
                <a:cs typeface="Consolas"/>
                <a:sym typeface="Consolas"/>
              </a:rPr>
              <a:t>{</a:t>
            </a:r>
            <a:endParaRPr sz="1800"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Consolas"/>
                <a:ea typeface="Consolas"/>
                <a:cs typeface="Consolas"/>
                <a:sym typeface="Consolas"/>
              </a:rPr>
              <a:t>    </a:t>
            </a:r>
            <a:endParaRPr sz="1800"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Consolas"/>
                <a:ea typeface="Consolas"/>
                <a:cs typeface="Consolas"/>
                <a:sym typeface="Consolas"/>
              </a:rPr>
              <a:t>}</a:t>
            </a:r>
            <a:endParaRPr sz="1800"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Consolas"/>
                <a:ea typeface="Consolas"/>
                <a:cs typeface="Consolas"/>
                <a:sym typeface="Consolas"/>
              </a:rPr>
              <a:t>else if (x &gt; y)</a:t>
            </a:r>
            <a:endParaRPr sz="1800"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Consolas"/>
                <a:ea typeface="Consolas"/>
                <a:cs typeface="Consolas"/>
                <a:sym typeface="Consolas"/>
              </a:rPr>
              <a:t>{</a:t>
            </a:r>
            <a:br>
              <a:rPr lang="en" sz="1800">
                <a:latin typeface="Consolas"/>
                <a:ea typeface="Consolas"/>
                <a:cs typeface="Consolas"/>
                <a:sym typeface="Consolas"/>
              </a:rPr>
            </a:br>
            <a:r>
              <a:rPr lang="en" sz="1800">
                <a:latin typeface="Consolas"/>
                <a:ea typeface="Consolas"/>
                <a:cs typeface="Consolas"/>
                <a:sym typeface="Consolas"/>
              </a:rPr>
              <a:t>    </a:t>
            </a:r>
            <a:endParaRPr sz="1800"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Consolas"/>
                <a:ea typeface="Consolas"/>
                <a:cs typeface="Consolas"/>
                <a:sym typeface="Consolas"/>
              </a:rPr>
              <a:t>}</a:t>
            </a:r>
            <a:endParaRPr sz="1800"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Consolas"/>
                <a:ea typeface="Consolas"/>
                <a:cs typeface="Consolas"/>
                <a:sym typeface="Consolas"/>
              </a:rPr>
              <a:t>else</a:t>
            </a:r>
            <a:endParaRPr sz="1800"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Consolas"/>
                <a:ea typeface="Consolas"/>
                <a:cs typeface="Consolas"/>
                <a:sym typeface="Consolas"/>
              </a:rPr>
              <a:t>{</a:t>
            </a:r>
            <a:br>
              <a:rPr lang="en" sz="1800">
                <a:latin typeface="Consolas"/>
                <a:ea typeface="Consolas"/>
                <a:cs typeface="Consolas"/>
                <a:sym typeface="Consolas"/>
              </a:rPr>
            </a:br>
            <a:r>
              <a:rPr lang="en" sz="1800">
                <a:latin typeface="Consolas"/>
                <a:ea typeface="Consolas"/>
                <a:cs typeface="Consolas"/>
                <a:sym typeface="Consolas"/>
              </a:rPr>
              <a:t>    </a:t>
            </a:r>
            <a:endParaRPr sz="1800"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Consolas"/>
                <a:ea typeface="Consolas"/>
                <a:cs typeface="Consolas"/>
                <a:sym typeface="Consolas"/>
              </a:rPr>
              <a:t>}</a:t>
            </a:r>
            <a:endParaRPr sz="1800">
              <a:latin typeface="Consolas"/>
              <a:ea typeface="Consolas"/>
              <a:cs typeface="Consolas"/>
              <a:sym typeface="Consolas"/>
            </a:endParaRPr>
          </a:p>
        </p:txBody>
      </p:sp>
      <p:pic>
        <p:nvPicPr>
          <p:cNvPr id="542" name="Google Shape;542;p10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75950" y="918600"/>
            <a:ext cx="2905704" cy="33063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FF00"/>
        </a:solidFill>
        <a:effectLst/>
      </p:bgPr>
    </p:bg>
    <p:spTree>
      <p:nvGrpSpPr>
        <p:cNvPr id="1" name="Shape 5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7" name="Google Shape;547;p107"/>
          <p:cNvSpPr/>
          <p:nvPr/>
        </p:nvSpPr>
        <p:spPr>
          <a:xfrm>
            <a:off x="3657600" y="-150"/>
            <a:ext cx="5486400" cy="51435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48" name="Google Shape;548;p107"/>
          <p:cNvSpPr/>
          <p:nvPr/>
        </p:nvSpPr>
        <p:spPr>
          <a:xfrm>
            <a:off x="0" y="-150"/>
            <a:ext cx="3657600" cy="5143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49" name="Google Shape;549;p107"/>
          <p:cNvSpPr txBox="1"/>
          <p:nvPr/>
        </p:nvSpPr>
        <p:spPr>
          <a:xfrm>
            <a:off x="4029600" y="918450"/>
            <a:ext cx="4742400" cy="330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if (x &lt; y)</a:t>
            </a:r>
            <a:br>
              <a:rPr lang="en" sz="18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en" sz="18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{</a:t>
            </a:r>
            <a:endParaRPr sz="180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</a:t>
            </a:r>
            <a:endParaRPr sz="180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}</a:t>
            </a:r>
            <a:endParaRPr sz="180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else if (x &gt; y)</a:t>
            </a:r>
            <a:endParaRPr sz="180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{</a:t>
            </a:r>
            <a:br>
              <a:rPr lang="en" sz="18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en" sz="18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</a:t>
            </a:r>
            <a:endParaRPr sz="180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}</a:t>
            </a:r>
            <a:endParaRPr sz="180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else</a:t>
            </a:r>
            <a:endParaRPr sz="180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{</a:t>
            </a:r>
            <a:br>
              <a:rPr lang="en" sz="18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en" sz="18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</a:t>
            </a:r>
            <a:endParaRPr sz="180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}</a:t>
            </a:r>
            <a:endParaRPr sz="180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pic>
        <p:nvPicPr>
          <p:cNvPr id="550" name="Google Shape;550;p10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75950" y="918600"/>
            <a:ext cx="2905704" cy="33063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5" name="Google Shape;555;p108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variables</a:t>
            </a:r>
            <a:endParaRPr/>
          </a:p>
        </p:txBody>
      </p:sp>
    </p:spTree>
  </p:cSld>
  <p:clrMapOvr>
    <a:masterClrMapping/>
  </p:clrMapOvr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FF00"/>
        </a:solidFill>
        <a:effectLst/>
      </p:bgPr>
    </p:bg>
    <p:spTree>
      <p:nvGrpSpPr>
        <p:cNvPr id="1" name="Shape 5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0" name="Google Shape;560;p109"/>
          <p:cNvSpPr/>
          <p:nvPr/>
        </p:nvSpPr>
        <p:spPr>
          <a:xfrm>
            <a:off x="3657600" y="-150"/>
            <a:ext cx="5486400" cy="51435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61" name="Google Shape;561;p109"/>
          <p:cNvSpPr/>
          <p:nvPr/>
        </p:nvSpPr>
        <p:spPr>
          <a:xfrm>
            <a:off x="0" y="-150"/>
            <a:ext cx="3657600" cy="5143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62" name="Google Shape;562;p109"/>
          <p:cNvSpPr txBox="1"/>
          <p:nvPr/>
        </p:nvSpPr>
        <p:spPr>
          <a:xfrm>
            <a:off x="4747500" y="1959300"/>
            <a:ext cx="3306600" cy="122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Consolas"/>
                <a:ea typeface="Consolas"/>
                <a:cs typeface="Consolas"/>
                <a:sym typeface="Consolas"/>
              </a:rPr>
              <a:t>let counter = 0;</a:t>
            </a:r>
            <a:endParaRPr sz="1800">
              <a:latin typeface="Consolas"/>
              <a:ea typeface="Consolas"/>
              <a:cs typeface="Consolas"/>
              <a:sym typeface="Consolas"/>
            </a:endParaRPr>
          </a:p>
        </p:txBody>
      </p:sp>
      <p:pic>
        <p:nvPicPr>
          <p:cNvPr id="563" name="Google Shape;563;p10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57200" y="2215125"/>
            <a:ext cx="2743200" cy="71323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FF00"/>
        </a:solidFill>
        <a:effectLst/>
      </p:bgPr>
    </p:bg>
    <p:spTree>
      <p:nvGrpSpPr>
        <p:cNvPr id="1" name="Shape 5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8" name="Google Shape;568;p110"/>
          <p:cNvSpPr/>
          <p:nvPr/>
        </p:nvSpPr>
        <p:spPr>
          <a:xfrm>
            <a:off x="3657600" y="-150"/>
            <a:ext cx="5486400" cy="51435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69" name="Google Shape;569;p110"/>
          <p:cNvSpPr/>
          <p:nvPr/>
        </p:nvSpPr>
        <p:spPr>
          <a:xfrm>
            <a:off x="0" y="-150"/>
            <a:ext cx="3657600" cy="5143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70" name="Google Shape;570;p110"/>
          <p:cNvSpPr txBox="1"/>
          <p:nvPr/>
        </p:nvSpPr>
        <p:spPr>
          <a:xfrm>
            <a:off x="4747500" y="1959300"/>
            <a:ext cx="3306600" cy="122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let counter = 0;</a:t>
            </a:r>
            <a:endParaRPr sz="180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pic>
        <p:nvPicPr>
          <p:cNvPr id="571" name="Google Shape;571;p11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57200" y="2215125"/>
            <a:ext cx="2743200" cy="71323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FF00"/>
        </a:solidFill>
        <a:effectLst/>
      </p:bgPr>
    </p:bg>
    <p:spTree>
      <p:nvGrpSpPr>
        <p:cNvPr id="1" name="Shape 5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6" name="Google Shape;576;p111"/>
          <p:cNvSpPr/>
          <p:nvPr/>
        </p:nvSpPr>
        <p:spPr>
          <a:xfrm>
            <a:off x="3657600" y="-150"/>
            <a:ext cx="5486400" cy="51435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77" name="Google Shape;577;p111"/>
          <p:cNvSpPr/>
          <p:nvPr/>
        </p:nvSpPr>
        <p:spPr>
          <a:xfrm>
            <a:off x="0" y="-150"/>
            <a:ext cx="3657600" cy="5143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78" name="Google Shape;578;p111"/>
          <p:cNvSpPr txBox="1"/>
          <p:nvPr/>
        </p:nvSpPr>
        <p:spPr>
          <a:xfrm>
            <a:off x="4747500" y="1959300"/>
            <a:ext cx="3306600" cy="122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Consolas"/>
                <a:ea typeface="Consolas"/>
                <a:cs typeface="Consolas"/>
                <a:sym typeface="Consolas"/>
              </a:rPr>
              <a:t>counter = counter + 1;</a:t>
            </a:r>
            <a:endParaRPr sz="1800">
              <a:latin typeface="Consolas"/>
              <a:ea typeface="Consolas"/>
              <a:cs typeface="Consolas"/>
              <a:sym typeface="Consolas"/>
            </a:endParaRPr>
          </a:p>
        </p:txBody>
      </p:sp>
      <p:pic>
        <p:nvPicPr>
          <p:cNvPr id="579" name="Google Shape;579;p11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57200" y="2247900"/>
            <a:ext cx="2743200" cy="64739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FF00"/>
        </a:solidFill>
        <a:effectLst/>
      </p:bgPr>
    </p:bg>
    <p:spTree>
      <p:nvGrpSpPr>
        <p:cNvPr id="1" name="Shape 5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4" name="Google Shape;584;p112"/>
          <p:cNvSpPr/>
          <p:nvPr/>
        </p:nvSpPr>
        <p:spPr>
          <a:xfrm>
            <a:off x="3657600" y="-150"/>
            <a:ext cx="5486400" cy="51435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85" name="Google Shape;585;p112"/>
          <p:cNvSpPr/>
          <p:nvPr/>
        </p:nvSpPr>
        <p:spPr>
          <a:xfrm>
            <a:off x="0" y="-150"/>
            <a:ext cx="3657600" cy="5143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86" name="Google Shape;586;p112"/>
          <p:cNvSpPr txBox="1"/>
          <p:nvPr/>
        </p:nvSpPr>
        <p:spPr>
          <a:xfrm>
            <a:off x="4747500" y="1959300"/>
            <a:ext cx="3306600" cy="122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counter = counter + 1;</a:t>
            </a:r>
            <a:endParaRPr sz="180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pic>
        <p:nvPicPr>
          <p:cNvPr id="587" name="Google Shape;587;p11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57200" y="2247900"/>
            <a:ext cx="2743200" cy="64739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FF00"/>
        </a:solidFill>
        <a:effectLst/>
      </p:bgPr>
    </p:bg>
    <p:spTree>
      <p:nvGrpSpPr>
        <p:cNvPr id="1" name="Shape 5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2" name="Google Shape;592;p113"/>
          <p:cNvSpPr/>
          <p:nvPr/>
        </p:nvSpPr>
        <p:spPr>
          <a:xfrm>
            <a:off x="3657600" y="-150"/>
            <a:ext cx="5486400" cy="51435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93" name="Google Shape;593;p113"/>
          <p:cNvSpPr/>
          <p:nvPr/>
        </p:nvSpPr>
        <p:spPr>
          <a:xfrm>
            <a:off x="0" y="-150"/>
            <a:ext cx="3657600" cy="5143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94" name="Google Shape;594;p113"/>
          <p:cNvSpPr txBox="1"/>
          <p:nvPr/>
        </p:nvSpPr>
        <p:spPr>
          <a:xfrm>
            <a:off x="4747500" y="1959300"/>
            <a:ext cx="3306600" cy="122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counter += 1;</a:t>
            </a:r>
            <a:endParaRPr sz="180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pic>
        <p:nvPicPr>
          <p:cNvPr id="595" name="Google Shape;595;p1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57200" y="2247900"/>
            <a:ext cx="2743200" cy="64739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FF00"/>
        </a:solidFill>
        <a:effectLst/>
      </p:bgPr>
    </p:bg>
    <p:spTree>
      <p:nvGrpSpPr>
        <p:cNvPr id="1" name="Shape 5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0" name="Google Shape;600;p114"/>
          <p:cNvSpPr/>
          <p:nvPr/>
        </p:nvSpPr>
        <p:spPr>
          <a:xfrm>
            <a:off x="3657600" y="-150"/>
            <a:ext cx="5486400" cy="51435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01" name="Google Shape;601;p114"/>
          <p:cNvSpPr/>
          <p:nvPr/>
        </p:nvSpPr>
        <p:spPr>
          <a:xfrm>
            <a:off x="0" y="-150"/>
            <a:ext cx="3657600" cy="5143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02" name="Google Shape;602;p114"/>
          <p:cNvSpPr txBox="1"/>
          <p:nvPr/>
        </p:nvSpPr>
        <p:spPr>
          <a:xfrm>
            <a:off x="4747500" y="1959300"/>
            <a:ext cx="3306600" cy="122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counter++;</a:t>
            </a:r>
            <a:endParaRPr sz="180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pic>
        <p:nvPicPr>
          <p:cNvPr id="603" name="Google Shape;603;p1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44713" y="2172425"/>
            <a:ext cx="2968165" cy="7983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8" name="Google Shape;608;p115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loops</a:t>
            </a:r>
            <a:endParaRPr/>
          </a:p>
        </p:txBody>
      </p:sp>
    </p:spTree>
  </p:cSld>
  <p:clrMapOvr>
    <a:masterClrMapping/>
  </p:clrMapOvr>
</p:sld>
</file>

<file path=ppt/slides/slide10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FF00"/>
        </a:solidFill>
        <a:effectLst/>
      </p:bgPr>
    </p:bg>
    <p:spTree>
      <p:nvGrpSpPr>
        <p:cNvPr id="1" name="Shape 6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3" name="Google Shape;613;p116"/>
          <p:cNvSpPr/>
          <p:nvPr/>
        </p:nvSpPr>
        <p:spPr>
          <a:xfrm>
            <a:off x="3657600" y="-150"/>
            <a:ext cx="5486400" cy="51435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14" name="Google Shape;614;p116"/>
          <p:cNvSpPr/>
          <p:nvPr/>
        </p:nvSpPr>
        <p:spPr>
          <a:xfrm>
            <a:off x="0" y="-150"/>
            <a:ext cx="3657600" cy="5143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15" name="Google Shape;615;p116"/>
          <p:cNvSpPr txBox="1"/>
          <p:nvPr/>
        </p:nvSpPr>
        <p:spPr>
          <a:xfrm>
            <a:off x="4477650" y="1692300"/>
            <a:ext cx="3846300" cy="175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Consolas"/>
                <a:ea typeface="Consolas"/>
                <a:cs typeface="Consolas"/>
                <a:sym typeface="Consolas"/>
              </a:rPr>
              <a:t>for (let i = 0; i &lt; 3; i++)</a:t>
            </a:r>
            <a:endParaRPr sz="1800"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Consolas"/>
                <a:ea typeface="Consolas"/>
                <a:cs typeface="Consolas"/>
                <a:sym typeface="Consolas"/>
              </a:rPr>
              <a:t>{</a:t>
            </a:r>
            <a:endParaRPr sz="1800"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Consolas"/>
                <a:ea typeface="Consolas"/>
                <a:cs typeface="Consolas"/>
                <a:sym typeface="Consolas"/>
              </a:rPr>
              <a:t>    </a:t>
            </a:r>
            <a:endParaRPr sz="1800"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Consolas"/>
                <a:ea typeface="Consolas"/>
                <a:cs typeface="Consolas"/>
                <a:sym typeface="Consolas"/>
              </a:rPr>
              <a:t>}</a:t>
            </a:r>
            <a:endParaRPr sz="1800">
              <a:latin typeface="Consolas"/>
              <a:ea typeface="Consolas"/>
              <a:cs typeface="Consolas"/>
              <a:sym typeface="Consolas"/>
            </a:endParaRPr>
          </a:p>
        </p:txBody>
      </p:sp>
      <p:pic>
        <p:nvPicPr>
          <p:cNvPr id="616" name="Google Shape;616;p1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24863" y="1806975"/>
            <a:ext cx="2207875" cy="152955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FF00"/>
        </a:solidFill>
        <a:effectLst/>
      </p:bgPr>
    </p:bg>
    <p:spTree>
      <p:nvGrpSpPr>
        <p:cNvPr id="1" name="Shape 6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1" name="Google Shape;621;p117"/>
          <p:cNvSpPr/>
          <p:nvPr/>
        </p:nvSpPr>
        <p:spPr>
          <a:xfrm>
            <a:off x="3657600" y="-150"/>
            <a:ext cx="5486400" cy="51435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22" name="Google Shape;622;p117"/>
          <p:cNvSpPr/>
          <p:nvPr/>
        </p:nvSpPr>
        <p:spPr>
          <a:xfrm>
            <a:off x="0" y="-150"/>
            <a:ext cx="3657600" cy="5143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23" name="Google Shape;623;p117"/>
          <p:cNvSpPr txBox="1"/>
          <p:nvPr/>
        </p:nvSpPr>
        <p:spPr>
          <a:xfrm>
            <a:off x="4477650" y="1692300"/>
            <a:ext cx="3846300" cy="175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for (let i = 0; i &lt; 3; i++)</a:t>
            </a:r>
            <a:endParaRPr sz="180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{</a:t>
            </a:r>
            <a:endParaRPr sz="180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</a:t>
            </a:r>
            <a:endParaRPr sz="180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}</a:t>
            </a:r>
            <a:endParaRPr sz="180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pic>
        <p:nvPicPr>
          <p:cNvPr id="624" name="Google Shape;624;p1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24863" y="1806975"/>
            <a:ext cx="2207875" cy="152955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FF00"/>
        </a:solidFill>
        <a:effectLst/>
      </p:bgPr>
    </p:bg>
    <p:spTree>
      <p:nvGrpSpPr>
        <p:cNvPr id="1" name="Shape 6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9" name="Google Shape;629;p118"/>
          <p:cNvSpPr/>
          <p:nvPr/>
        </p:nvSpPr>
        <p:spPr>
          <a:xfrm>
            <a:off x="3657600" y="-150"/>
            <a:ext cx="5486400" cy="51435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30" name="Google Shape;630;p118"/>
          <p:cNvSpPr/>
          <p:nvPr/>
        </p:nvSpPr>
        <p:spPr>
          <a:xfrm>
            <a:off x="0" y="-150"/>
            <a:ext cx="3657600" cy="5143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31" name="Google Shape;631;p118"/>
          <p:cNvSpPr txBox="1"/>
          <p:nvPr/>
        </p:nvSpPr>
        <p:spPr>
          <a:xfrm>
            <a:off x="4477650" y="1692300"/>
            <a:ext cx="3846300" cy="175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Consolas"/>
                <a:ea typeface="Consolas"/>
                <a:cs typeface="Consolas"/>
                <a:sym typeface="Consolas"/>
              </a:rPr>
              <a:t>while (true)</a:t>
            </a:r>
            <a:endParaRPr sz="1800"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Consolas"/>
                <a:ea typeface="Consolas"/>
                <a:cs typeface="Consolas"/>
                <a:sym typeface="Consolas"/>
              </a:rPr>
              <a:t>{</a:t>
            </a:r>
            <a:endParaRPr sz="1800"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Consolas"/>
                <a:ea typeface="Consolas"/>
                <a:cs typeface="Consolas"/>
                <a:sym typeface="Consolas"/>
              </a:rPr>
              <a:t>    </a:t>
            </a:r>
            <a:endParaRPr sz="1800"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Consolas"/>
                <a:ea typeface="Consolas"/>
                <a:cs typeface="Consolas"/>
                <a:sym typeface="Consolas"/>
              </a:rPr>
              <a:t>}</a:t>
            </a:r>
            <a:endParaRPr sz="1800">
              <a:latin typeface="Consolas"/>
              <a:ea typeface="Consolas"/>
              <a:cs typeface="Consolas"/>
              <a:sym typeface="Consolas"/>
            </a:endParaRPr>
          </a:p>
        </p:txBody>
      </p:sp>
      <p:pic>
        <p:nvPicPr>
          <p:cNvPr id="632" name="Google Shape;632;p1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68100" y="1887900"/>
            <a:ext cx="2121400" cy="136740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FF00"/>
        </a:solidFill>
        <a:effectLst/>
      </p:bgPr>
    </p:bg>
    <p:spTree>
      <p:nvGrpSpPr>
        <p:cNvPr id="1" name="Shape 6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7" name="Google Shape;637;p119"/>
          <p:cNvSpPr/>
          <p:nvPr/>
        </p:nvSpPr>
        <p:spPr>
          <a:xfrm>
            <a:off x="3657600" y="-150"/>
            <a:ext cx="5486400" cy="51435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38" name="Google Shape;638;p119"/>
          <p:cNvSpPr/>
          <p:nvPr/>
        </p:nvSpPr>
        <p:spPr>
          <a:xfrm>
            <a:off x="0" y="-150"/>
            <a:ext cx="3657600" cy="5143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39" name="Google Shape;639;p119"/>
          <p:cNvSpPr txBox="1"/>
          <p:nvPr/>
        </p:nvSpPr>
        <p:spPr>
          <a:xfrm>
            <a:off x="4477650" y="1692300"/>
            <a:ext cx="3846300" cy="175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while (true)</a:t>
            </a:r>
            <a:endParaRPr sz="180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{</a:t>
            </a:r>
            <a:endParaRPr sz="180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</a:t>
            </a:r>
            <a:endParaRPr sz="180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}</a:t>
            </a:r>
            <a:endParaRPr sz="180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pic>
        <p:nvPicPr>
          <p:cNvPr id="640" name="Google Shape;640;p1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68100" y="1887900"/>
            <a:ext cx="2121400" cy="136740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" name="Google Shape;645;p120"/>
          <p:cNvSpPr txBox="1">
            <a:spLocks noGrp="1"/>
          </p:cNvSpPr>
          <p:nvPr>
            <p:ph type="body" idx="1"/>
          </p:nvPr>
        </p:nvSpPr>
        <p:spPr>
          <a:xfrm>
            <a:off x="311700" y="694800"/>
            <a:ext cx="8520600" cy="3753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&lt;!DOCTYPE html&gt;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&lt;html lang="en"&gt;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&lt;head&gt;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    &lt;title&gt;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        hello, title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    &lt;/title&gt;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&lt;/head&gt;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&lt;body&gt;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    hello, body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&lt;/body&gt;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&lt;/html&gt;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10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0" name="Google Shape;650;p121"/>
          <p:cNvSpPr txBox="1">
            <a:spLocks noGrp="1"/>
          </p:cNvSpPr>
          <p:nvPr>
            <p:ph type="body" idx="1"/>
          </p:nvPr>
        </p:nvSpPr>
        <p:spPr>
          <a:xfrm>
            <a:off x="311700" y="694800"/>
            <a:ext cx="8520600" cy="3753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&lt;!DOCTYPE html&gt;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&lt;html lang="en"&gt;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&lt;head&gt;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  </a:t>
            </a:r>
            <a:r>
              <a:rPr lang="en">
                <a:solidFill>
                  <a:srgbClr val="FFFF00"/>
                </a:solidFill>
                <a:latin typeface="Consolas"/>
                <a:ea typeface="Consolas"/>
                <a:cs typeface="Consolas"/>
                <a:sym typeface="Consolas"/>
              </a:rPr>
              <a:t>  </a:t>
            </a:r>
            <a:r>
              <a:rPr lang="en">
                <a:solidFill>
                  <a:srgbClr val="000000"/>
                </a:solidFill>
                <a:highlight>
                  <a:schemeClr val="dk1"/>
                </a:highlight>
                <a:latin typeface="Consolas"/>
                <a:ea typeface="Consolas"/>
                <a:cs typeface="Consolas"/>
                <a:sym typeface="Consolas"/>
              </a:rPr>
              <a:t>&lt;script&gt;</a:t>
            </a:r>
            <a:endParaRPr>
              <a:solidFill>
                <a:srgbClr val="000000"/>
              </a:solidFill>
              <a:highlight>
                <a:schemeClr val="dk1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FFFF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00"/>
                </a:solidFill>
                <a:latin typeface="Consolas"/>
                <a:ea typeface="Consolas"/>
                <a:cs typeface="Consolas"/>
                <a:sym typeface="Consolas"/>
              </a:rPr>
              <a:t>        </a:t>
            </a:r>
            <a:r>
              <a:rPr lang="en">
                <a:solidFill>
                  <a:srgbClr val="000000"/>
                </a:solidFill>
                <a:highlight>
                  <a:schemeClr val="dk1"/>
                </a:highlight>
                <a:latin typeface="Consolas"/>
                <a:ea typeface="Consolas"/>
                <a:cs typeface="Consolas"/>
                <a:sym typeface="Consolas"/>
              </a:rPr>
              <a:t>&lt;/script&gt;</a:t>
            </a:r>
            <a:endParaRPr>
              <a:solidFill>
                <a:srgbClr val="000000"/>
              </a:solidFill>
              <a:highlight>
                <a:schemeClr val="dk1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    &lt;title&gt;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        hello, title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    &lt;/title&gt;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&lt;/head&gt;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&lt;body&gt;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    hello, body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&lt;/body&gt;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&lt;/html&gt;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10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" name="Google Shape;655;p122"/>
          <p:cNvSpPr txBox="1">
            <a:spLocks noGrp="1"/>
          </p:cNvSpPr>
          <p:nvPr>
            <p:ph type="body" idx="1"/>
          </p:nvPr>
        </p:nvSpPr>
        <p:spPr>
          <a:xfrm>
            <a:off x="311700" y="694800"/>
            <a:ext cx="8520600" cy="3753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&lt;!DOCTYPE html&gt;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&lt;html lang="en"&gt;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&lt;head&gt;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  </a:t>
            </a:r>
            <a:r>
              <a:rPr lang="en">
                <a:solidFill>
                  <a:srgbClr val="FFFF00"/>
                </a:solidFill>
                <a:latin typeface="Consolas"/>
                <a:ea typeface="Consolas"/>
                <a:cs typeface="Consolas"/>
                <a:sym typeface="Consolas"/>
              </a:rPr>
              <a:t>  </a:t>
            </a:r>
            <a:r>
              <a:rPr lang="en">
                <a:solidFill>
                  <a:srgbClr val="000000"/>
                </a:solidFill>
                <a:highlight>
                  <a:schemeClr val="dk1"/>
                </a:highlight>
                <a:latin typeface="Consolas"/>
                <a:ea typeface="Consolas"/>
                <a:cs typeface="Consolas"/>
                <a:sym typeface="Consolas"/>
              </a:rPr>
              <a:t>&lt;script src="scripts.js"&gt;&lt;/script&gt;</a:t>
            </a:r>
            <a:endParaRPr>
              <a:solidFill>
                <a:srgbClr val="000000"/>
              </a:solidFill>
              <a:highlight>
                <a:schemeClr val="dk1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    &lt;title&gt;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        hello, title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    &lt;/title&gt;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&lt;/head&gt;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&lt;body&gt;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    hello, body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&lt;/body&gt;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&lt;/html&gt;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10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0" name="Google Shape;660;p123"/>
          <p:cNvSpPr txBox="1">
            <a:spLocks noGrp="1"/>
          </p:cNvSpPr>
          <p:nvPr>
            <p:ph type="body" idx="1"/>
          </p:nvPr>
        </p:nvSpPr>
        <p:spPr>
          <a:xfrm>
            <a:off x="311700" y="694800"/>
            <a:ext cx="8520600" cy="3753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&lt;!DOCTYPE html&gt;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&lt;html lang="en"&gt;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&lt;head&gt;</a:t>
            </a:r>
            <a:endParaRPr>
              <a:solidFill>
                <a:srgbClr val="FFFF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    &lt;title&gt;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        hello, title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    &lt;/title&gt;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&lt;/head&gt;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&lt;body&gt;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    hello, body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  </a:t>
            </a:r>
            <a:r>
              <a:rPr lang="en">
                <a:solidFill>
                  <a:srgbClr val="FFFF00"/>
                </a:solidFill>
                <a:latin typeface="Consolas"/>
                <a:ea typeface="Consolas"/>
                <a:cs typeface="Consolas"/>
                <a:sym typeface="Consolas"/>
              </a:rPr>
              <a:t>  </a:t>
            </a:r>
            <a:r>
              <a:rPr lang="en">
                <a:solidFill>
                  <a:srgbClr val="000000"/>
                </a:solidFill>
                <a:highlight>
                  <a:schemeClr val="dk1"/>
                </a:highlight>
                <a:latin typeface="Consolas"/>
                <a:ea typeface="Consolas"/>
                <a:cs typeface="Consolas"/>
                <a:sym typeface="Consolas"/>
              </a:rPr>
              <a:t>&lt;script&gt;</a:t>
            </a:r>
            <a:endParaRPr>
              <a:solidFill>
                <a:srgbClr val="000000"/>
              </a:solidFill>
              <a:highlight>
                <a:schemeClr val="dk1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FFFF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00"/>
                </a:solidFill>
                <a:latin typeface="Consolas"/>
                <a:ea typeface="Consolas"/>
                <a:cs typeface="Consolas"/>
                <a:sym typeface="Consolas"/>
              </a:rPr>
              <a:t>        </a:t>
            </a:r>
            <a:r>
              <a:rPr lang="en">
                <a:solidFill>
                  <a:srgbClr val="000000"/>
                </a:solidFill>
                <a:highlight>
                  <a:schemeClr val="dk1"/>
                </a:highlight>
                <a:latin typeface="Consolas"/>
                <a:ea typeface="Consolas"/>
                <a:cs typeface="Consolas"/>
                <a:sym typeface="Consolas"/>
              </a:rPr>
              <a:t>&lt;/script&gt;</a:t>
            </a:r>
            <a:endParaRPr>
              <a:solidFill>
                <a:srgbClr val="000000"/>
              </a:solidFill>
              <a:highlight>
                <a:schemeClr val="dk1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&lt;/body&gt;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&lt;/html&gt;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1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" name="Google Shape;665;p124"/>
          <p:cNvSpPr txBox="1">
            <a:spLocks noGrp="1"/>
          </p:cNvSpPr>
          <p:nvPr>
            <p:ph type="body" idx="1"/>
          </p:nvPr>
        </p:nvSpPr>
        <p:spPr>
          <a:xfrm>
            <a:off x="311700" y="694800"/>
            <a:ext cx="8520600" cy="3753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&lt;!DOCTYPE html&gt;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&lt;html lang="en"&gt;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&lt;head&gt;</a:t>
            </a:r>
            <a:endParaRPr>
              <a:solidFill>
                <a:srgbClr val="FFFF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    &lt;title&gt;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        hello, title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    &lt;/title&gt;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&lt;/head&gt;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&lt;body&gt;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    hello, body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  </a:t>
            </a:r>
            <a:r>
              <a:rPr lang="en">
                <a:solidFill>
                  <a:srgbClr val="FFFF00"/>
                </a:solidFill>
                <a:latin typeface="Consolas"/>
                <a:ea typeface="Consolas"/>
                <a:cs typeface="Consolas"/>
                <a:sym typeface="Consolas"/>
              </a:rPr>
              <a:t>  </a:t>
            </a:r>
            <a:r>
              <a:rPr lang="en">
                <a:solidFill>
                  <a:srgbClr val="000000"/>
                </a:solidFill>
                <a:highlight>
                  <a:schemeClr val="dk1"/>
                </a:highlight>
                <a:latin typeface="Consolas"/>
                <a:ea typeface="Consolas"/>
                <a:cs typeface="Consolas"/>
                <a:sym typeface="Consolas"/>
              </a:rPr>
              <a:t>&lt;script src="scripts.js"&gt;&lt;/script&gt;</a:t>
            </a:r>
            <a:endParaRPr>
              <a:solidFill>
                <a:srgbClr val="000000"/>
              </a:solidFill>
              <a:highlight>
                <a:schemeClr val="dk1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&lt;/body&gt;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&lt;/html&gt;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1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0" name="Google Shape;670;p125"/>
          <p:cNvSpPr txBox="1">
            <a:spLocks noGrp="1"/>
          </p:cNvSpPr>
          <p:nvPr>
            <p:ph type="body" idx="1"/>
          </p:nvPr>
        </p:nvSpPr>
        <p:spPr>
          <a:xfrm>
            <a:off x="311700" y="310500"/>
            <a:ext cx="8520600" cy="4522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600"/>
              </a:spcAft>
              <a:buNone/>
            </a:pPr>
            <a:r>
              <a:rPr lang="en" sz="17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blur</a:t>
            </a:r>
            <a:br>
              <a:rPr lang="en" sz="17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en" sz="17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change</a:t>
            </a:r>
            <a:br>
              <a:rPr lang="en" sz="17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en" sz="17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click</a:t>
            </a:r>
            <a:br>
              <a:rPr lang="en" sz="17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en" sz="17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drag</a:t>
            </a:r>
            <a:br>
              <a:rPr lang="en" sz="17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en" sz="17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focus</a:t>
            </a:r>
            <a:br>
              <a:rPr lang="en" sz="17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en" sz="17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keyup</a:t>
            </a:r>
            <a:br>
              <a:rPr lang="en" sz="17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en" sz="17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load</a:t>
            </a:r>
            <a:br>
              <a:rPr lang="en" sz="17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en" sz="17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mousedown</a:t>
            </a:r>
            <a:br>
              <a:rPr lang="en" sz="17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en" sz="17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mouseover</a:t>
            </a:r>
            <a:br>
              <a:rPr lang="en" sz="17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en" sz="17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mouseup</a:t>
            </a:r>
            <a:br>
              <a:rPr lang="en" sz="17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en" sz="17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submit</a:t>
            </a:r>
            <a:br>
              <a:rPr lang="en" sz="17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en" sz="17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touchmove</a:t>
            </a:r>
            <a:br>
              <a:rPr lang="en" sz="17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en" sz="17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unload</a:t>
            </a:r>
            <a:br>
              <a:rPr lang="en" sz="17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en" sz="17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...</a:t>
            </a:r>
            <a:endParaRPr sz="170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11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Shape 6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" name="Google Shape;675;p126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Bootstrap Table</a:t>
            </a:r>
            <a:endParaRPr/>
          </a:p>
        </p:txBody>
      </p:sp>
    </p:spTree>
  </p:cSld>
  <p:clrMapOvr>
    <a:masterClrMapping/>
  </p:clrMapOvr>
</p:sld>
</file>

<file path=ppt/slides/slide11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Shape 6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0" name="Google Shape;680;p127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uFill>
                  <a:noFill/>
                </a:uFill>
                <a:hlinkClick r:id="rId3"/>
              </a:rPr>
              <a:t>bootstrap-table.com</a:t>
            </a:r>
            <a:r>
              <a:rPr lang="en"/>
              <a:t> </a:t>
            </a:r>
            <a:endParaRPr/>
          </a:p>
        </p:txBody>
      </p:sp>
    </p:spTree>
  </p:cSld>
  <p:clrMapOvr>
    <a:masterClrMapping/>
  </p:clrMapOvr>
</p:sld>
</file>

<file path=ppt/slides/slide1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50457470-869F-3131-BECA-F5A378ABE6C9}"/>
              </a:ext>
            </a:extLst>
          </p:cNvPr>
          <p:cNvSpPr txBox="1"/>
          <p:nvPr/>
        </p:nvSpPr>
        <p:spPr>
          <a:xfrm>
            <a:off x="921001" y="2110085"/>
            <a:ext cx="7301999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GB" sz="5400" dirty="0">
                <a:solidFill>
                  <a:schemeClr val="tx1"/>
                </a:solidFill>
              </a:rPr>
              <a:t>Computing Technology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imple Dark">
  <a:themeElements>
    <a:clrScheme name="Simple Dark">
      <a:dk1>
        <a:srgbClr val="FFFFFF"/>
      </a:dk1>
      <a:lt1>
        <a:srgbClr val="212121"/>
      </a:lt1>
      <a:dk2>
        <a:srgbClr val="303030"/>
      </a:dk2>
      <a:lt2>
        <a:srgbClr val="ADADAD"/>
      </a:lt2>
      <a:accent1>
        <a:srgbClr val="009688"/>
      </a:accent1>
      <a:accent2>
        <a:srgbClr val="EEEEEE"/>
      </a:accent2>
      <a:accent3>
        <a:srgbClr val="78909C"/>
      </a:accent3>
      <a:accent4>
        <a:srgbClr val="FFAB40"/>
      </a:accent4>
      <a:accent5>
        <a:srgbClr val="4DD0E1"/>
      </a:accent5>
      <a:accent6>
        <a:srgbClr val="EEFF41"/>
      </a:accent6>
      <a:hlink>
        <a:srgbClr val="4DD0E1"/>
      </a:hlink>
      <a:folHlink>
        <a:srgbClr val="4DD0E1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35</TotalTime>
  <Words>2817</Words>
  <Application>Microsoft Office PowerPoint</Application>
  <PresentationFormat>On-screen Show (16:9)</PresentationFormat>
  <Paragraphs>617</Paragraphs>
  <Slides>114</Slides>
  <Notes>114</Notes>
  <HiddenSlides>2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114</vt:i4>
      </vt:variant>
    </vt:vector>
  </HeadingPairs>
  <TitlesOfParts>
    <vt:vector size="117" baseType="lpstr">
      <vt:lpstr>Arial</vt:lpstr>
      <vt:lpstr>Consolas</vt:lpstr>
      <vt:lpstr>Simple Dark</vt:lpstr>
      <vt:lpstr>PowerPoint Presentation</vt:lpstr>
      <vt:lpstr>internet</vt:lpstr>
      <vt:lpstr>PowerPoint Presentation</vt:lpstr>
      <vt:lpstr>PowerPoint Presentation</vt:lpstr>
      <vt:lpstr>routers</vt:lpstr>
      <vt:lpstr>PowerPoint Presentation</vt:lpstr>
      <vt:lpstr>TCP/IP</vt:lpstr>
      <vt:lpstr>IP</vt:lpstr>
      <vt:lpstr>#.#.#.#</vt:lpstr>
      <vt:lpstr>PowerPoint Presentation</vt:lpstr>
      <vt:lpstr>TCP</vt:lpstr>
      <vt:lpstr>ports</vt:lpstr>
      <vt:lpstr>PowerPoint Presentation</vt:lpstr>
      <vt:lpstr>PowerPoint Presentation</vt:lpstr>
      <vt:lpstr>DNS</vt:lpstr>
      <vt:lpstr>PowerPoint Presentation</vt:lpstr>
      <vt:lpstr>PowerPoint Presentation</vt:lpstr>
      <vt:lpstr>DHCP</vt:lpstr>
      <vt:lpstr>HTTP</vt:lpstr>
      <vt:lpstr>HTTPS</vt:lpstr>
      <vt:lpstr>https://www.example.com</vt:lpstr>
      <vt:lpstr>https://www.example.com/</vt:lpstr>
      <vt:lpstr>https://www.example.com/path</vt:lpstr>
      <vt:lpstr>https://www.example.com/file.html</vt:lpstr>
      <vt:lpstr>https://www.example.com/folder/</vt:lpstr>
      <vt:lpstr>https://www.example.com/folder/file.html</vt:lpstr>
      <vt:lpstr>https://www.example.com/folder/file.html</vt:lpstr>
      <vt:lpstr>https://www.example.com/folder/file.html</vt:lpstr>
      <vt:lpstr>https://www.example.com/folder/file.html</vt:lpstr>
      <vt:lpstr>https://www.example.com/folder/file.html</vt:lpstr>
      <vt:lpstr>https://www.example.com/folder/file.html</vt:lpstr>
      <vt:lpstr>PowerPoint Presentation</vt:lpstr>
      <vt:lpstr>PowerPoint Presentation</vt:lpstr>
      <vt:lpstr>PowerPoint Presentation</vt:lpstr>
      <vt:lpstr>developer tools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HTML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https://www.example.com</vt:lpstr>
      <vt:lpstr>https://www.example.com/path?key=value</vt:lpstr>
      <vt:lpstr>https://www.example.com/path?key=value&amp;key=value</vt:lpstr>
      <vt:lpstr>regular expressions</vt:lpstr>
      <vt:lpstr>regexes</vt:lpstr>
      <vt:lpstr>developer.mozilla.org/en-US/docs/Web/JavaScript/Guide/Regular_expressions </vt:lpstr>
      <vt:lpstr>PowerPoint Presentation</vt:lpstr>
      <vt:lpstr>PowerPoint Presentation</vt:lpstr>
      <vt:lpstr>^[a-zA-Z0-9.!#$%&amp;'*+\/=?^_`{|}~-]+@[a-zA-Z0-9](?:[a-zA-Z0-9-]{0,61}[a-zA-Z0-9])?(?:\.[a-zA-Z0-9](?:[a-zA-Z0-9-]{0,61}[a-zA-Z0-9])?)*$</vt:lpstr>
      <vt:lpstr>developer tools</vt:lpstr>
      <vt:lpstr>validator.w3.org</vt:lpstr>
      <vt:lpstr>CSS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frameworks</vt:lpstr>
      <vt:lpstr>Bootstrap</vt:lpstr>
      <vt:lpstr>getbootstrap.com </vt:lpstr>
      <vt:lpstr>developer tools</vt:lpstr>
      <vt:lpstr>JavaScript</vt:lpstr>
      <vt:lpstr>PowerPoint Presentation</vt:lpstr>
      <vt:lpstr>conditionals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variables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loops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Bootstrap Table</vt:lpstr>
      <vt:lpstr>bootstrap-table.com 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Ed Harris</cp:lastModifiedBy>
  <cp:revision>3</cp:revision>
  <dcterms:modified xsi:type="dcterms:W3CDTF">2025-11-25T09:18:07Z</dcterms:modified>
</cp:coreProperties>
</file>
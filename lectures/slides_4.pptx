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slides/slide203.xml" ContentType="application/vnd.openxmlformats-officedocument.presentationml.slide+xml"/>
  <Override PartName="/ppt/slides/slide204.xml" ContentType="application/vnd.openxmlformats-officedocument.presentationml.slide+xml"/>
  <Override PartName="/ppt/slides/slide205.xml" ContentType="application/vnd.openxmlformats-officedocument.presentationml.slide+xml"/>
  <Override PartName="/ppt/slides/slide206.xml" ContentType="application/vnd.openxmlformats-officedocument.presentationml.slide+xml"/>
  <Override PartName="/ppt/slides/slide207.xml" ContentType="application/vnd.openxmlformats-officedocument.presentationml.slide+xml"/>
  <Override PartName="/ppt/slides/slide208.xml" ContentType="application/vnd.openxmlformats-officedocument.presentationml.slide+xml"/>
  <Override PartName="/ppt/slides/slide209.xml" ContentType="application/vnd.openxmlformats-officedocument.presentationml.slide+xml"/>
  <Override PartName="/ppt/slides/slide210.xml" ContentType="application/vnd.openxmlformats-officedocument.presentationml.slide+xml"/>
  <Override PartName="/ppt/slides/slide2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ppt/notesSlides/notesSlide128.xml" ContentType="application/vnd.openxmlformats-officedocument.presentationml.notesSlide+xml"/>
  <Override PartName="/ppt/notesSlides/notesSlide129.xml" ContentType="application/vnd.openxmlformats-officedocument.presentationml.notesSlide+xml"/>
  <Override PartName="/ppt/notesSlides/notesSlide130.xml" ContentType="application/vnd.openxmlformats-officedocument.presentationml.notesSlide+xml"/>
  <Override PartName="/ppt/notesSlides/notesSlide131.xml" ContentType="application/vnd.openxmlformats-officedocument.presentationml.notesSlide+xml"/>
  <Override PartName="/ppt/notesSlides/notesSlide132.xml" ContentType="application/vnd.openxmlformats-officedocument.presentationml.notesSlide+xml"/>
  <Override PartName="/ppt/notesSlides/notesSlide133.xml" ContentType="application/vnd.openxmlformats-officedocument.presentationml.notesSlide+xml"/>
  <Override PartName="/ppt/notesSlides/notesSlide134.xml" ContentType="application/vnd.openxmlformats-officedocument.presentationml.notesSlide+xml"/>
  <Override PartName="/ppt/notesSlides/notesSlide135.xml" ContentType="application/vnd.openxmlformats-officedocument.presentationml.notesSlide+xml"/>
  <Override PartName="/ppt/notesSlides/notesSlide136.xml" ContentType="application/vnd.openxmlformats-officedocument.presentationml.notesSlide+xml"/>
  <Override PartName="/ppt/notesSlides/notesSlide137.xml" ContentType="application/vnd.openxmlformats-officedocument.presentationml.notesSlide+xml"/>
  <Override PartName="/ppt/notesSlides/notesSlide138.xml" ContentType="application/vnd.openxmlformats-officedocument.presentationml.notesSlide+xml"/>
  <Override PartName="/ppt/notesSlides/notesSlide139.xml" ContentType="application/vnd.openxmlformats-officedocument.presentationml.notesSlide+xml"/>
  <Override PartName="/ppt/notesSlides/notesSlide140.xml" ContentType="application/vnd.openxmlformats-officedocument.presentationml.notesSlide+xml"/>
  <Override PartName="/ppt/notesSlides/notesSlide141.xml" ContentType="application/vnd.openxmlformats-officedocument.presentationml.notesSlide+xml"/>
  <Override PartName="/ppt/notesSlides/notesSlide142.xml" ContentType="application/vnd.openxmlformats-officedocument.presentationml.notesSlide+xml"/>
  <Override PartName="/ppt/notesSlides/notesSlide143.xml" ContentType="application/vnd.openxmlformats-officedocument.presentationml.notesSlide+xml"/>
  <Override PartName="/ppt/notesSlides/notesSlide144.xml" ContentType="application/vnd.openxmlformats-officedocument.presentationml.notesSlide+xml"/>
  <Override PartName="/ppt/notesSlides/notesSlide145.xml" ContentType="application/vnd.openxmlformats-officedocument.presentationml.notesSlide+xml"/>
  <Override PartName="/ppt/notesSlides/notesSlide146.xml" ContentType="application/vnd.openxmlformats-officedocument.presentationml.notesSlide+xml"/>
  <Override PartName="/ppt/notesSlides/notesSlide147.xml" ContentType="application/vnd.openxmlformats-officedocument.presentationml.notesSlide+xml"/>
  <Override PartName="/ppt/notesSlides/notesSlide148.xml" ContentType="application/vnd.openxmlformats-officedocument.presentationml.notesSlide+xml"/>
  <Override PartName="/ppt/notesSlides/notesSlide149.xml" ContentType="application/vnd.openxmlformats-officedocument.presentationml.notesSlide+xml"/>
  <Override PartName="/ppt/notesSlides/notesSlide150.xml" ContentType="application/vnd.openxmlformats-officedocument.presentationml.notesSlide+xml"/>
  <Override PartName="/ppt/notesSlides/notesSlide151.xml" ContentType="application/vnd.openxmlformats-officedocument.presentationml.notesSlide+xml"/>
  <Override PartName="/ppt/notesSlides/notesSlide152.xml" ContentType="application/vnd.openxmlformats-officedocument.presentationml.notesSlide+xml"/>
  <Override PartName="/ppt/notesSlides/notesSlide153.xml" ContentType="application/vnd.openxmlformats-officedocument.presentationml.notesSlide+xml"/>
  <Override PartName="/ppt/notesSlides/notesSlide154.xml" ContentType="application/vnd.openxmlformats-officedocument.presentationml.notesSlide+xml"/>
  <Override PartName="/ppt/notesSlides/notesSlide155.xml" ContentType="application/vnd.openxmlformats-officedocument.presentationml.notesSlide+xml"/>
  <Override PartName="/ppt/notesSlides/notesSlide156.xml" ContentType="application/vnd.openxmlformats-officedocument.presentationml.notesSlide+xml"/>
  <Override PartName="/ppt/notesSlides/notesSlide157.xml" ContentType="application/vnd.openxmlformats-officedocument.presentationml.notesSlide+xml"/>
  <Override PartName="/ppt/notesSlides/notesSlide158.xml" ContentType="application/vnd.openxmlformats-officedocument.presentationml.notesSlide+xml"/>
  <Override PartName="/ppt/notesSlides/notesSlide159.xml" ContentType="application/vnd.openxmlformats-officedocument.presentationml.notesSlide+xml"/>
  <Override PartName="/ppt/notesSlides/notesSlide160.xml" ContentType="application/vnd.openxmlformats-officedocument.presentationml.notesSlide+xml"/>
  <Override PartName="/ppt/notesSlides/notesSlide161.xml" ContentType="application/vnd.openxmlformats-officedocument.presentationml.notesSlide+xml"/>
  <Override PartName="/ppt/notesSlides/notesSlide162.xml" ContentType="application/vnd.openxmlformats-officedocument.presentationml.notesSlide+xml"/>
  <Override PartName="/ppt/notesSlides/notesSlide163.xml" ContentType="application/vnd.openxmlformats-officedocument.presentationml.notesSlide+xml"/>
  <Override PartName="/ppt/notesSlides/notesSlide164.xml" ContentType="application/vnd.openxmlformats-officedocument.presentationml.notesSlide+xml"/>
  <Override PartName="/ppt/notesSlides/notesSlide165.xml" ContentType="application/vnd.openxmlformats-officedocument.presentationml.notesSlide+xml"/>
  <Override PartName="/ppt/notesSlides/notesSlide166.xml" ContentType="application/vnd.openxmlformats-officedocument.presentationml.notesSlide+xml"/>
  <Override PartName="/ppt/notesSlides/notesSlide167.xml" ContentType="application/vnd.openxmlformats-officedocument.presentationml.notesSlide+xml"/>
  <Override PartName="/ppt/notesSlides/notesSlide168.xml" ContentType="application/vnd.openxmlformats-officedocument.presentationml.notesSlide+xml"/>
  <Override PartName="/ppt/notesSlides/notesSlide169.xml" ContentType="application/vnd.openxmlformats-officedocument.presentationml.notesSlide+xml"/>
  <Override PartName="/ppt/notesSlides/notesSlide170.xml" ContentType="application/vnd.openxmlformats-officedocument.presentationml.notesSlide+xml"/>
  <Override PartName="/ppt/notesSlides/notesSlide171.xml" ContentType="application/vnd.openxmlformats-officedocument.presentationml.notesSlide+xml"/>
  <Override PartName="/ppt/notesSlides/notesSlide172.xml" ContentType="application/vnd.openxmlformats-officedocument.presentationml.notesSlide+xml"/>
  <Override PartName="/ppt/notesSlides/notesSlide173.xml" ContentType="application/vnd.openxmlformats-officedocument.presentationml.notesSlide+xml"/>
  <Override PartName="/ppt/notesSlides/notesSlide174.xml" ContentType="application/vnd.openxmlformats-officedocument.presentationml.notesSlide+xml"/>
  <Override PartName="/ppt/notesSlides/notesSlide175.xml" ContentType="application/vnd.openxmlformats-officedocument.presentationml.notesSlide+xml"/>
  <Override PartName="/ppt/notesSlides/notesSlide176.xml" ContentType="application/vnd.openxmlformats-officedocument.presentationml.notesSlide+xml"/>
  <Override PartName="/ppt/notesSlides/notesSlide177.xml" ContentType="application/vnd.openxmlformats-officedocument.presentationml.notesSlide+xml"/>
  <Override PartName="/ppt/notesSlides/notesSlide178.xml" ContentType="application/vnd.openxmlformats-officedocument.presentationml.notesSlide+xml"/>
  <Override PartName="/ppt/notesSlides/notesSlide179.xml" ContentType="application/vnd.openxmlformats-officedocument.presentationml.notesSlide+xml"/>
  <Override PartName="/ppt/notesSlides/notesSlide180.xml" ContentType="application/vnd.openxmlformats-officedocument.presentationml.notesSlide+xml"/>
  <Override PartName="/ppt/notesSlides/notesSlide181.xml" ContentType="application/vnd.openxmlformats-officedocument.presentationml.notesSlide+xml"/>
  <Override PartName="/ppt/notesSlides/notesSlide182.xml" ContentType="application/vnd.openxmlformats-officedocument.presentationml.notesSlide+xml"/>
  <Override PartName="/ppt/notesSlides/notesSlide183.xml" ContentType="application/vnd.openxmlformats-officedocument.presentationml.notesSlide+xml"/>
  <Override PartName="/ppt/notesSlides/notesSlide184.xml" ContentType="application/vnd.openxmlformats-officedocument.presentationml.notesSlide+xml"/>
  <Override PartName="/ppt/notesSlides/notesSlide185.xml" ContentType="application/vnd.openxmlformats-officedocument.presentationml.notesSlide+xml"/>
  <Override PartName="/ppt/notesSlides/notesSlide186.xml" ContentType="application/vnd.openxmlformats-officedocument.presentationml.notesSlide+xml"/>
  <Override PartName="/ppt/notesSlides/notesSlide187.xml" ContentType="application/vnd.openxmlformats-officedocument.presentationml.notesSlide+xml"/>
  <Override PartName="/ppt/notesSlides/notesSlide188.xml" ContentType="application/vnd.openxmlformats-officedocument.presentationml.notesSlide+xml"/>
  <Override PartName="/ppt/notesSlides/notesSlide189.xml" ContentType="application/vnd.openxmlformats-officedocument.presentationml.notesSlide+xml"/>
  <Override PartName="/ppt/notesSlides/notesSlide190.xml" ContentType="application/vnd.openxmlformats-officedocument.presentationml.notesSlide+xml"/>
  <Override PartName="/ppt/notesSlides/notesSlide191.xml" ContentType="application/vnd.openxmlformats-officedocument.presentationml.notesSlide+xml"/>
  <Override PartName="/ppt/notesSlides/notesSlide192.xml" ContentType="application/vnd.openxmlformats-officedocument.presentationml.notesSlide+xml"/>
  <Override PartName="/ppt/notesSlides/notesSlide193.xml" ContentType="application/vnd.openxmlformats-officedocument.presentationml.notesSlide+xml"/>
  <Override PartName="/ppt/notesSlides/notesSlide194.xml" ContentType="application/vnd.openxmlformats-officedocument.presentationml.notesSlide+xml"/>
  <Override PartName="/ppt/notesSlides/notesSlide195.xml" ContentType="application/vnd.openxmlformats-officedocument.presentationml.notesSlide+xml"/>
  <Override PartName="/ppt/notesSlides/notesSlide196.xml" ContentType="application/vnd.openxmlformats-officedocument.presentationml.notesSlide+xml"/>
  <Override PartName="/ppt/notesSlides/notesSlide197.xml" ContentType="application/vnd.openxmlformats-officedocument.presentationml.notesSlide+xml"/>
  <Override PartName="/ppt/notesSlides/notesSlide198.xml" ContentType="application/vnd.openxmlformats-officedocument.presentationml.notesSlide+xml"/>
  <Override PartName="/ppt/notesSlides/notesSlide199.xml" ContentType="application/vnd.openxmlformats-officedocument.presentationml.notesSlide+xml"/>
  <Override PartName="/ppt/notesSlides/notesSlide200.xml" ContentType="application/vnd.openxmlformats-officedocument.presentationml.notesSlide+xml"/>
  <Override PartName="/ppt/notesSlides/notesSlide201.xml" ContentType="application/vnd.openxmlformats-officedocument.presentationml.notesSlide+xml"/>
  <Override PartName="/ppt/notesSlides/notesSlide202.xml" ContentType="application/vnd.openxmlformats-officedocument.presentationml.notesSlide+xml"/>
  <Override PartName="/ppt/notesSlides/notesSlide203.xml" ContentType="application/vnd.openxmlformats-officedocument.presentationml.notesSlide+xml"/>
  <Override PartName="/ppt/notesSlides/notesSlide204.xml" ContentType="application/vnd.openxmlformats-officedocument.presentationml.notesSlide+xml"/>
  <Override PartName="/ppt/notesSlides/notesSlide205.xml" ContentType="application/vnd.openxmlformats-officedocument.presentationml.notesSlide+xml"/>
  <Override PartName="/ppt/notesSlides/notesSlide206.xml" ContentType="application/vnd.openxmlformats-officedocument.presentationml.notesSlide+xml"/>
  <Override PartName="/ppt/notesSlides/notesSlide207.xml" ContentType="application/vnd.openxmlformats-officedocument.presentationml.notesSlide+xml"/>
  <Override PartName="/ppt/notesSlides/notesSlide208.xml" ContentType="application/vnd.openxmlformats-officedocument.presentationml.notesSlide+xml"/>
  <Override PartName="/ppt/notesSlides/notesSlide209.xml" ContentType="application/vnd.openxmlformats-officedocument.presentationml.notesSlide+xml"/>
  <Override PartName="/ppt/notesSlides/notesSlide210.xml" ContentType="application/vnd.openxmlformats-officedocument.presentationml.notesSlide+xml"/>
  <Override PartName="/ppt/notesSlides/notesSlide2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70" r:id="rId1"/>
    <p:sldMasterId id="2147483671" r:id="rId2"/>
  </p:sldMasterIdLst>
  <p:notesMasterIdLst>
    <p:notesMasterId r:id="rId214"/>
  </p:notesMasterIdLst>
  <p:sldIdLst>
    <p:sldId id="256" r:id="rId3"/>
    <p:sldId id="258" r:id="rId4"/>
    <p:sldId id="268" r:id="rId5"/>
    <p:sldId id="269" r:id="rId6"/>
    <p:sldId id="270" r:id="rId7"/>
    <p:sldId id="271" r:id="rId8"/>
    <p:sldId id="272" r:id="rId9"/>
    <p:sldId id="273" r:id="rId10"/>
    <p:sldId id="274" r:id="rId11"/>
    <p:sldId id="275" r:id="rId12"/>
    <p:sldId id="276" r:id="rId13"/>
    <p:sldId id="277" r:id="rId14"/>
    <p:sldId id="278" r:id="rId15"/>
    <p:sldId id="279" r:id="rId16"/>
    <p:sldId id="280" r:id="rId17"/>
    <p:sldId id="282" r:id="rId18"/>
    <p:sldId id="283" r:id="rId19"/>
    <p:sldId id="284" r:id="rId20"/>
    <p:sldId id="285" r:id="rId21"/>
    <p:sldId id="286" r:id="rId22"/>
    <p:sldId id="287" r:id="rId23"/>
    <p:sldId id="288" r:id="rId24"/>
    <p:sldId id="289" r:id="rId25"/>
    <p:sldId id="291" r:id="rId26"/>
    <p:sldId id="290" r:id="rId27"/>
    <p:sldId id="293" r:id="rId28"/>
    <p:sldId id="294" r:id="rId29"/>
    <p:sldId id="295" r:id="rId30"/>
    <p:sldId id="296" r:id="rId31"/>
    <p:sldId id="297" r:id="rId32"/>
    <p:sldId id="298" r:id="rId33"/>
    <p:sldId id="299" r:id="rId34"/>
    <p:sldId id="300" r:id="rId35"/>
    <p:sldId id="301" r:id="rId36"/>
    <p:sldId id="302" r:id="rId37"/>
    <p:sldId id="303" r:id="rId38"/>
    <p:sldId id="304" r:id="rId39"/>
    <p:sldId id="305" r:id="rId40"/>
    <p:sldId id="306" r:id="rId41"/>
    <p:sldId id="307" r:id="rId42"/>
    <p:sldId id="308" r:id="rId43"/>
    <p:sldId id="309" r:id="rId44"/>
    <p:sldId id="310" r:id="rId45"/>
    <p:sldId id="311" r:id="rId46"/>
    <p:sldId id="312" r:id="rId47"/>
    <p:sldId id="313" r:id="rId48"/>
    <p:sldId id="314" r:id="rId49"/>
    <p:sldId id="315" r:id="rId50"/>
    <p:sldId id="316" r:id="rId51"/>
    <p:sldId id="317" r:id="rId52"/>
    <p:sldId id="318" r:id="rId53"/>
    <p:sldId id="319" r:id="rId54"/>
    <p:sldId id="320" r:id="rId55"/>
    <p:sldId id="321" r:id="rId56"/>
    <p:sldId id="322" r:id="rId57"/>
    <p:sldId id="323" r:id="rId58"/>
    <p:sldId id="324" r:id="rId59"/>
    <p:sldId id="325" r:id="rId60"/>
    <p:sldId id="326" r:id="rId61"/>
    <p:sldId id="327" r:id="rId62"/>
    <p:sldId id="328" r:id="rId63"/>
    <p:sldId id="329" r:id="rId64"/>
    <p:sldId id="330" r:id="rId65"/>
    <p:sldId id="331" r:id="rId66"/>
    <p:sldId id="332" r:id="rId67"/>
    <p:sldId id="333" r:id="rId68"/>
    <p:sldId id="335" r:id="rId69"/>
    <p:sldId id="336" r:id="rId70"/>
    <p:sldId id="337" r:id="rId71"/>
    <p:sldId id="338" r:id="rId72"/>
    <p:sldId id="339" r:id="rId73"/>
    <p:sldId id="340" r:id="rId74"/>
    <p:sldId id="341" r:id="rId75"/>
    <p:sldId id="342" r:id="rId76"/>
    <p:sldId id="343" r:id="rId77"/>
    <p:sldId id="344" r:id="rId78"/>
    <p:sldId id="345" r:id="rId79"/>
    <p:sldId id="346" r:id="rId80"/>
    <p:sldId id="347" r:id="rId81"/>
    <p:sldId id="348" r:id="rId82"/>
    <p:sldId id="349" r:id="rId83"/>
    <p:sldId id="350" r:id="rId84"/>
    <p:sldId id="351" r:id="rId85"/>
    <p:sldId id="352" r:id="rId86"/>
    <p:sldId id="353" r:id="rId87"/>
    <p:sldId id="354" r:id="rId88"/>
    <p:sldId id="355" r:id="rId89"/>
    <p:sldId id="356" r:id="rId90"/>
    <p:sldId id="357" r:id="rId91"/>
    <p:sldId id="358" r:id="rId92"/>
    <p:sldId id="359" r:id="rId93"/>
    <p:sldId id="360" r:id="rId94"/>
    <p:sldId id="361" r:id="rId95"/>
    <p:sldId id="362" r:id="rId96"/>
    <p:sldId id="363" r:id="rId97"/>
    <p:sldId id="364" r:id="rId98"/>
    <p:sldId id="365" r:id="rId99"/>
    <p:sldId id="366" r:id="rId100"/>
    <p:sldId id="367" r:id="rId101"/>
    <p:sldId id="368" r:id="rId102"/>
    <p:sldId id="369" r:id="rId103"/>
    <p:sldId id="370" r:id="rId104"/>
    <p:sldId id="371" r:id="rId105"/>
    <p:sldId id="372" r:id="rId106"/>
    <p:sldId id="373" r:id="rId107"/>
    <p:sldId id="374" r:id="rId108"/>
    <p:sldId id="375" r:id="rId109"/>
    <p:sldId id="376" r:id="rId110"/>
    <p:sldId id="377" r:id="rId111"/>
    <p:sldId id="378" r:id="rId112"/>
    <p:sldId id="379" r:id="rId113"/>
    <p:sldId id="380" r:id="rId114"/>
    <p:sldId id="381" r:id="rId115"/>
    <p:sldId id="382" r:id="rId116"/>
    <p:sldId id="383" r:id="rId117"/>
    <p:sldId id="384" r:id="rId118"/>
    <p:sldId id="385" r:id="rId119"/>
    <p:sldId id="386" r:id="rId120"/>
    <p:sldId id="387" r:id="rId121"/>
    <p:sldId id="388" r:id="rId122"/>
    <p:sldId id="389" r:id="rId123"/>
    <p:sldId id="390" r:id="rId124"/>
    <p:sldId id="391" r:id="rId125"/>
    <p:sldId id="392" r:id="rId126"/>
    <p:sldId id="393" r:id="rId127"/>
    <p:sldId id="394" r:id="rId128"/>
    <p:sldId id="395" r:id="rId129"/>
    <p:sldId id="396" r:id="rId130"/>
    <p:sldId id="397" r:id="rId131"/>
    <p:sldId id="398" r:id="rId132"/>
    <p:sldId id="399" r:id="rId133"/>
    <p:sldId id="400" r:id="rId134"/>
    <p:sldId id="401" r:id="rId135"/>
    <p:sldId id="402" r:id="rId136"/>
    <p:sldId id="403" r:id="rId137"/>
    <p:sldId id="404" r:id="rId138"/>
    <p:sldId id="405" r:id="rId139"/>
    <p:sldId id="406" r:id="rId140"/>
    <p:sldId id="407" r:id="rId141"/>
    <p:sldId id="408" r:id="rId142"/>
    <p:sldId id="409" r:id="rId143"/>
    <p:sldId id="410" r:id="rId144"/>
    <p:sldId id="411" r:id="rId145"/>
    <p:sldId id="412" r:id="rId146"/>
    <p:sldId id="413" r:id="rId147"/>
    <p:sldId id="414" r:id="rId148"/>
    <p:sldId id="415" r:id="rId149"/>
    <p:sldId id="416" r:id="rId150"/>
    <p:sldId id="417" r:id="rId151"/>
    <p:sldId id="418" r:id="rId152"/>
    <p:sldId id="419" r:id="rId153"/>
    <p:sldId id="420" r:id="rId154"/>
    <p:sldId id="421" r:id="rId155"/>
    <p:sldId id="422" r:id="rId156"/>
    <p:sldId id="423" r:id="rId157"/>
    <p:sldId id="424" r:id="rId158"/>
    <p:sldId id="425" r:id="rId159"/>
    <p:sldId id="426" r:id="rId160"/>
    <p:sldId id="427" r:id="rId161"/>
    <p:sldId id="428" r:id="rId162"/>
    <p:sldId id="429" r:id="rId163"/>
    <p:sldId id="430" r:id="rId164"/>
    <p:sldId id="431" r:id="rId165"/>
    <p:sldId id="432" r:id="rId166"/>
    <p:sldId id="433" r:id="rId167"/>
    <p:sldId id="434" r:id="rId168"/>
    <p:sldId id="435" r:id="rId169"/>
    <p:sldId id="436" r:id="rId170"/>
    <p:sldId id="437" r:id="rId171"/>
    <p:sldId id="438" r:id="rId172"/>
    <p:sldId id="439" r:id="rId173"/>
    <p:sldId id="440" r:id="rId174"/>
    <p:sldId id="441" r:id="rId175"/>
    <p:sldId id="442" r:id="rId176"/>
    <p:sldId id="443" r:id="rId177"/>
    <p:sldId id="444" r:id="rId178"/>
    <p:sldId id="445" r:id="rId179"/>
    <p:sldId id="446" r:id="rId180"/>
    <p:sldId id="447" r:id="rId181"/>
    <p:sldId id="448" r:id="rId182"/>
    <p:sldId id="449" r:id="rId183"/>
    <p:sldId id="450" r:id="rId184"/>
    <p:sldId id="451" r:id="rId185"/>
    <p:sldId id="452" r:id="rId186"/>
    <p:sldId id="453" r:id="rId187"/>
    <p:sldId id="454" r:id="rId188"/>
    <p:sldId id="455" r:id="rId189"/>
    <p:sldId id="456" r:id="rId190"/>
    <p:sldId id="457" r:id="rId191"/>
    <p:sldId id="458" r:id="rId192"/>
    <p:sldId id="459" r:id="rId193"/>
    <p:sldId id="460" r:id="rId194"/>
    <p:sldId id="461" r:id="rId195"/>
    <p:sldId id="462" r:id="rId196"/>
    <p:sldId id="463" r:id="rId197"/>
    <p:sldId id="464" r:id="rId198"/>
    <p:sldId id="465" r:id="rId199"/>
    <p:sldId id="466" r:id="rId200"/>
    <p:sldId id="467" r:id="rId201"/>
    <p:sldId id="468" r:id="rId202"/>
    <p:sldId id="469" r:id="rId203"/>
    <p:sldId id="470" r:id="rId204"/>
    <p:sldId id="471" r:id="rId205"/>
    <p:sldId id="472" r:id="rId206"/>
    <p:sldId id="473" r:id="rId207"/>
    <p:sldId id="474" r:id="rId208"/>
    <p:sldId id="475" r:id="rId209"/>
    <p:sldId id="476" r:id="rId210"/>
    <p:sldId id="477" r:id="rId211"/>
    <p:sldId id="478" r:id="rId212"/>
    <p:sldId id="479" r:id="rId213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C2152C16-7A14-4FC3-AA19-C3280A4AE550}">
  <a:tblStyle styleId="{C2152C16-7A14-4FC3-AA19-C3280A4AE550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83849" autoAdjust="0"/>
  </p:normalViewPr>
  <p:slideViewPr>
    <p:cSldViewPr snapToGrid="0">
      <p:cViewPr varScale="1">
        <p:scale>
          <a:sx n="129" d="100"/>
          <a:sy n="129" d="100"/>
        </p:scale>
        <p:origin x="1104" y="120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5.xml"/><Relationship Id="rId21" Type="http://schemas.openxmlformats.org/officeDocument/2006/relationships/slide" Target="slides/slide19.xml"/><Relationship Id="rId42" Type="http://schemas.openxmlformats.org/officeDocument/2006/relationships/slide" Target="slides/slide40.xml"/><Relationship Id="rId63" Type="http://schemas.openxmlformats.org/officeDocument/2006/relationships/slide" Target="slides/slide61.xml"/><Relationship Id="rId84" Type="http://schemas.openxmlformats.org/officeDocument/2006/relationships/slide" Target="slides/slide82.xml"/><Relationship Id="rId138" Type="http://schemas.openxmlformats.org/officeDocument/2006/relationships/slide" Target="slides/slide136.xml"/><Relationship Id="rId159" Type="http://schemas.openxmlformats.org/officeDocument/2006/relationships/slide" Target="slides/slide157.xml"/><Relationship Id="rId170" Type="http://schemas.openxmlformats.org/officeDocument/2006/relationships/slide" Target="slides/slide168.xml"/><Relationship Id="rId191" Type="http://schemas.openxmlformats.org/officeDocument/2006/relationships/slide" Target="slides/slide189.xml"/><Relationship Id="rId205" Type="http://schemas.openxmlformats.org/officeDocument/2006/relationships/slide" Target="slides/slide203.xml"/><Relationship Id="rId107" Type="http://schemas.openxmlformats.org/officeDocument/2006/relationships/slide" Target="slides/slide105.xml"/><Relationship Id="rId11" Type="http://schemas.openxmlformats.org/officeDocument/2006/relationships/slide" Target="slides/slide9.xml"/><Relationship Id="rId32" Type="http://schemas.openxmlformats.org/officeDocument/2006/relationships/slide" Target="slides/slide30.xml"/><Relationship Id="rId53" Type="http://schemas.openxmlformats.org/officeDocument/2006/relationships/slide" Target="slides/slide51.xml"/><Relationship Id="rId74" Type="http://schemas.openxmlformats.org/officeDocument/2006/relationships/slide" Target="slides/slide72.xml"/><Relationship Id="rId128" Type="http://schemas.openxmlformats.org/officeDocument/2006/relationships/slide" Target="slides/slide126.xml"/><Relationship Id="rId149" Type="http://schemas.openxmlformats.org/officeDocument/2006/relationships/slide" Target="slides/slide147.xml"/><Relationship Id="rId5" Type="http://schemas.openxmlformats.org/officeDocument/2006/relationships/slide" Target="slides/slide3.xml"/><Relationship Id="rId95" Type="http://schemas.openxmlformats.org/officeDocument/2006/relationships/slide" Target="slides/slide93.xml"/><Relationship Id="rId160" Type="http://schemas.openxmlformats.org/officeDocument/2006/relationships/slide" Target="slides/slide158.xml"/><Relationship Id="rId181" Type="http://schemas.openxmlformats.org/officeDocument/2006/relationships/slide" Target="slides/slide179.xml"/><Relationship Id="rId216" Type="http://schemas.openxmlformats.org/officeDocument/2006/relationships/viewProps" Target="viewProps.xml"/><Relationship Id="rId22" Type="http://schemas.openxmlformats.org/officeDocument/2006/relationships/slide" Target="slides/slide20.xml"/><Relationship Id="rId43" Type="http://schemas.openxmlformats.org/officeDocument/2006/relationships/slide" Target="slides/slide41.xml"/><Relationship Id="rId64" Type="http://schemas.openxmlformats.org/officeDocument/2006/relationships/slide" Target="slides/slide62.xml"/><Relationship Id="rId118" Type="http://schemas.openxmlformats.org/officeDocument/2006/relationships/slide" Target="slides/slide116.xml"/><Relationship Id="rId139" Type="http://schemas.openxmlformats.org/officeDocument/2006/relationships/slide" Target="slides/slide137.xml"/><Relationship Id="rId85" Type="http://schemas.openxmlformats.org/officeDocument/2006/relationships/slide" Target="slides/slide83.xml"/><Relationship Id="rId150" Type="http://schemas.openxmlformats.org/officeDocument/2006/relationships/slide" Target="slides/slide148.xml"/><Relationship Id="rId171" Type="http://schemas.openxmlformats.org/officeDocument/2006/relationships/slide" Target="slides/slide169.xml"/><Relationship Id="rId192" Type="http://schemas.openxmlformats.org/officeDocument/2006/relationships/slide" Target="slides/slide190.xml"/><Relationship Id="rId206" Type="http://schemas.openxmlformats.org/officeDocument/2006/relationships/slide" Target="slides/slide204.xml"/><Relationship Id="rId12" Type="http://schemas.openxmlformats.org/officeDocument/2006/relationships/slide" Target="slides/slide10.xml"/><Relationship Id="rId33" Type="http://schemas.openxmlformats.org/officeDocument/2006/relationships/slide" Target="slides/slide31.xml"/><Relationship Id="rId108" Type="http://schemas.openxmlformats.org/officeDocument/2006/relationships/slide" Target="slides/slide106.xml"/><Relationship Id="rId129" Type="http://schemas.openxmlformats.org/officeDocument/2006/relationships/slide" Target="slides/slide127.xml"/><Relationship Id="rId54" Type="http://schemas.openxmlformats.org/officeDocument/2006/relationships/slide" Target="slides/slide52.xml"/><Relationship Id="rId75" Type="http://schemas.openxmlformats.org/officeDocument/2006/relationships/slide" Target="slides/slide73.xml"/><Relationship Id="rId96" Type="http://schemas.openxmlformats.org/officeDocument/2006/relationships/slide" Target="slides/slide94.xml"/><Relationship Id="rId140" Type="http://schemas.openxmlformats.org/officeDocument/2006/relationships/slide" Target="slides/slide138.xml"/><Relationship Id="rId161" Type="http://schemas.openxmlformats.org/officeDocument/2006/relationships/slide" Target="slides/slide159.xml"/><Relationship Id="rId182" Type="http://schemas.openxmlformats.org/officeDocument/2006/relationships/slide" Target="slides/slide180.xml"/><Relationship Id="rId217" Type="http://schemas.openxmlformats.org/officeDocument/2006/relationships/theme" Target="theme/theme1.xml"/><Relationship Id="rId6" Type="http://schemas.openxmlformats.org/officeDocument/2006/relationships/slide" Target="slides/slide4.xml"/><Relationship Id="rId23" Type="http://schemas.openxmlformats.org/officeDocument/2006/relationships/slide" Target="slides/slide21.xml"/><Relationship Id="rId119" Type="http://schemas.openxmlformats.org/officeDocument/2006/relationships/slide" Target="slides/slide117.xml"/><Relationship Id="rId44" Type="http://schemas.openxmlformats.org/officeDocument/2006/relationships/slide" Target="slides/slide42.xml"/><Relationship Id="rId65" Type="http://schemas.openxmlformats.org/officeDocument/2006/relationships/slide" Target="slides/slide63.xml"/><Relationship Id="rId86" Type="http://schemas.openxmlformats.org/officeDocument/2006/relationships/slide" Target="slides/slide84.xml"/><Relationship Id="rId130" Type="http://schemas.openxmlformats.org/officeDocument/2006/relationships/slide" Target="slides/slide128.xml"/><Relationship Id="rId151" Type="http://schemas.openxmlformats.org/officeDocument/2006/relationships/slide" Target="slides/slide149.xml"/><Relationship Id="rId172" Type="http://schemas.openxmlformats.org/officeDocument/2006/relationships/slide" Target="slides/slide170.xml"/><Relationship Id="rId193" Type="http://schemas.openxmlformats.org/officeDocument/2006/relationships/slide" Target="slides/slide191.xml"/><Relationship Id="rId207" Type="http://schemas.openxmlformats.org/officeDocument/2006/relationships/slide" Target="slides/slide205.xml"/><Relationship Id="rId13" Type="http://schemas.openxmlformats.org/officeDocument/2006/relationships/slide" Target="slides/slide11.xml"/><Relationship Id="rId109" Type="http://schemas.openxmlformats.org/officeDocument/2006/relationships/slide" Target="slides/slide107.xml"/><Relationship Id="rId34" Type="http://schemas.openxmlformats.org/officeDocument/2006/relationships/slide" Target="slides/slide32.xml"/><Relationship Id="rId55" Type="http://schemas.openxmlformats.org/officeDocument/2006/relationships/slide" Target="slides/slide53.xml"/><Relationship Id="rId76" Type="http://schemas.openxmlformats.org/officeDocument/2006/relationships/slide" Target="slides/slide74.xml"/><Relationship Id="rId97" Type="http://schemas.openxmlformats.org/officeDocument/2006/relationships/slide" Target="slides/slide95.xml"/><Relationship Id="rId120" Type="http://schemas.openxmlformats.org/officeDocument/2006/relationships/slide" Target="slides/slide118.xml"/><Relationship Id="rId141" Type="http://schemas.openxmlformats.org/officeDocument/2006/relationships/slide" Target="slides/slide139.xml"/><Relationship Id="rId7" Type="http://schemas.openxmlformats.org/officeDocument/2006/relationships/slide" Target="slides/slide5.xml"/><Relationship Id="rId162" Type="http://schemas.openxmlformats.org/officeDocument/2006/relationships/slide" Target="slides/slide160.xml"/><Relationship Id="rId183" Type="http://schemas.openxmlformats.org/officeDocument/2006/relationships/slide" Target="slides/slide181.xml"/><Relationship Id="rId218" Type="http://schemas.openxmlformats.org/officeDocument/2006/relationships/tableStyles" Target="tableStyles.xml"/><Relationship Id="rId24" Type="http://schemas.openxmlformats.org/officeDocument/2006/relationships/slide" Target="slides/slide22.xml"/><Relationship Id="rId45" Type="http://schemas.openxmlformats.org/officeDocument/2006/relationships/slide" Target="slides/slide43.xml"/><Relationship Id="rId66" Type="http://schemas.openxmlformats.org/officeDocument/2006/relationships/slide" Target="slides/slide64.xml"/><Relationship Id="rId87" Type="http://schemas.openxmlformats.org/officeDocument/2006/relationships/slide" Target="slides/slide85.xml"/><Relationship Id="rId110" Type="http://schemas.openxmlformats.org/officeDocument/2006/relationships/slide" Target="slides/slide108.xml"/><Relationship Id="rId131" Type="http://schemas.openxmlformats.org/officeDocument/2006/relationships/slide" Target="slides/slide129.xml"/><Relationship Id="rId152" Type="http://schemas.openxmlformats.org/officeDocument/2006/relationships/slide" Target="slides/slide150.xml"/><Relationship Id="rId173" Type="http://schemas.openxmlformats.org/officeDocument/2006/relationships/slide" Target="slides/slide171.xml"/><Relationship Id="rId194" Type="http://schemas.openxmlformats.org/officeDocument/2006/relationships/slide" Target="slides/slide192.xml"/><Relationship Id="rId208" Type="http://schemas.openxmlformats.org/officeDocument/2006/relationships/slide" Target="slides/slide206.xml"/><Relationship Id="rId14" Type="http://schemas.openxmlformats.org/officeDocument/2006/relationships/slide" Target="slides/slide12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56" Type="http://schemas.openxmlformats.org/officeDocument/2006/relationships/slide" Target="slides/slide54.xml"/><Relationship Id="rId77" Type="http://schemas.openxmlformats.org/officeDocument/2006/relationships/slide" Target="slides/slide75.xml"/><Relationship Id="rId100" Type="http://schemas.openxmlformats.org/officeDocument/2006/relationships/slide" Target="slides/slide98.xml"/><Relationship Id="rId105" Type="http://schemas.openxmlformats.org/officeDocument/2006/relationships/slide" Target="slides/slide103.xml"/><Relationship Id="rId126" Type="http://schemas.openxmlformats.org/officeDocument/2006/relationships/slide" Target="slides/slide124.xml"/><Relationship Id="rId147" Type="http://schemas.openxmlformats.org/officeDocument/2006/relationships/slide" Target="slides/slide145.xml"/><Relationship Id="rId168" Type="http://schemas.openxmlformats.org/officeDocument/2006/relationships/slide" Target="slides/slide166.xml"/><Relationship Id="rId8" Type="http://schemas.openxmlformats.org/officeDocument/2006/relationships/slide" Target="slides/slide6.xml"/><Relationship Id="rId51" Type="http://schemas.openxmlformats.org/officeDocument/2006/relationships/slide" Target="slides/slide49.xml"/><Relationship Id="rId72" Type="http://schemas.openxmlformats.org/officeDocument/2006/relationships/slide" Target="slides/slide70.xml"/><Relationship Id="rId93" Type="http://schemas.openxmlformats.org/officeDocument/2006/relationships/slide" Target="slides/slide91.xml"/><Relationship Id="rId98" Type="http://schemas.openxmlformats.org/officeDocument/2006/relationships/slide" Target="slides/slide96.xml"/><Relationship Id="rId121" Type="http://schemas.openxmlformats.org/officeDocument/2006/relationships/slide" Target="slides/slide119.xml"/><Relationship Id="rId142" Type="http://schemas.openxmlformats.org/officeDocument/2006/relationships/slide" Target="slides/slide140.xml"/><Relationship Id="rId163" Type="http://schemas.openxmlformats.org/officeDocument/2006/relationships/slide" Target="slides/slide161.xml"/><Relationship Id="rId184" Type="http://schemas.openxmlformats.org/officeDocument/2006/relationships/slide" Target="slides/slide182.xml"/><Relationship Id="rId189" Type="http://schemas.openxmlformats.org/officeDocument/2006/relationships/slide" Target="slides/slide187.xml"/><Relationship Id="rId3" Type="http://schemas.openxmlformats.org/officeDocument/2006/relationships/slide" Target="slides/slide1.xml"/><Relationship Id="rId214" Type="http://schemas.openxmlformats.org/officeDocument/2006/relationships/notesMaster" Target="notesMasters/notesMaster1.xml"/><Relationship Id="rId25" Type="http://schemas.openxmlformats.org/officeDocument/2006/relationships/slide" Target="slides/slide23.xml"/><Relationship Id="rId46" Type="http://schemas.openxmlformats.org/officeDocument/2006/relationships/slide" Target="slides/slide44.xml"/><Relationship Id="rId67" Type="http://schemas.openxmlformats.org/officeDocument/2006/relationships/slide" Target="slides/slide65.xml"/><Relationship Id="rId116" Type="http://schemas.openxmlformats.org/officeDocument/2006/relationships/slide" Target="slides/slide114.xml"/><Relationship Id="rId137" Type="http://schemas.openxmlformats.org/officeDocument/2006/relationships/slide" Target="slides/slide135.xml"/><Relationship Id="rId158" Type="http://schemas.openxmlformats.org/officeDocument/2006/relationships/slide" Target="slides/slide156.xml"/><Relationship Id="rId20" Type="http://schemas.openxmlformats.org/officeDocument/2006/relationships/slide" Target="slides/slide18.xml"/><Relationship Id="rId41" Type="http://schemas.openxmlformats.org/officeDocument/2006/relationships/slide" Target="slides/slide39.xml"/><Relationship Id="rId62" Type="http://schemas.openxmlformats.org/officeDocument/2006/relationships/slide" Target="slides/slide60.xml"/><Relationship Id="rId83" Type="http://schemas.openxmlformats.org/officeDocument/2006/relationships/slide" Target="slides/slide81.xml"/><Relationship Id="rId88" Type="http://schemas.openxmlformats.org/officeDocument/2006/relationships/slide" Target="slides/slide86.xml"/><Relationship Id="rId111" Type="http://schemas.openxmlformats.org/officeDocument/2006/relationships/slide" Target="slides/slide109.xml"/><Relationship Id="rId132" Type="http://schemas.openxmlformats.org/officeDocument/2006/relationships/slide" Target="slides/slide130.xml"/><Relationship Id="rId153" Type="http://schemas.openxmlformats.org/officeDocument/2006/relationships/slide" Target="slides/slide151.xml"/><Relationship Id="rId174" Type="http://schemas.openxmlformats.org/officeDocument/2006/relationships/slide" Target="slides/slide172.xml"/><Relationship Id="rId179" Type="http://schemas.openxmlformats.org/officeDocument/2006/relationships/slide" Target="slides/slide177.xml"/><Relationship Id="rId195" Type="http://schemas.openxmlformats.org/officeDocument/2006/relationships/slide" Target="slides/slide193.xml"/><Relationship Id="rId209" Type="http://schemas.openxmlformats.org/officeDocument/2006/relationships/slide" Target="slides/slide207.xml"/><Relationship Id="rId190" Type="http://schemas.openxmlformats.org/officeDocument/2006/relationships/slide" Target="slides/slide188.xml"/><Relationship Id="rId204" Type="http://schemas.openxmlformats.org/officeDocument/2006/relationships/slide" Target="slides/slide202.xml"/><Relationship Id="rId15" Type="http://schemas.openxmlformats.org/officeDocument/2006/relationships/slide" Target="slides/slide13.xml"/><Relationship Id="rId36" Type="http://schemas.openxmlformats.org/officeDocument/2006/relationships/slide" Target="slides/slide34.xml"/><Relationship Id="rId57" Type="http://schemas.openxmlformats.org/officeDocument/2006/relationships/slide" Target="slides/slide55.xml"/><Relationship Id="rId106" Type="http://schemas.openxmlformats.org/officeDocument/2006/relationships/slide" Target="slides/slide104.xml"/><Relationship Id="rId127" Type="http://schemas.openxmlformats.org/officeDocument/2006/relationships/slide" Target="slides/slide125.xml"/><Relationship Id="rId10" Type="http://schemas.openxmlformats.org/officeDocument/2006/relationships/slide" Target="slides/slide8.xml"/><Relationship Id="rId31" Type="http://schemas.openxmlformats.org/officeDocument/2006/relationships/slide" Target="slides/slide29.xml"/><Relationship Id="rId52" Type="http://schemas.openxmlformats.org/officeDocument/2006/relationships/slide" Target="slides/slide50.xml"/><Relationship Id="rId73" Type="http://schemas.openxmlformats.org/officeDocument/2006/relationships/slide" Target="slides/slide71.xml"/><Relationship Id="rId78" Type="http://schemas.openxmlformats.org/officeDocument/2006/relationships/slide" Target="slides/slide76.xml"/><Relationship Id="rId94" Type="http://schemas.openxmlformats.org/officeDocument/2006/relationships/slide" Target="slides/slide92.xml"/><Relationship Id="rId99" Type="http://schemas.openxmlformats.org/officeDocument/2006/relationships/slide" Target="slides/slide97.xml"/><Relationship Id="rId101" Type="http://schemas.openxmlformats.org/officeDocument/2006/relationships/slide" Target="slides/slide99.xml"/><Relationship Id="rId122" Type="http://schemas.openxmlformats.org/officeDocument/2006/relationships/slide" Target="slides/slide120.xml"/><Relationship Id="rId143" Type="http://schemas.openxmlformats.org/officeDocument/2006/relationships/slide" Target="slides/slide141.xml"/><Relationship Id="rId148" Type="http://schemas.openxmlformats.org/officeDocument/2006/relationships/slide" Target="slides/slide146.xml"/><Relationship Id="rId164" Type="http://schemas.openxmlformats.org/officeDocument/2006/relationships/slide" Target="slides/slide162.xml"/><Relationship Id="rId169" Type="http://schemas.openxmlformats.org/officeDocument/2006/relationships/slide" Target="slides/slide167.xml"/><Relationship Id="rId185" Type="http://schemas.openxmlformats.org/officeDocument/2006/relationships/slide" Target="slides/slide183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80" Type="http://schemas.openxmlformats.org/officeDocument/2006/relationships/slide" Target="slides/slide178.xml"/><Relationship Id="rId210" Type="http://schemas.openxmlformats.org/officeDocument/2006/relationships/slide" Target="slides/slide208.xml"/><Relationship Id="rId215" Type="http://schemas.openxmlformats.org/officeDocument/2006/relationships/presProps" Target="presProps.xml"/><Relationship Id="rId26" Type="http://schemas.openxmlformats.org/officeDocument/2006/relationships/slide" Target="slides/slide24.xml"/><Relationship Id="rId47" Type="http://schemas.openxmlformats.org/officeDocument/2006/relationships/slide" Target="slides/slide45.xml"/><Relationship Id="rId68" Type="http://schemas.openxmlformats.org/officeDocument/2006/relationships/slide" Target="slides/slide66.xml"/><Relationship Id="rId89" Type="http://schemas.openxmlformats.org/officeDocument/2006/relationships/slide" Target="slides/slide87.xml"/><Relationship Id="rId112" Type="http://schemas.openxmlformats.org/officeDocument/2006/relationships/slide" Target="slides/slide110.xml"/><Relationship Id="rId133" Type="http://schemas.openxmlformats.org/officeDocument/2006/relationships/slide" Target="slides/slide131.xml"/><Relationship Id="rId154" Type="http://schemas.openxmlformats.org/officeDocument/2006/relationships/slide" Target="slides/slide152.xml"/><Relationship Id="rId175" Type="http://schemas.openxmlformats.org/officeDocument/2006/relationships/slide" Target="slides/slide173.xml"/><Relationship Id="rId196" Type="http://schemas.openxmlformats.org/officeDocument/2006/relationships/slide" Target="slides/slide194.xml"/><Relationship Id="rId200" Type="http://schemas.openxmlformats.org/officeDocument/2006/relationships/slide" Target="slides/slide198.xml"/><Relationship Id="rId16" Type="http://schemas.openxmlformats.org/officeDocument/2006/relationships/slide" Target="slides/slide14.xml"/><Relationship Id="rId37" Type="http://schemas.openxmlformats.org/officeDocument/2006/relationships/slide" Target="slides/slide35.xml"/><Relationship Id="rId58" Type="http://schemas.openxmlformats.org/officeDocument/2006/relationships/slide" Target="slides/slide56.xml"/><Relationship Id="rId79" Type="http://schemas.openxmlformats.org/officeDocument/2006/relationships/slide" Target="slides/slide77.xml"/><Relationship Id="rId102" Type="http://schemas.openxmlformats.org/officeDocument/2006/relationships/slide" Target="slides/slide100.xml"/><Relationship Id="rId123" Type="http://schemas.openxmlformats.org/officeDocument/2006/relationships/slide" Target="slides/slide121.xml"/><Relationship Id="rId144" Type="http://schemas.openxmlformats.org/officeDocument/2006/relationships/slide" Target="slides/slide142.xml"/><Relationship Id="rId90" Type="http://schemas.openxmlformats.org/officeDocument/2006/relationships/slide" Target="slides/slide88.xml"/><Relationship Id="rId165" Type="http://schemas.openxmlformats.org/officeDocument/2006/relationships/slide" Target="slides/slide163.xml"/><Relationship Id="rId186" Type="http://schemas.openxmlformats.org/officeDocument/2006/relationships/slide" Target="slides/slide184.xml"/><Relationship Id="rId211" Type="http://schemas.openxmlformats.org/officeDocument/2006/relationships/slide" Target="slides/slide209.xml"/><Relationship Id="rId27" Type="http://schemas.openxmlformats.org/officeDocument/2006/relationships/slide" Target="slides/slide25.xml"/><Relationship Id="rId48" Type="http://schemas.openxmlformats.org/officeDocument/2006/relationships/slide" Target="slides/slide46.xml"/><Relationship Id="rId69" Type="http://schemas.openxmlformats.org/officeDocument/2006/relationships/slide" Target="slides/slide67.xml"/><Relationship Id="rId113" Type="http://schemas.openxmlformats.org/officeDocument/2006/relationships/slide" Target="slides/slide111.xml"/><Relationship Id="rId134" Type="http://schemas.openxmlformats.org/officeDocument/2006/relationships/slide" Target="slides/slide132.xml"/><Relationship Id="rId80" Type="http://schemas.openxmlformats.org/officeDocument/2006/relationships/slide" Target="slides/slide78.xml"/><Relationship Id="rId155" Type="http://schemas.openxmlformats.org/officeDocument/2006/relationships/slide" Target="slides/slide153.xml"/><Relationship Id="rId176" Type="http://schemas.openxmlformats.org/officeDocument/2006/relationships/slide" Target="slides/slide174.xml"/><Relationship Id="rId197" Type="http://schemas.openxmlformats.org/officeDocument/2006/relationships/slide" Target="slides/slide195.xml"/><Relationship Id="rId201" Type="http://schemas.openxmlformats.org/officeDocument/2006/relationships/slide" Target="slides/slide199.xml"/><Relationship Id="rId17" Type="http://schemas.openxmlformats.org/officeDocument/2006/relationships/slide" Target="slides/slide15.xml"/><Relationship Id="rId38" Type="http://schemas.openxmlformats.org/officeDocument/2006/relationships/slide" Target="slides/slide36.xml"/><Relationship Id="rId59" Type="http://schemas.openxmlformats.org/officeDocument/2006/relationships/slide" Target="slides/slide57.xml"/><Relationship Id="rId103" Type="http://schemas.openxmlformats.org/officeDocument/2006/relationships/slide" Target="slides/slide101.xml"/><Relationship Id="rId124" Type="http://schemas.openxmlformats.org/officeDocument/2006/relationships/slide" Target="slides/slide122.xml"/><Relationship Id="rId70" Type="http://schemas.openxmlformats.org/officeDocument/2006/relationships/slide" Target="slides/slide68.xml"/><Relationship Id="rId91" Type="http://schemas.openxmlformats.org/officeDocument/2006/relationships/slide" Target="slides/slide89.xml"/><Relationship Id="rId145" Type="http://schemas.openxmlformats.org/officeDocument/2006/relationships/slide" Target="slides/slide143.xml"/><Relationship Id="rId166" Type="http://schemas.openxmlformats.org/officeDocument/2006/relationships/slide" Target="slides/slide164.xml"/><Relationship Id="rId187" Type="http://schemas.openxmlformats.org/officeDocument/2006/relationships/slide" Target="slides/slide185.xml"/><Relationship Id="rId1" Type="http://schemas.openxmlformats.org/officeDocument/2006/relationships/slideMaster" Target="slideMasters/slideMaster1.xml"/><Relationship Id="rId212" Type="http://schemas.openxmlformats.org/officeDocument/2006/relationships/slide" Target="slides/slide210.xml"/><Relationship Id="rId28" Type="http://schemas.openxmlformats.org/officeDocument/2006/relationships/slide" Target="slides/slide26.xml"/><Relationship Id="rId49" Type="http://schemas.openxmlformats.org/officeDocument/2006/relationships/slide" Target="slides/slide47.xml"/><Relationship Id="rId114" Type="http://schemas.openxmlformats.org/officeDocument/2006/relationships/slide" Target="slides/slide112.xml"/><Relationship Id="rId60" Type="http://schemas.openxmlformats.org/officeDocument/2006/relationships/slide" Target="slides/slide58.xml"/><Relationship Id="rId81" Type="http://schemas.openxmlformats.org/officeDocument/2006/relationships/slide" Target="slides/slide79.xml"/><Relationship Id="rId135" Type="http://schemas.openxmlformats.org/officeDocument/2006/relationships/slide" Target="slides/slide133.xml"/><Relationship Id="rId156" Type="http://schemas.openxmlformats.org/officeDocument/2006/relationships/slide" Target="slides/slide154.xml"/><Relationship Id="rId177" Type="http://schemas.openxmlformats.org/officeDocument/2006/relationships/slide" Target="slides/slide175.xml"/><Relationship Id="rId198" Type="http://schemas.openxmlformats.org/officeDocument/2006/relationships/slide" Target="slides/slide196.xml"/><Relationship Id="rId202" Type="http://schemas.openxmlformats.org/officeDocument/2006/relationships/slide" Target="slides/slide200.xml"/><Relationship Id="rId18" Type="http://schemas.openxmlformats.org/officeDocument/2006/relationships/slide" Target="slides/slide16.xml"/><Relationship Id="rId39" Type="http://schemas.openxmlformats.org/officeDocument/2006/relationships/slide" Target="slides/slide37.xml"/><Relationship Id="rId50" Type="http://schemas.openxmlformats.org/officeDocument/2006/relationships/slide" Target="slides/slide48.xml"/><Relationship Id="rId104" Type="http://schemas.openxmlformats.org/officeDocument/2006/relationships/slide" Target="slides/slide102.xml"/><Relationship Id="rId125" Type="http://schemas.openxmlformats.org/officeDocument/2006/relationships/slide" Target="slides/slide123.xml"/><Relationship Id="rId146" Type="http://schemas.openxmlformats.org/officeDocument/2006/relationships/slide" Target="slides/slide144.xml"/><Relationship Id="rId167" Type="http://schemas.openxmlformats.org/officeDocument/2006/relationships/slide" Target="slides/slide165.xml"/><Relationship Id="rId188" Type="http://schemas.openxmlformats.org/officeDocument/2006/relationships/slide" Target="slides/slide186.xml"/><Relationship Id="rId71" Type="http://schemas.openxmlformats.org/officeDocument/2006/relationships/slide" Target="slides/slide69.xml"/><Relationship Id="rId92" Type="http://schemas.openxmlformats.org/officeDocument/2006/relationships/slide" Target="slides/slide90.xml"/><Relationship Id="rId213" Type="http://schemas.openxmlformats.org/officeDocument/2006/relationships/slide" Target="slides/slide211.xml"/><Relationship Id="rId2" Type="http://schemas.openxmlformats.org/officeDocument/2006/relationships/slideMaster" Target="slideMasters/slideMaster2.xml"/><Relationship Id="rId29" Type="http://schemas.openxmlformats.org/officeDocument/2006/relationships/slide" Target="slides/slide27.xml"/><Relationship Id="rId40" Type="http://schemas.openxmlformats.org/officeDocument/2006/relationships/slide" Target="slides/slide38.xml"/><Relationship Id="rId115" Type="http://schemas.openxmlformats.org/officeDocument/2006/relationships/slide" Target="slides/slide113.xml"/><Relationship Id="rId136" Type="http://schemas.openxmlformats.org/officeDocument/2006/relationships/slide" Target="slides/slide134.xml"/><Relationship Id="rId157" Type="http://schemas.openxmlformats.org/officeDocument/2006/relationships/slide" Target="slides/slide155.xml"/><Relationship Id="rId178" Type="http://schemas.openxmlformats.org/officeDocument/2006/relationships/slide" Target="slides/slide176.xml"/><Relationship Id="rId61" Type="http://schemas.openxmlformats.org/officeDocument/2006/relationships/slide" Target="slides/slide59.xml"/><Relationship Id="rId82" Type="http://schemas.openxmlformats.org/officeDocument/2006/relationships/slide" Target="slides/slide80.xml"/><Relationship Id="rId199" Type="http://schemas.openxmlformats.org/officeDocument/2006/relationships/slide" Target="slides/slide197.xml"/><Relationship Id="rId203" Type="http://schemas.openxmlformats.org/officeDocument/2006/relationships/slide" Target="slides/slide201.xml"/><Relationship Id="rId19" Type="http://schemas.openxmlformats.org/officeDocument/2006/relationships/slide" Target="slides/slide1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cZB_EBsnc8c" TargetMode="External"/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apps.apple.com/us/app/contacts/id1069512615#?platform=iphone" TargetMode="External"/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nintendo.fandom.com/wiki/Nintendo_characters#Mario_series_(including_sub-franchises)" TargetMode="External"/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etsy.com/listing/926075105/monopoly-money-vintage-fabric-half-yard" TargetMode="External"/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pinterest.com/pin/525443481522247447/" TargetMode="External"/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pinterest.com/pin/525443481522247447/" TargetMode="External"/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cs.usfca.edu/~galles/visualization/ComparisonSort.html" TargetMode="External"/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9.xml"/><Relationship Id="rId1" Type="http://schemas.openxmlformats.org/officeDocument/2006/relationships/notesMaster" Target="../notesMasters/notesMaster1.xml"/></Relationships>
</file>

<file path=ppt/notesSlides/_rels/notesSlide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0.xml"/><Relationship Id="rId1" Type="http://schemas.openxmlformats.org/officeDocument/2006/relationships/notesMaster" Target="../notesMasters/notesMaster1.xml"/></Relationships>
</file>

<file path=ppt/notesSlides/_rels/notesSlide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1.xml"/><Relationship Id="rId1" Type="http://schemas.openxmlformats.org/officeDocument/2006/relationships/notesMaster" Target="../notesMasters/notesMaster1.xml"/></Relationships>
</file>

<file path=ppt/notesSlides/_rels/notesSlide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3.xml"/><Relationship Id="rId1" Type="http://schemas.openxmlformats.org/officeDocument/2006/relationships/notesMaster" Target="../notesMasters/notesMaster1.xml"/></Relationships>
</file>

<file path=ppt/notesSlides/_rels/notesSlide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.xml"/><Relationship Id="rId1" Type="http://schemas.openxmlformats.org/officeDocument/2006/relationships/notesMaster" Target="../notesMasters/notesMaster1.xml"/></Relationships>
</file>

<file path=ppt/notesSlides/_rels/notesSlide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5.xml"/><Relationship Id="rId1" Type="http://schemas.openxmlformats.org/officeDocument/2006/relationships/notesMaster" Target="../notesMasters/notesMaster1.xml"/></Relationships>
</file>

<file path=ppt/notesSlides/_rels/notesSlide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6.xml"/><Relationship Id="rId1" Type="http://schemas.openxmlformats.org/officeDocument/2006/relationships/notesMaster" Target="../notesMasters/notesMaster1.xml"/></Relationships>
</file>

<file path=ppt/notesSlides/_rels/notesSlide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7.xml"/><Relationship Id="rId1" Type="http://schemas.openxmlformats.org/officeDocument/2006/relationships/notesMaster" Target="../notesMasters/notesMaster1.xml"/></Relationships>
</file>

<file path=ppt/notesSlides/_rels/notesSlide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8.xml"/><Relationship Id="rId1" Type="http://schemas.openxmlformats.org/officeDocument/2006/relationships/notesMaster" Target="../notesMasters/notesMaster1.xml"/></Relationships>
</file>

<file path=ppt/notesSlides/_rels/notesSlide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9.xml"/><Relationship Id="rId1" Type="http://schemas.openxmlformats.org/officeDocument/2006/relationships/notesMaster" Target="../notesMasters/notesMaster1.xml"/></Relationships>
</file>

<file path=ppt/notesSlides/_rels/notesSlide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0.xml"/><Relationship Id="rId1" Type="http://schemas.openxmlformats.org/officeDocument/2006/relationships/notesMaster" Target="../notesMasters/notesMaster1.xml"/></Relationships>
</file>

<file path=ppt/notesSlides/_rels/notesSlide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1.xml"/><Relationship Id="rId1" Type="http://schemas.openxmlformats.org/officeDocument/2006/relationships/notesMaster" Target="../notesMasters/notesMaster1.xml"/></Relationships>
</file>

<file path=ppt/notesSlides/_rels/notesSlide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2.xml"/><Relationship Id="rId1" Type="http://schemas.openxmlformats.org/officeDocument/2006/relationships/notesMaster" Target="../notesMasters/notesMaster1.xml"/></Relationships>
</file>

<file path=ppt/notesSlides/_rels/notesSlide9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3.xml"/><Relationship Id="rId1" Type="http://schemas.openxmlformats.org/officeDocument/2006/relationships/notesMaster" Target="../notesMasters/notesMaster1.xml"/></Relationships>
</file>

<file path=ppt/notesSlides/_rels/notesSlide9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4.xml"/><Relationship Id="rId1" Type="http://schemas.openxmlformats.org/officeDocument/2006/relationships/notesMaster" Target="../notesMasters/notesMaster1.xml"/></Relationships>
</file>

<file path=ppt/notesSlides/_rels/notesSlide9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5.xml"/><Relationship Id="rId1" Type="http://schemas.openxmlformats.org/officeDocument/2006/relationships/notesMaster" Target="../notesMasters/notesMaster1.xml"/></Relationships>
</file>

<file path=ppt/notesSlides/_rels/notesSlide9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6.xml"/><Relationship Id="rId1" Type="http://schemas.openxmlformats.org/officeDocument/2006/relationships/notesMaster" Target="../notesMasters/notesMaster1.xml"/></Relationships>
</file>

<file path=ppt/notesSlides/_rels/notesSlide9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7.xml"/><Relationship Id="rId1" Type="http://schemas.openxmlformats.org/officeDocument/2006/relationships/notesMaster" Target="../notesMasters/notesMaster1.xml"/></Relationships>
</file>

<file path=ppt/notesSlides/_rels/notesSlide98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cs.usfca.edu/~galles/visualization/ComparisonSort.html" TargetMode="External"/><Relationship Id="rId2" Type="http://schemas.openxmlformats.org/officeDocument/2006/relationships/slide" Target="../slides/slide98.xml"/><Relationship Id="rId1" Type="http://schemas.openxmlformats.org/officeDocument/2006/relationships/notesMaster" Target="../notesMasters/notesMaster1.xml"/></Relationships>
</file>

<file path=ppt/notesSlides/_rels/notesSlide9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9.xml"/><Relationship Id="rId1" Type="http://schemas.openxmlformats.org/officeDocument/2006/relationships/notesMaster" Target="../notesMasters/notesMaster1.xml"/></Relationships>
</file>

<file path=ppt/notesSlides/_rels/notesSlide10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0.xml"/><Relationship Id="rId1" Type="http://schemas.openxmlformats.org/officeDocument/2006/relationships/notesMaster" Target="../notesMasters/notesMaster1.xml"/></Relationships>
</file>

<file path=ppt/notesSlides/_rels/notesSlide10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1.xml"/><Relationship Id="rId1" Type="http://schemas.openxmlformats.org/officeDocument/2006/relationships/notesMaster" Target="../notesMasters/notesMaster1.xml"/></Relationships>
</file>

<file path=ppt/notesSlides/_rels/notesSlide10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2.xml"/><Relationship Id="rId1" Type="http://schemas.openxmlformats.org/officeDocument/2006/relationships/notesMaster" Target="../notesMasters/notesMaster1.xml"/></Relationships>
</file>

<file path=ppt/notesSlides/_rels/notesSlide10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3.xml"/><Relationship Id="rId1" Type="http://schemas.openxmlformats.org/officeDocument/2006/relationships/notesMaster" Target="../notesMasters/notesMaster1.xml"/></Relationships>
</file>

<file path=ppt/notesSlides/_rels/notesSlide10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4.xml"/><Relationship Id="rId1" Type="http://schemas.openxmlformats.org/officeDocument/2006/relationships/notesMaster" Target="../notesMasters/notesMaster1.xml"/></Relationships>
</file>

<file path=ppt/notesSlides/_rels/notesSlide10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5.xml"/><Relationship Id="rId1" Type="http://schemas.openxmlformats.org/officeDocument/2006/relationships/notesMaster" Target="../notesMasters/notesMaster1.xml"/></Relationships>
</file>

<file path=ppt/notesSlides/_rels/notesSlide10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6.xml"/><Relationship Id="rId1" Type="http://schemas.openxmlformats.org/officeDocument/2006/relationships/notesMaster" Target="../notesMasters/notesMaster1.xml"/></Relationships>
</file>

<file path=ppt/notesSlides/_rels/notesSlide10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7.xml"/><Relationship Id="rId1" Type="http://schemas.openxmlformats.org/officeDocument/2006/relationships/notesMaster" Target="../notesMasters/notesMaster1.xml"/></Relationships>
</file>

<file path=ppt/notesSlides/_rels/notesSlide10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8.xml"/><Relationship Id="rId1" Type="http://schemas.openxmlformats.org/officeDocument/2006/relationships/notesMaster" Target="../notesMasters/notesMaster1.xml"/></Relationships>
</file>

<file path=ppt/notesSlides/_rels/notesSlide10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9.xml"/><Relationship Id="rId1" Type="http://schemas.openxmlformats.org/officeDocument/2006/relationships/notesMaster" Target="../notesMasters/notesMaster1.xml"/></Relationships>
</file>

<file path=ppt/notesSlides/_rels/notesSlide1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0.xml"/><Relationship Id="rId1" Type="http://schemas.openxmlformats.org/officeDocument/2006/relationships/notesMaster" Target="../notesMasters/notesMaster1.xml"/></Relationships>
</file>

<file path=ppt/notesSlides/_rels/notesSlide1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1.xml"/><Relationship Id="rId1" Type="http://schemas.openxmlformats.org/officeDocument/2006/relationships/notesMaster" Target="../notesMasters/notesMaster1.xml"/></Relationships>
</file>

<file path=ppt/notesSlides/_rels/notesSlide1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2.xml"/><Relationship Id="rId1" Type="http://schemas.openxmlformats.org/officeDocument/2006/relationships/notesMaster" Target="../notesMasters/notesMaster1.xml"/></Relationships>
</file>

<file path=ppt/notesSlides/_rels/notesSlide1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3.xml"/><Relationship Id="rId1" Type="http://schemas.openxmlformats.org/officeDocument/2006/relationships/notesMaster" Target="../notesMasters/notesMaster1.xml"/></Relationships>
</file>

<file path=ppt/notesSlides/_rels/notesSlide1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4.xml"/><Relationship Id="rId1" Type="http://schemas.openxmlformats.org/officeDocument/2006/relationships/notesMaster" Target="../notesMasters/notesMaster1.xml"/></Relationships>
</file>

<file path=ppt/notesSlides/_rels/notesSlide1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5.xml"/><Relationship Id="rId1" Type="http://schemas.openxmlformats.org/officeDocument/2006/relationships/notesMaster" Target="../notesMasters/notesMaster1.xml"/></Relationships>
</file>

<file path=ppt/notesSlides/_rels/notesSlide1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6.xml"/><Relationship Id="rId1" Type="http://schemas.openxmlformats.org/officeDocument/2006/relationships/notesMaster" Target="../notesMasters/notesMaster1.xml"/></Relationships>
</file>

<file path=ppt/notesSlides/_rels/notesSlide1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7.xml"/><Relationship Id="rId1" Type="http://schemas.openxmlformats.org/officeDocument/2006/relationships/notesMaster" Target="../notesMasters/notesMaster1.xml"/></Relationships>
</file>

<file path=ppt/notesSlides/_rels/notesSlide1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8.xml"/><Relationship Id="rId1" Type="http://schemas.openxmlformats.org/officeDocument/2006/relationships/notesMaster" Target="../notesMasters/notesMaster1.xml"/></Relationships>
</file>

<file path=ppt/notesSlides/_rels/notesSlide1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9.xml"/><Relationship Id="rId1" Type="http://schemas.openxmlformats.org/officeDocument/2006/relationships/notesMaster" Target="../notesMasters/notesMaster1.xml"/></Relationships>
</file>

<file path=ppt/notesSlides/_rels/notesSlide1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0.xml"/><Relationship Id="rId1" Type="http://schemas.openxmlformats.org/officeDocument/2006/relationships/notesMaster" Target="../notesMasters/notesMaster1.xml"/></Relationships>
</file>

<file path=ppt/notesSlides/_rels/notesSlide1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1.xml"/><Relationship Id="rId1" Type="http://schemas.openxmlformats.org/officeDocument/2006/relationships/notesMaster" Target="../notesMasters/notesMaster1.xml"/></Relationships>
</file>

<file path=ppt/notesSlides/_rels/notesSlide1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2.xml"/><Relationship Id="rId1" Type="http://schemas.openxmlformats.org/officeDocument/2006/relationships/notesMaster" Target="../notesMasters/notesMaster1.xml"/></Relationships>
</file>

<file path=ppt/notesSlides/_rels/notesSlide1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3.xml"/><Relationship Id="rId1" Type="http://schemas.openxmlformats.org/officeDocument/2006/relationships/notesMaster" Target="../notesMasters/notesMaster1.xml"/></Relationships>
</file>

<file path=ppt/notesSlides/_rels/notesSlide1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4.xml"/><Relationship Id="rId1" Type="http://schemas.openxmlformats.org/officeDocument/2006/relationships/notesMaster" Target="../notesMasters/notesMaster1.xml"/></Relationships>
</file>

<file path=ppt/notesSlides/_rels/notesSlide1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5.xml"/><Relationship Id="rId1" Type="http://schemas.openxmlformats.org/officeDocument/2006/relationships/notesMaster" Target="../notesMasters/notesMaster1.xml"/></Relationships>
</file>

<file path=ppt/notesSlides/_rels/notesSlide1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6.xml"/><Relationship Id="rId1" Type="http://schemas.openxmlformats.org/officeDocument/2006/relationships/notesMaster" Target="../notesMasters/notesMaster1.xml"/></Relationships>
</file>

<file path=ppt/notesSlides/_rels/notesSlide1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7.xml"/><Relationship Id="rId1" Type="http://schemas.openxmlformats.org/officeDocument/2006/relationships/notesMaster" Target="../notesMasters/notesMaster1.xml"/></Relationships>
</file>

<file path=ppt/notesSlides/_rels/notesSlide1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8.xml"/><Relationship Id="rId1" Type="http://schemas.openxmlformats.org/officeDocument/2006/relationships/notesMaster" Target="../notesMasters/notesMaster1.xml"/></Relationships>
</file>

<file path=ppt/notesSlides/_rels/notesSlide1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9.xml"/><Relationship Id="rId1" Type="http://schemas.openxmlformats.org/officeDocument/2006/relationships/notesMaster" Target="../notesMasters/notesMaster1.xml"/></Relationships>
</file>

<file path=ppt/notesSlides/_rels/notesSlide1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0.xml"/><Relationship Id="rId1" Type="http://schemas.openxmlformats.org/officeDocument/2006/relationships/notesMaster" Target="../notesMasters/notesMaster1.xml"/></Relationships>
</file>

<file path=ppt/notesSlides/_rels/notesSlide1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1.xml"/><Relationship Id="rId1" Type="http://schemas.openxmlformats.org/officeDocument/2006/relationships/notesMaster" Target="../notesMasters/notesMaster1.xml"/></Relationships>
</file>

<file path=ppt/notesSlides/_rels/notesSlide1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2.xml"/><Relationship Id="rId1" Type="http://schemas.openxmlformats.org/officeDocument/2006/relationships/notesMaster" Target="../notesMasters/notesMaster1.xml"/></Relationships>
</file>

<file path=ppt/notesSlides/_rels/notesSlide1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3.xml"/><Relationship Id="rId1" Type="http://schemas.openxmlformats.org/officeDocument/2006/relationships/notesMaster" Target="../notesMasters/notesMaster1.xml"/></Relationships>
</file>

<file path=ppt/notesSlides/_rels/notesSlide1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4.xml"/><Relationship Id="rId1" Type="http://schemas.openxmlformats.org/officeDocument/2006/relationships/notesMaster" Target="../notesMasters/notesMaster1.xml"/></Relationships>
</file>

<file path=ppt/notesSlides/_rels/notesSlide1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5.xml"/><Relationship Id="rId1" Type="http://schemas.openxmlformats.org/officeDocument/2006/relationships/notesMaster" Target="../notesMasters/notesMaster1.xml"/></Relationships>
</file>

<file path=ppt/notesSlides/_rels/notesSlide1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6.xml"/><Relationship Id="rId1" Type="http://schemas.openxmlformats.org/officeDocument/2006/relationships/notesMaster" Target="../notesMasters/notesMaster1.xml"/></Relationships>
</file>

<file path=ppt/notesSlides/_rels/notesSlide1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7.xml"/><Relationship Id="rId1" Type="http://schemas.openxmlformats.org/officeDocument/2006/relationships/notesMaster" Target="../notesMasters/notesMaster1.xml"/></Relationships>
</file>

<file path=ppt/notesSlides/_rels/notesSlide1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8.xml"/><Relationship Id="rId1" Type="http://schemas.openxmlformats.org/officeDocument/2006/relationships/notesMaster" Target="../notesMasters/notesMaster1.xml"/></Relationships>
</file>

<file path=ppt/notesSlides/_rels/notesSlide1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9.xml"/><Relationship Id="rId1" Type="http://schemas.openxmlformats.org/officeDocument/2006/relationships/notesMaster" Target="../notesMasters/notesMaster1.xml"/></Relationships>
</file>

<file path=ppt/notesSlides/_rels/notesSlide1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0.xml"/><Relationship Id="rId1" Type="http://schemas.openxmlformats.org/officeDocument/2006/relationships/notesMaster" Target="../notesMasters/notesMaster1.xml"/></Relationships>
</file>

<file path=ppt/notesSlides/_rels/notesSlide1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1.xml"/><Relationship Id="rId1" Type="http://schemas.openxmlformats.org/officeDocument/2006/relationships/notesMaster" Target="../notesMasters/notesMaster1.xml"/></Relationships>
</file>

<file path=ppt/notesSlides/_rels/notesSlide1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2.xml"/><Relationship Id="rId1" Type="http://schemas.openxmlformats.org/officeDocument/2006/relationships/notesMaster" Target="../notesMasters/notesMaster1.xml"/></Relationships>
</file>

<file path=ppt/notesSlides/_rels/notesSlide1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3.xml"/><Relationship Id="rId1" Type="http://schemas.openxmlformats.org/officeDocument/2006/relationships/notesMaster" Target="../notesMasters/notesMaster1.xml"/></Relationships>
</file>

<file path=ppt/notesSlides/_rels/notesSlide1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4.xml"/><Relationship Id="rId1" Type="http://schemas.openxmlformats.org/officeDocument/2006/relationships/notesMaster" Target="../notesMasters/notesMaster1.xml"/></Relationships>
</file>

<file path=ppt/notesSlides/_rels/notesSlide1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5.xml"/><Relationship Id="rId1" Type="http://schemas.openxmlformats.org/officeDocument/2006/relationships/notesMaster" Target="../notesMasters/notesMaster1.xml"/></Relationships>
</file>

<file path=ppt/notesSlides/_rels/notesSlide1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6.xml"/><Relationship Id="rId1" Type="http://schemas.openxmlformats.org/officeDocument/2006/relationships/notesMaster" Target="../notesMasters/notesMaster1.xml"/></Relationships>
</file>

<file path=ppt/notesSlides/_rels/notesSlide1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7.xml"/><Relationship Id="rId1" Type="http://schemas.openxmlformats.org/officeDocument/2006/relationships/notesMaster" Target="../notesMasters/notesMaster1.xml"/></Relationships>
</file>

<file path=ppt/notesSlides/_rels/notesSlide1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8.xml"/><Relationship Id="rId1" Type="http://schemas.openxmlformats.org/officeDocument/2006/relationships/notesMaster" Target="../notesMasters/notesMaster1.xml"/></Relationships>
</file>

<file path=ppt/notesSlides/_rels/notesSlide1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9.xml"/><Relationship Id="rId1" Type="http://schemas.openxmlformats.org/officeDocument/2006/relationships/notesMaster" Target="../notesMasters/notesMaster1.xml"/></Relationships>
</file>

<file path=ppt/notesSlides/_rels/notesSlide1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0.xml"/><Relationship Id="rId1" Type="http://schemas.openxmlformats.org/officeDocument/2006/relationships/notesMaster" Target="../notesMasters/notesMaster1.xml"/></Relationships>
</file>

<file path=ppt/notesSlides/_rels/notesSlide1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1.xml"/><Relationship Id="rId1" Type="http://schemas.openxmlformats.org/officeDocument/2006/relationships/notesMaster" Target="../notesMasters/notesMaster1.xml"/></Relationships>
</file>

<file path=ppt/notesSlides/_rels/notesSlide1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2.xml"/><Relationship Id="rId1" Type="http://schemas.openxmlformats.org/officeDocument/2006/relationships/notesMaster" Target="../notesMasters/notesMaster1.xml"/></Relationships>
</file>

<file path=ppt/notesSlides/_rels/notesSlide1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3.xml"/><Relationship Id="rId1" Type="http://schemas.openxmlformats.org/officeDocument/2006/relationships/notesMaster" Target="../notesMasters/notesMaster1.xml"/></Relationships>
</file>

<file path=ppt/notesSlides/_rels/notesSlide154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cs.usfca.edu/~galles/visualization/ComparisonSort.html" TargetMode="External"/><Relationship Id="rId2" Type="http://schemas.openxmlformats.org/officeDocument/2006/relationships/slide" Target="../slides/slide154.xml"/><Relationship Id="rId1" Type="http://schemas.openxmlformats.org/officeDocument/2006/relationships/notesMaster" Target="../notesMasters/notesMaster1.xml"/></Relationships>
</file>

<file path=ppt/notesSlides/_rels/notesSlide1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5.xml"/><Relationship Id="rId1" Type="http://schemas.openxmlformats.org/officeDocument/2006/relationships/notesMaster" Target="../notesMasters/notesMaster1.xml"/></Relationships>
</file>

<file path=ppt/notesSlides/_rels/notesSlide1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6.xml"/><Relationship Id="rId1" Type="http://schemas.openxmlformats.org/officeDocument/2006/relationships/notesMaster" Target="../notesMasters/notesMaster1.xml"/></Relationships>
</file>

<file path=ppt/notesSlides/_rels/notesSlide1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7.xml"/><Relationship Id="rId1" Type="http://schemas.openxmlformats.org/officeDocument/2006/relationships/notesMaster" Target="../notesMasters/notesMaster1.xml"/></Relationships>
</file>

<file path=ppt/notesSlides/_rels/notesSlide1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8.xml"/><Relationship Id="rId1" Type="http://schemas.openxmlformats.org/officeDocument/2006/relationships/notesMaster" Target="../notesMasters/notesMaster1.xml"/></Relationships>
</file>

<file path=ppt/notesSlides/_rels/notesSlide1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9.xml"/><Relationship Id="rId1" Type="http://schemas.openxmlformats.org/officeDocument/2006/relationships/notesMaster" Target="../notesMasters/notesMaster1.xml"/></Relationships>
</file>

<file path=ppt/notesSlides/_rels/notesSlide1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0.xml"/><Relationship Id="rId1" Type="http://schemas.openxmlformats.org/officeDocument/2006/relationships/notesMaster" Target="../notesMasters/notesMaster1.xml"/></Relationships>
</file>

<file path=ppt/notesSlides/_rels/notesSlide1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1.xml"/><Relationship Id="rId1" Type="http://schemas.openxmlformats.org/officeDocument/2006/relationships/notesMaster" Target="../notesMasters/notesMaster1.xml"/></Relationships>
</file>

<file path=ppt/notesSlides/_rels/notesSlide1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2.xml"/><Relationship Id="rId1" Type="http://schemas.openxmlformats.org/officeDocument/2006/relationships/notesMaster" Target="../notesMasters/notesMaster1.xml"/></Relationships>
</file>

<file path=ppt/notesSlides/_rels/notesSlide1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3.xml"/><Relationship Id="rId1" Type="http://schemas.openxmlformats.org/officeDocument/2006/relationships/notesMaster" Target="../notesMasters/notesMaster1.xml"/></Relationships>
</file>

<file path=ppt/notesSlides/_rels/notesSlide1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4.xml"/><Relationship Id="rId1" Type="http://schemas.openxmlformats.org/officeDocument/2006/relationships/notesMaster" Target="../notesMasters/notesMaster1.xml"/></Relationships>
</file>

<file path=ppt/notesSlides/_rels/notesSlide1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5.xml"/><Relationship Id="rId1" Type="http://schemas.openxmlformats.org/officeDocument/2006/relationships/notesMaster" Target="../notesMasters/notesMaster1.xml"/></Relationships>
</file>

<file path=ppt/notesSlides/_rels/notesSlide1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6.xml"/><Relationship Id="rId1" Type="http://schemas.openxmlformats.org/officeDocument/2006/relationships/notesMaster" Target="../notesMasters/notesMaster1.xml"/></Relationships>
</file>

<file path=ppt/notesSlides/_rels/notesSlide1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7.xml"/><Relationship Id="rId1" Type="http://schemas.openxmlformats.org/officeDocument/2006/relationships/notesMaster" Target="../notesMasters/notesMaster1.xml"/></Relationships>
</file>

<file path=ppt/notesSlides/_rels/notesSlide1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8.xml"/><Relationship Id="rId1" Type="http://schemas.openxmlformats.org/officeDocument/2006/relationships/notesMaster" Target="../notesMasters/notesMaster1.xml"/></Relationships>
</file>

<file path=ppt/notesSlides/_rels/notesSlide1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9.xml"/><Relationship Id="rId1" Type="http://schemas.openxmlformats.org/officeDocument/2006/relationships/notesMaster" Target="../notesMasters/notesMaster1.xml"/></Relationships>
</file>

<file path=ppt/notesSlides/_rels/notesSlide1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0.xml"/><Relationship Id="rId1" Type="http://schemas.openxmlformats.org/officeDocument/2006/relationships/notesMaster" Target="../notesMasters/notesMaster1.xml"/></Relationships>
</file>

<file path=ppt/notesSlides/_rels/notesSlide1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1.xml"/><Relationship Id="rId1" Type="http://schemas.openxmlformats.org/officeDocument/2006/relationships/notesMaster" Target="../notesMasters/notesMaster1.xml"/></Relationships>
</file>

<file path=ppt/notesSlides/_rels/notesSlide1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2.xml"/><Relationship Id="rId1" Type="http://schemas.openxmlformats.org/officeDocument/2006/relationships/notesMaster" Target="../notesMasters/notesMaster1.xml"/></Relationships>
</file>

<file path=ppt/notesSlides/_rels/notesSlide1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3.xml"/><Relationship Id="rId1" Type="http://schemas.openxmlformats.org/officeDocument/2006/relationships/notesMaster" Target="../notesMasters/notesMaster1.xml"/></Relationships>
</file>

<file path=ppt/notesSlides/_rels/notesSlide1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4.xml"/><Relationship Id="rId1" Type="http://schemas.openxmlformats.org/officeDocument/2006/relationships/notesMaster" Target="../notesMasters/notesMaster1.xml"/></Relationships>
</file>

<file path=ppt/notesSlides/_rels/notesSlide1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5.xml"/><Relationship Id="rId1" Type="http://schemas.openxmlformats.org/officeDocument/2006/relationships/notesMaster" Target="../notesMasters/notesMaster1.xml"/></Relationships>
</file>

<file path=ppt/notesSlides/_rels/notesSlide1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6.xml"/><Relationship Id="rId1" Type="http://schemas.openxmlformats.org/officeDocument/2006/relationships/notesMaster" Target="../notesMasters/notesMaster1.xml"/></Relationships>
</file>

<file path=ppt/notesSlides/_rels/notesSlide1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7.xml"/><Relationship Id="rId1" Type="http://schemas.openxmlformats.org/officeDocument/2006/relationships/notesMaster" Target="../notesMasters/notesMaster1.xml"/></Relationships>
</file>

<file path=ppt/notesSlides/_rels/notesSlide1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8.xml"/><Relationship Id="rId1" Type="http://schemas.openxmlformats.org/officeDocument/2006/relationships/notesMaster" Target="../notesMasters/notesMaster1.xml"/></Relationships>
</file>

<file path=ppt/notesSlides/_rels/notesSlide1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9.xml"/><Relationship Id="rId1" Type="http://schemas.openxmlformats.org/officeDocument/2006/relationships/notesMaster" Target="../notesMasters/notesMaster1.xml"/></Relationships>
</file>

<file path=ppt/notesSlides/_rels/notesSlide1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0.xml"/><Relationship Id="rId1" Type="http://schemas.openxmlformats.org/officeDocument/2006/relationships/notesMaster" Target="../notesMasters/notesMaster1.xml"/></Relationships>
</file>

<file path=ppt/notesSlides/_rels/notesSlide1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1.xml"/><Relationship Id="rId1" Type="http://schemas.openxmlformats.org/officeDocument/2006/relationships/notesMaster" Target="../notesMasters/notesMaster1.xml"/></Relationships>
</file>

<file path=ppt/notesSlides/_rels/notesSlide1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2.xml"/><Relationship Id="rId1" Type="http://schemas.openxmlformats.org/officeDocument/2006/relationships/notesMaster" Target="../notesMasters/notesMaster1.xml"/></Relationships>
</file>

<file path=ppt/notesSlides/_rels/notesSlide1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3.xml"/><Relationship Id="rId1" Type="http://schemas.openxmlformats.org/officeDocument/2006/relationships/notesMaster" Target="../notesMasters/notesMaster1.xml"/></Relationships>
</file>

<file path=ppt/notesSlides/_rels/notesSlide1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4.xml"/><Relationship Id="rId1" Type="http://schemas.openxmlformats.org/officeDocument/2006/relationships/notesMaster" Target="../notesMasters/notesMaster1.xml"/></Relationships>
</file>

<file path=ppt/notesSlides/_rels/notesSlide1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5.xml"/><Relationship Id="rId1" Type="http://schemas.openxmlformats.org/officeDocument/2006/relationships/notesMaster" Target="../notesMasters/notesMaster1.xml"/></Relationships>
</file>

<file path=ppt/notesSlides/_rels/notesSlide1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6.xml"/><Relationship Id="rId1" Type="http://schemas.openxmlformats.org/officeDocument/2006/relationships/notesMaster" Target="../notesMasters/notesMaster1.xml"/></Relationships>
</file>

<file path=ppt/notesSlides/_rels/notesSlide1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7.xml"/><Relationship Id="rId1" Type="http://schemas.openxmlformats.org/officeDocument/2006/relationships/notesMaster" Target="../notesMasters/notesMaster1.xml"/></Relationships>
</file>

<file path=ppt/notesSlides/_rels/notesSlide1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8.xml"/><Relationship Id="rId1" Type="http://schemas.openxmlformats.org/officeDocument/2006/relationships/notesMaster" Target="../notesMasters/notesMaster1.xml"/></Relationships>
</file>

<file path=ppt/notesSlides/_rels/notesSlide1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9.xml"/><Relationship Id="rId1" Type="http://schemas.openxmlformats.org/officeDocument/2006/relationships/notesMaster" Target="../notesMasters/notesMaster1.xml"/></Relationships>
</file>

<file path=ppt/notesSlides/_rels/notesSlide1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0.xml"/><Relationship Id="rId1" Type="http://schemas.openxmlformats.org/officeDocument/2006/relationships/notesMaster" Target="../notesMasters/notesMaster1.xml"/></Relationships>
</file>

<file path=ppt/notesSlides/_rels/notesSlide1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1.xml"/><Relationship Id="rId1" Type="http://schemas.openxmlformats.org/officeDocument/2006/relationships/notesMaster" Target="../notesMasters/notesMaster1.xml"/></Relationships>
</file>

<file path=ppt/notesSlides/_rels/notesSlide1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2.xml"/><Relationship Id="rId1" Type="http://schemas.openxmlformats.org/officeDocument/2006/relationships/notesMaster" Target="../notesMasters/notesMaster1.xml"/></Relationships>
</file>

<file path=ppt/notesSlides/_rels/notesSlide19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3.xml"/><Relationship Id="rId1" Type="http://schemas.openxmlformats.org/officeDocument/2006/relationships/notesMaster" Target="../notesMasters/notesMaster1.xml"/></Relationships>
</file>

<file path=ppt/notesSlides/_rels/notesSlide19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4.xml"/><Relationship Id="rId1" Type="http://schemas.openxmlformats.org/officeDocument/2006/relationships/notesMaster" Target="../notesMasters/notesMaster1.xml"/></Relationships>
</file>

<file path=ppt/notesSlides/_rels/notesSlide19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5.xml"/><Relationship Id="rId1" Type="http://schemas.openxmlformats.org/officeDocument/2006/relationships/notesMaster" Target="../notesMasters/notesMaster1.xml"/></Relationships>
</file>

<file path=ppt/notesSlides/_rels/notesSlide19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6.xml"/><Relationship Id="rId1" Type="http://schemas.openxmlformats.org/officeDocument/2006/relationships/notesMaster" Target="../notesMasters/notesMaster1.xml"/></Relationships>
</file>

<file path=ppt/notesSlides/_rels/notesSlide19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7.xml"/><Relationship Id="rId1" Type="http://schemas.openxmlformats.org/officeDocument/2006/relationships/notesMaster" Target="../notesMasters/notesMaster1.xml"/></Relationships>
</file>

<file path=ppt/notesSlides/_rels/notesSlide19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8.xml"/><Relationship Id="rId1" Type="http://schemas.openxmlformats.org/officeDocument/2006/relationships/notesMaster" Target="../notesMasters/notesMaster1.xml"/></Relationships>
</file>

<file path=ppt/notesSlides/_rels/notesSlide19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9.xml"/><Relationship Id="rId1" Type="http://schemas.openxmlformats.org/officeDocument/2006/relationships/notesMaster" Target="../notesMasters/notesMaster1.xml"/></Relationships>
</file>

<file path=ppt/notesSlides/_rels/notesSlide20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0.xml"/><Relationship Id="rId1" Type="http://schemas.openxmlformats.org/officeDocument/2006/relationships/notesMaster" Target="../notesMasters/notesMaster1.xml"/></Relationships>
</file>

<file path=ppt/notesSlides/_rels/notesSlide20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1.xml"/><Relationship Id="rId1" Type="http://schemas.openxmlformats.org/officeDocument/2006/relationships/notesMaster" Target="../notesMasters/notesMaster1.xml"/></Relationships>
</file>

<file path=ppt/notesSlides/_rels/notesSlide20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2.xml"/><Relationship Id="rId1" Type="http://schemas.openxmlformats.org/officeDocument/2006/relationships/notesMaster" Target="../notesMasters/notesMaster1.xml"/></Relationships>
</file>

<file path=ppt/notesSlides/_rels/notesSlide20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3.xml"/><Relationship Id="rId1" Type="http://schemas.openxmlformats.org/officeDocument/2006/relationships/notesMaster" Target="../notesMasters/notesMaster1.xml"/></Relationships>
</file>

<file path=ppt/notesSlides/_rels/notesSlide20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4.xml"/><Relationship Id="rId1" Type="http://schemas.openxmlformats.org/officeDocument/2006/relationships/notesMaster" Target="../notesMasters/notesMaster1.xml"/></Relationships>
</file>

<file path=ppt/notesSlides/_rels/notesSlide20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5.xml"/><Relationship Id="rId1" Type="http://schemas.openxmlformats.org/officeDocument/2006/relationships/notesMaster" Target="../notesMasters/notesMaster1.xml"/></Relationships>
</file>

<file path=ppt/notesSlides/_rels/notesSlide20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6.xml"/><Relationship Id="rId1" Type="http://schemas.openxmlformats.org/officeDocument/2006/relationships/notesMaster" Target="../notesMasters/notesMaster1.xml"/></Relationships>
</file>

<file path=ppt/notesSlides/_rels/notesSlide20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7.xml"/><Relationship Id="rId1" Type="http://schemas.openxmlformats.org/officeDocument/2006/relationships/notesMaster" Target="../notesMasters/notesMaster1.xml"/></Relationships>
</file>

<file path=ppt/notesSlides/_rels/notesSlide20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8.xml"/><Relationship Id="rId1" Type="http://schemas.openxmlformats.org/officeDocument/2006/relationships/notesMaster" Target="../notesMasters/notesMaster1.xml"/></Relationships>
</file>

<file path=ppt/notesSlides/_rels/notesSlide20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9.xml"/><Relationship Id="rId1" Type="http://schemas.openxmlformats.org/officeDocument/2006/relationships/notesMaster" Target="../notesMasters/notesMaster1.xml"/></Relationships>
</file>

<file path=ppt/notesSlides/_rels/notesSlide210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ZZuD6iUe3Pc" TargetMode="External"/><Relationship Id="rId2" Type="http://schemas.openxmlformats.org/officeDocument/2006/relationships/slide" Target="../slides/slide210.xml"/><Relationship Id="rId1" Type="http://schemas.openxmlformats.org/officeDocument/2006/relationships/notesMaster" Target="../notesMasters/notesMaster1.xml"/><Relationship Id="rId4" Type="http://schemas.openxmlformats.org/officeDocument/2006/relationships/hyperlink" Target="https://www.youtubeeducation.com/watch?v=3WDWH59k1q4" TargetMode="External"/></Relationships>
</file>

<file path=ppt/notesSlides/_rels/notesSlide2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g155ed590c85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7" name="Google Shape;97;g155ed590c85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r>
              <a:rPr lang="en">
                <a:solidFill>
                  <a:schemeClr val="dk1"/>
                </a:solidFill>
              </a:rPr>
              <a:t>Reload codespace</a:t>
            </a:r>
            <a:endParaRPr>
              <a:solidFill>
                <a:schemeClr val="dk1"/>
              </a:solidFill>
            </a:endParaRPr>
          </a:p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r>
              <a:rPr lang="en"/>
              <a:t>Uncheck VS Code tabs</a:t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g30401269f54_0_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8" name="Google Shape;108;g30401269f54_0_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3"/>
              </a:rPr>
              <a:t>https://www.youtube.com/watch?v=cZB_EBsnc8c</a:t>
            </a:r>
            <a:r>
              <a:rPr lang="en"/>
              <a:t> </a:t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g155ed590c85_0_8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4" name="Google Shape;164;g155ed590c85_0_8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3"/>
              </a:rPr>
              <a:t>https://apps.apple.com/us/app/contacts/id1069512615#?platform=iphone</a:t>
            </a:r>
            <a:r>
              <a:rPr lang="en"/>
              <a:t> 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 Week 0, intuitive algorithms…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John Harvard</a:t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g30401269f54_0_5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9" name="Google Shape;169;g30401269f54_0_5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3"/>
              </a:rPr>
              <a:t>https://nintendo.fandom.com/wiki/Nintendo_characters#Mario_series_(including_sub-franchises)</a:t>
            </a:r>
            <a:r>
              <a:rPr lang="en"/>
              <a:t> </a:t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g30401269f54_0_5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4" name="Google Shape;174;g30401269f54_0_5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g30401269f54_0_27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9" name="Google Shape;179;g30401269f54_0_27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g30401269f54_0_27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5" name="Google Shape;185;g30401269f54_0_27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g30401269f54_0_28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2" name="Google Shape;192;g30401269f54_0_28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g155ed590c85_0_14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0" name="Google Shape;200;g155ed590c85_0_14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Google, when data gets big how do we handle it?</a:t>
            </a:r>
            <a:endParaRPr dirty="0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g155ed590c85_0_15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5" name="Google Shape;205;g155ed590c85_0_15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Google Shape;235;g155ed590c85_0_18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6" name="Google Shape;236;g155ed590c85_0_18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g155ed590c85_0_18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1" name="Google Shape;241;g155ed590c85_0_18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Linear layout, contiguous</a:t>
            </a:r>
            <a:endParaRPr dirty="0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g155ed590c85_0_64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6" name="Google Shape;246;g155ed590c85_0_64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Array of numbers – how do computers find a specific number, like “50”?</a:t>
            </a:r>
            <a:endParaRPr dirty="0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Google Shape;250;g155ed590c85_0_23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1" name="Google Shape;251;g155ed590c85_0_23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Treat this like little boxes the computer has to “look in”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g155ed590c85_0_65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3" name="Google Shape;263;g155ed590c85_0_65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Google Shape;286;g155ed590c85_0_3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7" name="Google Shape;287;g155ed590c85_0_3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g155ed590c85_0_3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2" name="Google Shape;292;g155ed590c85_0_3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g155ed590c85_0_3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9" name="Google Shape;299;g155ed590c85_0_32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g155ed590c85_0_33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4" name="Google Shape;314;g155ed590c85_0_33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g155ed590c85_0_34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9" name="Google Shape;329;g155ed590c85_0_34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g155ed590c85_0_2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5" name="Google Shape;335;g155ed590c85_0_2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3"/>
              </a:rPr>
              <a:t>https://www.etsy.com/listing/926075105/monopoly-money-vintage-fabric-half-yard</a:t>
            </a:r>
            <a:r>
              <a:rPr lang="en"/>
              <a:t> </a:t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Google Shape;339;g155ed590c85_0_2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0" name="Google Shape;340;g155ed590c85_0_22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3"/>
              </a:rPr>
              <a:t>https://www.pinterest.com/pin/525443481522247447/</a:t>
            </a:r>
            <a:r>
              <a:rPr lang="en"/>
              <a:t> </a:t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Google Shape;344;g155ed590c85_0_7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5" name="Google Shape;345;g155ed590c85_0_7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dk1"/>
                </a:solidFill>
              </a:rPr>
              <a:t>Sear one at a time in order, in  a “linear” fashion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dk1"/>
                </a:solidFill>
              </a:rPr>
              <a:t>20  500  10  </a:t>
            </a:r>
            <a:r>
              <a:rPr lang="en" dirty="0"/>
              <a:t>5  100  </a:t>
            </a:r>
            <a:r>
              <a:rPr lang="en" dirty="0">
                <a:solidFill>
                  <a:schemeClr val="dk1"/>
                </a:solidFill>
              </a:rPr>
              <a:t>1  </a:t>
            </a:r>
            <a:r>
              <a:rPr lang="en" b="1" dirty="0">
                <a:solidFill>
                  <a:schemeClr val="dk1"/>
                </a:solidFill>
              </a:rPr>
              <a:t>50</a:t>
            </a:r>
            <a:endParaRPr b="1" dirty="0"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g155ed590c85_0_70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5" name="Google Shape;355;g155ed590c85_0_70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9" name="Google Shape;349;g155ed590c85_0_8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0" name="Google Shape;350;g155ed590c85_0_8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4" name="Google Shape;364;g155ed590c85_0_8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65" name="Google Shape;365;g155ed590c85_0_8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Google Shape;369;g155ed590c85_0_7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0" name="Google Shape;370;g155ed590c85_0_7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3"/>
              </a:rPr>
              <a:t>https://www.pinterest.com/pin/525443481522247447/</a:t>
            </a:r>
            <a:r>
              <a:rPr lang="en"/>
              <a:t> </a:t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4" name="Google Shape;374;g155ed590c85_0_68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5" name="Google Shape;375;g155ed590c85_0_68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dk1"/>
                </a:solidFill>
              </a:rPr>
              <a:t>-numbers sorted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dk1"/>
                </a:solidFill>
              </a:rPr>
              <a:t>- </a:t>
            </a:r>
            <a:r>
              <a:rPr lang="en-GB" dirty="0">
                <a:solidFill>
                  <a:schemeClr val="dk1"/>
                </a:solidFill>
              </a:rPr>
              <a:t>S</a:t>
            </a:r>
            <a:r>
              <a:rPr lang="en" dirty="0">
                <a:solidFill>
                  <a:schemeClr val="dk1"/>
                </a:solidFill>
              </a:rPr>
              <a:t>tart in midles, move higher or lower, goto next middle door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"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dk1"/>
                </a:solidFill>
              </a:rPr>
              <a:t>1  5  10  20  </a:t>
            </a:r>
            <a:r>
              <a:rPr lang="en" b="1" dirty="0">
                <a:solidFill>
                  <a:schemeClr val="dk1"/>
                </a:solidFill>
              </a:rPr>
              <a:t>50</a:t>
            </a:r>
            <a:r>
              <a:rPr lang="en" dirty="0">
                <a:solidFill>
                  <a:schemeClr val="dk1"/>
                </a:solidFill>
              </a:rPr>
              <a:t>  100  500</a:t>
            </a:r>
            <a:endParaRPr dirty="0"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9" name="Google Shape;379;g155ed590c85_0_68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0" name="Google Shape;380;g155ed590c85_0_68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4" name="Google Shape;384;g155ed590c85_0_69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5" name="Google Shape;385;g155ed590c85_0_69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" name="Google Shape;389;g155ed590c85_0_69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90" name="Google Shape;390;g155ed590c85_0_69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4" name="Google Shape;394;g155ed590c85_0_70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95" name="Google Shape;395;g155ed590c85_0_70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" name="Google Shape;399;g9976d39bb8_0_1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0" name="Google Shape;400;g9976d39bb8_0_12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Measure of algorithm “efficiency”</a:t>
            </a:r>
            <a:endParaRPr dirty="0"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4" name="Google Shape;404;g9976d39bb8_0_1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5" name="Google Shape;405;g9976d39bb8_0_12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1" name="Google Shape;411;g9976d39bb8_0_13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2" name="Google Shape;412;g9976d39bb8_0_13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1" name="Google Shape;421;g9976d39bb8_0_14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22" name="Google Shape;422;g9976d39bb8_0_14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tabLst/>
              <a:defRPr/>
            </a:pPr>
            <a:r>
              <a:rPr lang="en-US" dirty="0"/>
              <a:t>O for on the “order” of this many steps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1" name="Google Shape;431;g9976d39bb8_0_15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2" name="Google Shape;432;g9976d39bb8_0_15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Whole constants usually dropped because they are similar in shape and magnitude</a:t>
            </a:r>
            <a:endParaRPr dirty="0"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1" name="Google Shape;441;g9976d39bb8_0_15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42" name="Google Shape;442;g9976d39bb8_0_15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1" name="Google Shape;451;g9976d39bb8_0_16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52" name="Google Shape;452;g9976d39bb8_0_16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Zoomed out you see the pattern</a:t>
            </a:r>
            <a:endParaRPr dirty="0"/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0" name="Google Shape;460;g155ed590c85_0_8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1" name="Google Shape;461;g155ed590c85_0_8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“big O notation”</a:t>
            </a:r>
            <a:endParaRPr dirty="0"/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5" name="Google Shape;465;g9976d39bb8_0_17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6" name="Google Shape;466;g9976d39bb8_0_17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L</a:t>
            </a:r>
            <a:r>
              <a:rPr lang="en" dirty="0"/>
              <a:t>ist of possibilities (amongst others)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linear? binary?</a:t>
            </a:r>
            <a:endParaRPr dirty="0"/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0" name="Google Shape;470;g155ed590c85_0_8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71" name="Google Shape;471;g155ed590c85_0_8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Linear search is worst case scenario</a:t>
            </a:r>
            <a:endParaRPr dirty="0"/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5" name="Google Shape;475;g155ed590c85_0_8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76" name="Google Shape;476;g155ed590c85_0_81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Binary much faster (by an order of magnitude)</a:t>
            </a:r>
            <a:endParaRPr dirty="0"/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0" name="Google Shape;480;g99ff46a780_26_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81" name="Google Shape;481;g99ff46a780_26_1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Big Omega is lower bound of algorithm</a:t>
            </a:r>
            <a:endParaRPr dirty="0"/>
          </a:p>
        </p:txBody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5" name="Google Shape;485;g9976d39bb8_0_19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86" name="Google Shape;486;g9976d39bb8_0_19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linear? binary?</a:t>
            </a:r>
            <a:endParaRPr/>
          </a:p>
        </p:txBody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0" name="Google Shape;490;g9976d39bb8_0_2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91" name="Google Shape;491;g9976d39bb8_0_2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5" name="Google Shape;495;g155ed590c85_0_79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96" name="Google Shape;496;g155ed590c85_0_79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0" name="Google Shape;500;g155ed590c85_0_80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01" name="Google Shape;501;g155ed590c85_0_80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Big theta when big O and big omega are the same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GB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-are there algorithms where this is true...?</a:t>
            </a:r>
            <a:endParaRPr dirty="0"/>
          </a:p>
        </p:txBody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5" name="Google Shape;505;g155ed590c85_0_80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06" name="Google Shape;506;g155ed590c85_0_80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There are some situations when this is true, possibly we will eventually encounter some</a:t>
            </a:r>
            <a:endParaRPr dirty="0"/>
          </a:p>
        </p:txBody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0" name="Google Shape;510;g30427bc4c1c_1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11" name="Google Shape;511;g30427bc4c1c_1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search{0,1}.c  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" dirty="0"/>
          </a:p>
          <a:p>
            <a:r>
              <a:rPr lang="en-US" dirty="0"/>
              <a:t>Asymptotic notation is a mathematical way to </a:t>
            </a:r>
            <a:r>
              <a:rPr lang="en-US" b="1" dirty="0"/>
              <a:t>describe the efficiency of algorithms</a:t>
            </a:r>
            <a:r>
              <a:rPr lang="en-US" dirty="0"/>
              <a:t>, especially how their </a:t>
            </a:r>
            <a:r>
              <a:rPr lang="en-US" b="1" dirty="0"/>
              <a:t>running time or space requirements grow</a:t>
            </a:r>
            <a:r>
              <a:rPr lang="en-US" dirty="0"/>
              <a:t> as the </a:t>
            </a:r>
            <a:r>
              <a:rPr lang="en-US" b="1" dirty="0"/>
              <a:t>input size (n)</a:t>
            </a:r>
            <a:r>
              <a:rPr lang="en-US" dirty="0"/>
              <a:t> becomes large.</a:t>
            </a:r>
          </a:p>
          <a:p>
            <a:r>
              <a:rPr lang="en-US" dirty="0"/>
              <a:t>In the context of </a:t>
            </a:r>
            <a:r>
              <a:rPr lang="en-US" b="1" dirty="0"/>
              <a:t>search algorithms</a:t>
            </a:r>
            <a:r>
              <a:rPr lang="en-US" dirty="0"/>
              <a:t> (like linear search, binary search, etc.), asymptotic notation helps us compare how fast or slow algorithms are — not in exact seconds, but in terms of </a:t>
            </a:r>
            <a:r>
              <a:rPr lang="en-US" b="1" dirty="0"/>
              <a:t>how they scale</a:t>
            </a:r>
            <a:r>
              <a:rPr lang="en-US" dirty="0"/>
              <a:t> with data size.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5" name="Google Shape;515;g155ed590c85_0_8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16" name="Google Shape;516;g155ed590c85_0_82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search{0,1}.c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0" name="Google Shape;520;g283063c11d6_0_18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1" name="Google Shape;521;g283063c11d6_0_18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The </a:t>
            </a:r>
            <a:r>
              <a:rPr lang="en-US" sz="1100" b="0" i="0" u="none" strike="noStrike" cap="none" dirty="0" err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string.h</a:t>
            </a:r>
            <a:r>
              <a:rPr lang="en-US" dirty="0"/>
              <a:t> library in C provides functions for handling and manipulating strings, such as copying, concatenation, comparison, and finding string length.</a:t>
            </a:r>
            <a:endParaRPr dirty="0"/>
          </a:p>
        </p:txBody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5" name="Google Shape;525;g283063c11d6_0_19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6" name="Google Shape;526;g283063c11d6_0_19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0" name="Google Shape;530;g283063c11d6_0_19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31" name="Google Shape;531;g283063c11d6_0_19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phonebook0.c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lang="en"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dirty="0"/>
              <a:t>The </a:t>
            </a:r>
            <a:r>
              <a:rPr lang="en-US" sz="1100" b="0" i="0" u="none" strike="noStrike" cap="none" dirty="0" err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strcmp</a:t>
            </a:r>
            <a:r>
              <a:rPr lang="en-US" sz="11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()</a:t>
            </a:r>
            <a:r>
              <a:rPr lang="en-US" dirty="0"/>
              <a:t> function compares two strings character by character and returns 0 if they are equal, a positive value if the first is greater, or a negative value if the first is smaller.</a:t>
            </a:r>
            <a:endParaRPr dirty="0"/>
          </a:p>
        </p:txBody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5" name="Google Shape;535;g99ff46a780_26_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36" name="Google Shape;536;g99ff46a780_26_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0" name="Google Shape;540;g615cd08c5b_0_63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41" name="Google Shape;541;g615cd08c5b_0_63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5" name="Google Shape;545;g61549dec78_0_15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46" name="Google Shape;546;g61549dec78_0_15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0" name="Google Shape;550;g61549dec78_0_16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1" name="Google Shape;551;g61549dec78_0_16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5" name="Google Shape;555;g283063c11d6_0_24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6" name="Google Shape;556;g283063c11d6_0_24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phonebook1.c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we'll see a way to save phonebook eventually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0" name="Google Shape;560;g156ad5d3783_9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61" name="Google Shape;561;g156ad5d3783_9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5" name="Google Shape;565;g615bc47d73_0_38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66" name="Google Shape;566;g615bc47d73_0_38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2" name="Google Shape;572;g615bc47d73_0_39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73" name="Google Shape;573;g615bc47d73_0_39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9" name="Google Shape;579;g615bc47d73_0_38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0" name="Google Shape;580;g615bc47d73_0_38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6" name="Google Shape;586;g61648c258e_9_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7" name="Google Shape;587;g61648c258e_9_2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4" name="Google Shape;594;g30401269f54_0_10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95" name="Google Shape;595;g30401269f54_0_10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3" name="Google Shape;603;g30401269f54_0_1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04" name="Google Shape;604;g30401269f54_0_11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endParaRPr lang="en-US" b="1" dirty="0"/>
          </a:p>
          <a:p>
            <a:r>
              <a:rPr lang="en-US" dirty="0"/>
              <a:t>Bubble sort is a simple sorting algorithm that repeatedly steps through a list, compares adjacent elements, and swaps them if they are in the wrong order, continuing until no more swaps are needed.</a:t>
            </a:r>
          </a:p>
        </p:txBody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3" name="Google Shape;613;g615bc47d73_0_40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4" name="Google Shape;614;g615bc47d73_0_40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u="sng" dirty="0">
                <a:solidFill>
                  <a:schemeClr val="hlink"/>
                </a:solidFill>
                <a:hlinkClick r:id="rId3"/>
              </a:rPr>
              <a:t>https://www.cs.usfca.edu/~galles/visualization/ComparisonSort.html</a:t>
            </a:r>
            <a:r>
              <a:rPr lang="en" dirty="0">
                <a:solidFill>
                  <a:schemeClr val="dk1"/>
                </a:solidFill>
              </a:rPr>
              <a:t> </a:t>
            </a:r>
            <a:endParaRPr dirty="0">
              <a:solidFill>
                <a:schemeClr val="dk1"/>
              </a:solidFill>
            </a:endParaRPr>
          </a:p>
          <a:p>
            <a:endParaRPr lang="en-US" dirty="0"/>
          </a:p>
          <a:p>
            <a:r>
              <a:rPr lang="en-US" dirty="0"/>
              <a:t>Selection sort is a simple sorting algorithm that repeatedly selects the smallest (or largest) element from the unsorted portion of a list and swaps it with the first unsorted element until the entire list is sorted.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8" name="Google Shape;618;gedc48ccb89_2_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9" name="Google Shape;619;gedc48ccb89_2_2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0" name="Google Shape;630;gedc48ccb89_2_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1" name="Google Shape;631;gedc48ccb89_2_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5" name="Google Shape;635;g155ed590c85_0_83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6" name="Google Shape;636;g155ed590c85_0_83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0" name="Google Shape;640;g30427bc4c1c_3_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1" name="Google Shape;641;g30427bc4c1c_3_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6" name="Google Shape;646;g30427bc4c1c_3_6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7" name="Google Shape;647;g30427bc4c1c_3_6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4" name="Google Shape;654;g30427bc4c1c_3_7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5" name="Google Shape;655;g30427bc4c1c_3_7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2" name="Google Shape;662;g30427bc4c1c_3_8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3" name="Google Shape;663;g30427bc4c1c_3_8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0" name="Google Shape;670;g30427bc4c1c_3_9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1" name="Google Shape;671;g30427bc4c1c_3_9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8" name="Google Shape;678;g30427bc4c1c_3_9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9" name="Google Shape;679;g30427bc4c1c_3_9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6" name="Google Shape;686;g30427bc4c1c_3_1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87" name="Google Shape;687;g30427bc4c1c_3_11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4" name="Google Shape;694;g30427bc4c1c_3_10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95" name="Google Shape;695;g30427bc4c1c_3_10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2" name="Google Shape;702;g30427bc4c1c_3_1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3" name="Google Shape;703;g30427bc4c1c_3_1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0" name="Google Shape;710;g30427bc4c1c_3_14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11" name="Google Shape;711;g30427bc4c1c_3_14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8" name="Google Shape;718;g30427bc4c1c_3_13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19" name="Google Shape;719;g30427bc4c1c_3_13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5" name="Google Shape;725;g61648c258e_9_8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26" name="Google Shape;726;g61648c258e_9_8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0" name="Google Shape;730;g61648c258e_9_7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1" name="Google Shape;731;g61648c258e_9_7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5" name="Google Shape;735;g155ed590c85_0_75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6" name="Google Shape;736;g155ed590c85_0_75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0" name="Google Shape;740;g61648c258e_9_7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1" name="Google Shape;741;g61648c258e_9_7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5" name="Google Shape;745;g61648c258e_9_6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6" name="Google Shape;746;g61648c258e_9_6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0" name="Google Shape;750;g61648c258e_9_6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51" name="Google Shape;751;g61648c258e_9_6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5" name="Google Shape;755;g61648c258e_9_5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56" name="Google Shape;756;g61648c258e_9_5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0" name="Google Shape;760;g61648c258e_9_5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1" name="Google Shape;761;g61648c258e_9_5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5" name="Google Shape;765;g615cd08c5b_0_67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6" name="Google Shape;766;g615cd08c5b_0_67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0" name="Google Shape;770;g615cd08c5b_0_68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1" name="Google Shape;771;g615cd08c5b_0_68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5" name="Google Shape;775;g61648c258e_9_9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6" name="Google Shape;776;g61648c258e_9_9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what about lower bound?</a:t>
            </a:r>
            <a:endParaRPr/>
          </a:p>
        </p:txBody>
      </p:sp>
    </p:spTree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0" name="Google Shape;780;g155ed590c85_0_77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81" name="Google Shape;781;g155ed590c85_0_77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2" name="Google Shape;792;g615cd08c5b_0_68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3" name="Google Shape;793;g615cd08c5b_0_68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7" name="Google Shape;797;g615cd08c5b_0_68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8" name="Google Shape;798;g615cd08c5b_0_68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2" name="Google Shape;802;gedc48ccb89_0_8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03" name="Google Shape;803;gedc48ccb89_0_8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7" name="Google Shape;807;gedc48ccb89_0_8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08" name="Google Shape;808;gedc48ccb89_0_8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2" name="Google Shape;812;g9976d39bb8_0_2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3" name="Google Shape;813;g9976d39bb8_0_22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u="sng">
                <a:solidFill>
                  <a:schemeClr val="hlink"/>
                </a:solidFill>
                <a:hlinkClick r:id="rId3"/>
              </a:rPr>
              <a:t>https://www.cs.usfca.edu/~galles/visualization/ComparisonSort.html</a:t>
            </a:r>
            <a:r>
              <a:rPr lang="en">
                <a:solidFill>
                  <a:schemeClr val="dk1"/>
                </a:solidFill>
              </a:rPr>
              <a:t> 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7" name="Google Shape;817;g30401269f54_0_2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8" name="Google Shape;818;g30401269f54_0_2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9" name="Google Shape;829;g30401269f54_0_20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30" name="Google Shape;830;g30401269f54_0_20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4" name="Google Shape;834;g30401269f54_0_20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35" name="Google Shape;835;g30401269f54_0_20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9" name="Google Shape;839;g155ed590c85_0_74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40" name="Google Shape;840;g155ed590c85_0_74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4" name="Google Shape;844;g30401269f54_0_13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45" name="Google Shape;845;g30401269f54_0_13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0" name="Google Shape;850;g30401269f54_0_13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51" name="Google Shape;851;g30401269f54_0_13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6" name="Google Shape;856;g30401269f54_0_14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57" name="Google Shape;857;g30401269f54_0_14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2" name="Google Shape;862;g30401269f54_0_14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63" name="Google Shape;863;g30401269f54_0_14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8" name="Google Shape;868;g30401269f54_0_15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69" name="Google Shape;869;g30401269f54_0_15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4" name="Google Shape;874;g30401269f54_0_15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5" name="Google Shape;875;g30401269f54_0_15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0" name="Google Shape;880;g30401269f54_0_16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81" name="Google Shape;881;g30401269f54_0_16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6" name="Google Shape;886;g30401269f54_0_16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87" name="Google Shape;887;g30401269f54_0_16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2" name="Google Shape;892;g30401269f54_0_17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93" name="Google Shape;893;g30401269f54_0_17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8" name="Google Shape;898;g30401269f54_0_17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99" name="Google Shape;899;g30401269f54_0_17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4" name="Google Shape;904;g30401269f54_0_18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5" name="Google Shape;905;g30401269f54_0_18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0" name="Google Shape;910;g30401269f54_0_18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11" name="Google Shape;911;g30401269f54_0_18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6" name="Google Shape;916;g30401269f54_0_19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17" name="Google Shape;917;g30401269f54_0_19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2" name="Google Shape;922;g30401269f54_0_19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23" name="Google Shape;923;g30401269f54_0_19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8" name="Google Shape;928;g30427bc4c1c_1_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29" name="Google Shape;929;g30427bc4c1c_1_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4" name="Google Shape;934;g30401269f54_0_2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35" name="Google Shape;935;g30401269f54_0_22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9" name="Google Shape;939;g30401269f54_0_23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40" name="Google Shape;940;g30401269f54_0_23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4" name="Google Shape;944;g30401269f54_0_23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45" name="Google Shape;945;g30401269f54_0_23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9" name="Google Shape;949;g30401269f54_0_24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50" name="Google Shape;950;g30401269f54_0_24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4" name="Google Shape;954;g30401269f54_0_24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55" name="Google Shape;955;g30401269f54_0_24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9" name="Google Shape;959;g30401269f54_0_25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60" name="Google Shape;960;g30401269f54_0_25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4" name="Google Shape;964;g9976d39bb8_0_23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65" name="Google Shape;965;g9976d39bb8_0_23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9" name="Google Shape;969;g9976d39bb8_0_23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70" name="Google Shape;970;g9976d39bb8_0_23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4" name="Google Shape;974;g9976d39bb8_0_24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75" name="Google Shape;975;g9976d39bb8_0_24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9" name="Google Shape;979;g9976d39bb8_0_24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80" name="Google Shape;980;g9976d39bb8_0_24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4" name="Google Shape;984;g9976d39bb8_0_25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85" name="Google Shape;985;g9976d39bb8_0_25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9" name="Google Shape;989;g9976d39bb8_0_36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0" name="Google Shape;990;g9976d39bb8_0_36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4" name="Google Shape;994;g155ed590c85_0_73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5" name="Google Shape;995;g155ed590c85_0_73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9" name="Google Shape;999;g9976d39bb8_0_29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00" name="Google Shape;1000;g9976d39bb8_0_29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4" name="Google Shape;1004;g9976d39bb8_0_37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05" name="Google Shape;1005;g9976d39bb8_0_37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9" name="Google Shape;1009;g9976d39bb8_0_27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10" name="Google Shape;1010;g9976d39bb8_0_27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4" name="Google Shape;1014;g615cd08dea_14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15" name="Google Shape;1015;g615cd08dea_14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9" name="Google Shape;1019;gedc48ccb89_0_7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0" name="Google Shape;1020;gedc48ccb89_0_7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" name="Google Shape;1024;gedc48ccb89_0_7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5" name="Google Shape;1025;gedc48ccb89_0_7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9" name="Google Shape;1029;g9976d39bb8_0_29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30" name="Google Shape;1030;g9976d39bb8_0_29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3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4" name="Google Shape;1034;g9976d39bb8_0_34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35" name="Google Shape;1035;g9976d39bb8_0_34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3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9" name="Google Shape;1039;g9976d39bb8_0_36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40" name="Google Shape;1040;g9976d39bb8_0_36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4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4" name="Google Shape;1044;g9976d39bb8_0_35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45" name="Google Shape;1045;g9976d39bb8_0_35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4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9" name="Google Shape;1049;g9976d39bb8_0_35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50" name="Google Shape;1050;g9976d39bb8_0_35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4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4" name="Google Shape;1054;g615cd08c5b_0_19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55" name="Google Shape;1055;g615cd08c5b_0_19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http://ian-albert.com/games/super_mario_bros_maps/</a:t>
            </a:r>
            <a:endParaRPr/>
          </a:p>
        </p:txBody>
      </p:sp>
    </p:spTree>
  </p:cSld>
  <p:clrMapOvr>
    <a:masterClrMapping/>
  </p:clrMapOvr>
</p:notes>
</file>

<file path=ppt/notesSlides/notesSlide14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9" name="Google Shape;1059;g615cd08c5b_0_7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60" name="Google Shape;1060;g615cd08c5b_0_7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iteration.c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4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4" name="Google Shape;1064;g615cd08c5b_0_70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65" name="Google Shape;1065;g615cd08c5b_0_70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4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9" name="Google Shape;1069;g615cd08c5b_0_43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70" name="Google Shape;1070;g615cd08c5b_0_43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4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4" name="Google Shape;1074;g615cd08c5b_0_43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75" name="Google Shape;1075;g615cd08c5b_0_43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4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9" name="Google Shape;1079;g615cd08c5b_0_38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80" name="Google Shape;1080;g615cd08c5b_0_38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recursion.c</a:t>
            </a:r>
            <a:endParaRPr/>
          </a:p>
        </p:txBody>
      </p:sp>
    </p:spTree>
  </p:cSld>
  <p:clrMapOvr>
    <a:masterClrMapping/>
  </p:clrMapOvr>
</p:notes>
</file>

<file path=ppt/notesSlides/notesSlide14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4" name="Google Shape;1084;g155ed590c85_0_74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85" name="Google Shape;1085;g155ed590c85_0_74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4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9" name="Google Shape;1089;g9976d39bb8_0_38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90" name="Google Shape;1090;g9976d39bb8_0_38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5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4" name="Google Shape;1094;g615bc47d73_0_5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95" name="Google Shape;1095;g615bc47d73_0_52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5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9" name="Google Shape;1099;g9976d39bb8_0_39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00" name="Google Shape;1100;g9976d39bb8_0_39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5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4" name="Google Shape;1104;g9976d39bb8_0_39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05" name="Google Shape;1105;g9976d39bb8_0_39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5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9" name="Google Shape;1109;gf0f81ef8e0_4_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10" name="Google Shape;1110;gf0f81ef8e0_4_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shelves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5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4" name="Google Shape;1114;g9976d39bb8_0_40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15" name="Google Shape;1115;g9976d39bb8_0_40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3"/>
              </a:rPr>
              <a:t>https://www.cs.usfca.edu/~galles/visualization/ComparisonSort.html</a:t>
            </a:r>
            <a:r>
              <a:rPr lang="en"/>
              <a:t> </a:t>
            </a:r>
            <a:endParaRPr/>
          </a:p>
        </p:txBody>
      </p:sp>
    </p:spTree>
  </p:cSld>
  <p:clrMapOvr>
    <a:masterClrMapping/>
  </p:clrMapOvr>
</p:notes>
</file>

<file path=ppt/notesSlides/notesSlide15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9" name="Google Shape;1119;g283063c11d6_0_10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20" name="Google Shape;1120;g283063c11d6_0_101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shelves</a:t>
            </a:r>
            <a:endParaRPr/>
          </a:p>
        </p:txBody>
      </p:sp>
    </p:spTree>
  </p:cSld>
  <p:clrMapOvr>
    <a:masterClrMapping/>
  </p:clrMapOvr>
</p:notes>
</file>

<file path=ppt/notesSlides/notesSlide15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4" name="Google Shape;1124;g283063c11d6_0_93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25" name="Google Shape;1125;g283063c11d6_0_93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5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9" name="Google Shape;1129;g283063c11d6_0_94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30" name="Google Shape;1130;g283063c11d6_0_94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5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4" name="Google Shape;1134;g283063c11d6_0_94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35" name="Google Shape;1135;g283063c11d6_0_94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5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0" name="Google Shape;1140;g283063c11d6_0_95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1" name="Google Shape;1141;g283063c11d6_0_95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6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7" name="Google Shape;1147;g283063c11d6_0_96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8" name="Google Shape;1148;g283063c11d6_0_96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6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5" name="Google Shape;1155;g283063c11d6_0_99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56" name="Google Shape;1156;g283063c11d6_0_99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6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4" name="Google Shape;1164;g283063c11d6_0_100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65" name="Google Shape;1165;g283063c11d6_0_100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6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2" name="Google Shape;1172;g283063c11d6_0_10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73" name="Google Shape;1173;g283063c11d6_0_10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6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9" name="Google Shape;1179;g283063c11d6_0_48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80" name="Google Shape;1180;g283063c11d6_0_48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6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7" name="Google Shape;1187;g283063c11d6_0_53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88" name="Google Shape;1188;g283063c11d6_0_53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6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6" name="Google Shape;1196;g283063c11d6_0_54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97" name="Google Shape;1197;g283063c11d6_0_54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6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6" name="Google Shape;1206;g283063c11d6_0_59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07" name="Google Shape;1207;g283063c11d6_0_59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6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5" name="Google Shape;1215;g283063c11d6_0_60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16" name="Google Shape;1216;g283063c11d6_0_60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6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3" name="Google Shape;1223;g283063c11d6_0_62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4" name="Google Shape;1224;g283063c11d6_0_62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7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1" name="Google Shape;1231;g283063c11d6_0_65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32" name="Google Shape;1232;g283063c11d6_0_65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7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9" name="Google Shape;1239;g283063c11d6_0_63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40" name="Google Shape;1240;g283063c11d6_0_63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7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6" name="Google Shape;1246;g283063c11d6_0_64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47" name="Google Shape;1247;g283063c11d6_0_64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7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2" name="Google Shape;1252;g283063c11d6_0_56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53" name="Google Shape;1253;g283063c11d6_0_56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7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9" name="Google Shape;1259;g283063c11d6_0_68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60" name="Google Shape;1260;g283063c11d6_0_68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7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7" name="Google Shape;1267;g283063c11d6_0_69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68" name="Google Shape;1268;g283063c11d6_0_69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7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6" name="Google Shape;1276;g283063c11d6_0_70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77" name="Google Shape;1277;g283063c11d6_0_70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7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6" name="Google Shape;1286;g283063c11d6_0_7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87" name="Google Shape;1287;g283063c11d6_0_73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7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5" name="Google Shape;1295;g283063c11d6_0_74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96" name="Google Shape;1296;g283063c11d6_0_74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7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3" name="Google Shape;1303;g283063c11d6_0_7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04" name="Google Shape;1304;g283063c11d6_0_71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8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2" name="Google Shape;1312;g283063c11d6_0_77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13" name="Google Shape;1313;g283063c11d6_0_77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8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2" name="Google Shape;1322;g283063c11d6_0_79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23" name="Google Shape;1323;g283063c11d6_0_79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8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3" name="Google Shape;1333;g283063c11d6_0_8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34" name="Google Shape;1334;g283063c11d6_0_81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8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3" name="Google Shape;1343;g283063c11d6_0_82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44" name="Google Shape;1344;g283063c11d6_0_82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8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2" name="Google Shape;1352;g283063c11d6_0_84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53" name="Google Shape;1353;g283063c11d6_0_84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8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1" name="Google Shape;1361;g283063c11d6_0_85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62" name="Google Shape;1362;g283063c11d6_0_85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8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0" name="Google Shape;1370;g283063c11d6_0_86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71" name="Google Shape;1371;g283063c11d6_0_86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8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8" name="Google Shape;1378;g283063c11d6_0_86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79" name="Google Shape;1379;g283063c11d6_0_86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8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5" name="Google Shape;1385;g283063c11d6_0_88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86" name="Google Shape;1386;g283063c11d6_0_88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8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2" name="Google Shape;1392;g283063c11d6_0_88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93" name="Google Shape;1393;g283063c11d6_0_88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9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9" name="Google Shape;1399;g283063c11d6_0_89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00" name="Google Shape;1400;g283063c11d6_0_89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9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6" name="Google Shape;1406;g283063c11d6_0_90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07" name="Google Shape;1407;g283063c11d6_0_90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9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3" name="Google Shape;1413;g283063c11d6_0_90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14" name="Google Shape;1414;g283063c11d6_0_90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9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0" name="Google Shape;1420;g283063c11d6_0_9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21" name="Google Shape;1421;g283063c11d6_0_9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9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7" name="Google Shape;1427;g283063c11d6_0_9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28" name="Google Shape;1428;g283063c11d6_0_91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9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" name="Google Shape;1433;g283063c11d6_0_92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34" name="Google Shape;1434;g283063c11d6_0_92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9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8" name="Google Shape;1438;g283063c11d6_0_9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39" name="Google Shape;1439;g283063c11d6_0_92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9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3" name="Google Shape;1443;g615cd08c5b_0_75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44" name="Google Shape;1444;g615cd08c5b_0_75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9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8" name="Google Shape;1448;g283063c11d6_0_42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49" name="Google Shape;1449;g283063c11d6_0_42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9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7" name="Google Shape;1467;g283c13df276_10_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68" name="Google Shape;1468;g283c13df276_10_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0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6" name="Google Shape;1486;g283063c11d6_0_113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87" name="Google Shape;1487;g283063c11d6_0_113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0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1" name="Google Shape;1491;g283063c11d6_0_114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92" name="Google Shape;1492;g283063c11d6_0_114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0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6" name="Google Shape;1496;g283063c11d6_0_114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97" name="Google Shape;1497;g283063c11d6_0_114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0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1" name="Google Shape;1501;g283063c11d6_0_114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02" name="Google Shape;1502;g283063c11d6_0_114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0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6" name="Google Shape;1506;g30401269f54_0_25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07" name="Google Shape;1507;g30401269f54_0_25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0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5" name="Google Shape;1525;g283063c11d6_0_117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26" name="Google Shape;1526;g283063c11d6_0_117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0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0" name="Google Shape;1530;g283063c11d6_0_117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31" name="Google Shape;1531;g283063c11d6_0_117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0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5" name="Google Shape;1535;g615cd08c5b_0_76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36" name="Google Shape;1536;g615cd08c5b_0_76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0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0" name="Google Shape;1540;g615cd08c5b_0_76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41" name="Google Shape;1541;g615cd08c5b_0_76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0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5" name="Google Shape;1545;g615cd08c5b_24_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46" name="Google Shape;1546;g615cd08c5b_24_1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0" name="Google Shape;1550;g615cd08c5b_0_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51" name="Google Shape;1551;g615cd08c5b_0_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Source: </a:t>
            </a:r>
            <a:r>
              <a:rPr lang="en" u="sng" dirty="0">
                <a:solidFill>
                  <a:schemeClr val="hlink"/>
                </a:solidFill>
                <a:hlinkClick r:id="rId3"/>
              </a:rPr>
              <a:t>https://www.youtube.com/watch?v=ZZuD6iUe3Pc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 dirty="0">
                <a:solidFill>
                  <a:schemeClr val="hlink"/>
                </a:solidFill>
                <a:hlinkClick r:id="rId4"/>
              </a:rPr>
              <a:t>https://www.youtubeeducation.com/watch?v=3WDWH59k1q4</a:t>
            </a:r>
            <a:r>
              <a:rPr lang="en" dirty="0"/>
              <a:t> </a:t>
            </a:r>
            <a:endParaRPr dirty="0"/>
          </a:p>
        </p:txBody>
      </p:sp>
    </p:spTree>
  </p:cSld>
  <p:clrMapOvr>
    <a:masterClrMapping/>
  </p:clrMapOvr>
</p:notes>
</file>

<file path=ppt/notesSlides/notesSlide2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5" name="Google Shape;1555;g155ed590c85_0_6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56" name="Google Shape;1556;g155ed590c85_0_6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r>
              <a:rPr lang="en">
                <a:solidFill>
                  <a:schemeClr val="dk1"/>
                </a:solidFill>
              </a:rPr>
              <a:t>Reload codespace</a:t>
            </a:r>
            <a:endParaRPr>
              <a:solidFill>
                <a:schemeClr val="dk1"/>
              </a:solidFill>
            </a:endParaRPr>
          </a:p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r>
              <a:rPr lang="en"/>
              <a:t>Uncheck VS Code tabs</a:t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25"/>
            <a:ext cx="4572000" cy="51435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>
                <a:solidFill>
                  <a:schemeClr val="dk1"/>
                </a:solidFill>
              </a:defRPr>
            </a:lvl1pPr>
            <a:lvl2pPr marL="914400" lvl="1" indent="-317500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2pPr>
            <a:lvl3pPr marL="1371600" lvl="2" indent="-317500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3pPr>
            <a:lvl4pPr marL="1828800" lvl="3" indent="-317500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>
                <a:solidFill>
                  <a:schemeClr val="dk1"/>
                </a:solidFill>
              </a:defRPr>
            </a:lvl4pPr>
            <a:lvl5pPr marL="2286000" lvl="4" indent="-317500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5pPr>
            <a:lvl6pPr marL="2743200" lvl="5" indent="-317500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6pPr>
            <a:lvl7pPr marL="3200400" lvl="6" indent="-317500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>
                <a:solidFill>
                  <a:schemeClr val="dk1"/>
                </a:solidFill>
              </a:defRPr>
            </a:lvl7pPr>
            <a:lvl8pPr marL="3657600" lvl="7" indent="-317500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8pPr>
            <a:lvl9pPr marL="4114800" lvl="8" indent="-317500"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4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56" name="Google Shape;56;p14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57" name="Google Shape;57;p1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5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60" name="Google Shape;60;p1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6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rtl="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rtl="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rtl="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rtl="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rtl="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rtl="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rtl="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rtl="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64" name="Google Shape;64;p1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7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7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 rtl="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rtl="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rtl="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rtl="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rtl="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rtl="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rtl="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rtl="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68" name="Google Shape;68;p17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 rtl="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rtl="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rtl="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rtl="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rtl="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rtl="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rtl="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rtl="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69" name="Google Shape;69;p1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8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1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19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75" name="Google Shape;75;p19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 rtl="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 rtl="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rtl="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rtl="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rtl="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rtl="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rtl="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rtl="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rtl="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76" name="Google Shape;76;p1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20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79" name="Google Shape;79;p2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21"/>
          <p:cNvSpPr/>
          <p:nvPr/>
        </p:nvSpPr>
        <p:spPr>
          <a:xfrm>
            <a:off x="4572000" y="25"/>
            <a:ext cx="4572000" cy="51435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" name="Google Shape;82;p21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83" name="Google Shape;83;p21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84" name="Google Shape;84;p21"/>
          <p:cNvSpPr txBox="1">
            <a:spLocks noGrp="1"/>
          </p:cNvSpPr>
          <p:nvPr>
            <p:ph type="body" idx="2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>
                <a:solidFill>
                  <a:schemeClr val="dk1"/>
                </a:solidFill>
              </a:defRPr>
            </a:lvl1pPr>
            <a:lvl2pPr marL="914400" lvl="1" indent="-317500" rtl="0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2pPr>
            <a:lvl3pPr marL="1371600" lvl="2" indent="-317500" rtl="0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3pPr>
            <a:lvl4pPr marL="1828800" lvl="3" indent="-317500" rtl="0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>
                <a:solidFill>
                  <a:schemeClr val="dk1"/>
                </a:solidFill>
              </a:defRPr>
            </a:lvl4pPr>
            <a:lvl5pPr marL="2286000" lvl="4" indent="-317500" rtl="0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5pPr>
            <a:lvl6pPr marL="2743200" lvl="5" indent="-317500" rtl="0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6pPr>
            <a:lvl7pPr marL="3200400" lvl="6" indent="-317500" rtl="0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>
                <a:solidFill>
                  <a:schemeClr val="dk1"/>
                </a:solidFill>
              </a:defRPr>
            </a:lvl7pPr>
            <a:lvl8pPr marL="3657600" lvl="7" indent="-317500" rtl="0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8pPr>
            <a:lvl9pPr marL="4114800" lvl="8" indent="-317500" rtl="0"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85" name="Google Shape;85;p2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22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2286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88" name="Google Shape;88;p2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23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91" name="Google Shape;91;p23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algn="ctr" rtl="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 rtl="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 rtl="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 rtl="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 rtl="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 rtl="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 rtl="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 rtl="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 rtl="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92" name="Google Shape;92;p2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2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dark-2">
    <p:bg>
      <p:bgPr>
        <a:solidFill>
          <a:srgbClr val="000000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Char char="●"/>
              <a:defRPr sz="1800">
                <a:solidFill>
                  <a:schemeClr val="lt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Char char="○"/>
              <a:defRPr>
                <a:solidFill>
                  <a:schemeClr val="lt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Char char="■"/>
              <a:defRPr>
                <a:solidFill>
                  <a:schemeClr val="lt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Char char="●"/>
              <a:defRPr>
                <a:solidFill>
                  <a:schemeClr val="lt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Char char="○"/>
              <a:defRPr>
                <a:solidFill>
                  <a:schemeClr val="lt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Char char="■"/>
              <a:defRPr>
                <a:solidFill>
                  <a:schemeClr val="lt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Char char="●"/>
              <a:defRPr>
                <a:solidFill>
                  <a:schemeClr val="lt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Char char="○"/>
              <a:defRPr>
                <a:solidFill>
                  <a:schemeClr val="lt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2"/>
              </a:buClr>
              <a:buSzPts val="1400"/>
              <a:buChar char="■"/>
              <a:defRPr>
                <a:solidFill>
                  <a:schemeClr val="lt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>
              <a:buNone/>
              <a:defRPr sz="1000">
                <a:solidFill>
                  <a:schemeClr val="lt2"/>
                </a:solidFill>
              </a:defRPr>
            </a:lvl1pPr>
            <a:lvl2pPr lvl="1" algn="r">
              <a:buNone/>
              <a:defRPr sz="1000">
                <a:solidFill>
                  <a:schemeClr val="lt2"/>
                </a:solidFill>
              </a:defRPr>
            </a:lvl2pPr>
            <a:lvl3pPr lvl="2" algn="r">
              <a:buNone/>
              <a:defRPr sz="1000">
                <a:solidFill>
                  <a:schemeClr val="lt2"/>
                </a:solidFill>
              </a:defRPr>
            </a:lvl3pPr>
            <a:lvl4pPr lvl="3" algn="r">
              <a:buNone/>
              <a:defRPr sz="1000">
                <a:solidFill>
                  <a:schemeClr val="lt2"/>
                </a:solidFill>
              </a:defRPr>
            </a:lvl4pPr>
            <a:lvl5pPr lvl="4" algn="r">
              <a:buNone/>
              <a:defRPr sz="1000">
                <a:solidFill>
                  <a:schemeClr val="lt2"/>
                </a:solidFill>
              </a:defRPr>
            </a:lvl5pPr>
            <a:lvl6pPr lvl="5" algn="r">
              <a:buNone/>
              <a:defRPr sz="1000">
                <a:solidFill>
                  <a:schemeClr val="lt2"/>
                </a:solidFill>
              </a:defRPr>
            </a:lvl6pPr>
            <a:lvl7pPr lvl="6" algn="r">
              <a:buNone/>
              <a:defRPr sz="1000">
                <a:solidFill>
                  <a:schemeClr val="lt2"/>
                </a:solidFill>
              </a:defRPr>
            </a:lvl7pPr>
            <a:lvl8pPr lvl="7" algn="r">
              <a:buNone/>
              <a:defRPr sz="1000">
                <a:solidFill>
                  <a:schemeClr val="lt2"/>
                </a:solidFill>
              </a:defRPr>
            </a:lvl8pPr>
            <a:lvl9pPr lvl="8" algn="r">
              <a:buNone/>
              <a:defRPr sz="1000">
                <a:solidFill>
                  <a:schemeClr val="lt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dark-2">
    <p:bg>
      <p:bgPr>
        <a:solidFill>
          <a:srgbClr val="000000"/>
        </a:solidFill>
        <a:effectLst/>
      </p:bgPr>
    </p:bg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3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2" name="Google Shape;52;p13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Char char="●"/>
              <a:defRPr sz="1800">
                <a:solidFill>
                  <a:schemeClr val="lt2"/>
                </a:solidFill>
              </a:defRPr>
            </a:lvl1pPr>
            <a:lvl2pPr marL="914400" lvl="1" indent="-3175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Char char="○"/>
              <a:defRPr>
                <a:solidFill>
                  <a:schemeClr val="lt2"/>
                </a:solidFill>
              </a:defRPr>
            </a:lvl2pPr>
            <a:lvl3pPr marL="1371600" lvl="2" indent="-3175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Char char="■"/>
              <a:defRPr>
                <a:solidFill>
                  <a:schemeClr val="lt2"/>
                </a:solidFill>
              </a:defRPr>
            </a:lvl3pPr>
            <a:lvl4pPr marL="1828800" lvl="3" indent="-3175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Char char="●"/>
              <a:defRPr>
                <a:solidFill>
                  <a:schemeClr val="lt2"/>
                </a:solidFill>
              </a:defRPr>
            </a:lvl4pPr>
            <a:lvl5pPr marL="2286000" lvl="4" indent="-3175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Char char="○"/>
              <a:defRPr>
                <a:solidFill>
                  <a:schemeClr val="lt2"/>
                </a:solidFill>
              </a:defRPr>
            </a:lvl5pPr>
            <a:lvl6pPr marL="2743200" lvl="5" indent="-3175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Char char="■"/>
              <a:defRPr>
                <a:solidFill>
                  <a:schemeClr val="lt2"/>
                </a:solidFill>
              </a:defRPr>
            </a:lvl6pPr>
            <a:lvl7pPr marL="3200400" lvl="6" indent="-3175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Char char="●"/>
              <a:defRPr>
                <a:solidFill>
                  <a:schemeClr val="lt2"/>
                </a:solidFill>
              </a:defRPr>
            </a:lvl7pPr>
            <a:lvl8pPr marL="3657600" lvl="7" indent="-3175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Char char="○"/>
              <a:defRPr>
                <a:solidFill>
                  <a:schemeClr val="lt2"/>
                </a:solidFill>
              </a:defRPr>
            </a:lvl8pPr>
            <a:lvl9pPr marL="4114800" lvl="8" indent="-317500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2"/>
              </a:buClr>
              <a:buSzPts val="1400"/>
              <a:buChar char="■"/>
              <a:defRPr>
                <a:solidFill>
                  <a:schemeClr val="lt2"/>
                </a:solidFill>
              </a:defRPr>
            </a:lvl9pPr>
          </a:lstStyle>
          <a:p>
            <a:endParaRPr/>
          </a:p>
        </p:txBody>
      </p:sp>
      <p:sp>
        <p:nvSpPr>
          <p:cNvPr id="53" name="Google Shape;53;p1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buNone/>
              <a:defRPr sz="1000">
                <a:solidFill>
                  <a:schemeClr val="lt2"/>
                </a:solidFill>
              </a:defRPr>
            </a:lvl1pPr>
            <a:lvl2pPr lvl="1" algn="r" rtl="0">
              <a:buNone/>
              <a:defRPr sz="1000">
                <a:solidFill>
                  <a:schemeClr val="lt2"/>
                </a:solidFill>
              </a:defRPr>
            </a:lvl2pPr>
            <a:lvl3pPr lvl="2" algn="r" rtl="0">
              <a:buNone/>
              <a:defRPr sz="1000">
                <a:solidFill>
                  <a:schemeClr val="lt2"/>
                </a:solidFill>
              </a:defRPr>
            </a:lvl3pPr>
            <a:lvl4pPr lvl="3" algn="r" rtl="0">
              <a:buNone/>
              <a:defRPr sz="1000">
                <a:solidFill>
                  <a:schemeClr val="lt2"/>
                </a:solidFill>
              </a:defRPr>
            </a:lvl4pPr>
            <a:lvl5pPr lvl="4" algn="r" rtl="0">
              <a:buNone/>
              <a:defRPr sz="1000">
                <a:solidFill>
                  <a:schemeClr val="lt2"/>
                </a:solidFill>
              </a:defRPr>
            </a:lvl5pPr>
            <a:lvl6pPr lvl="5" algn="r" rtl="0">
              <a:buNone/>
              <a:defRPr sz="1000">
                <a:solidFill>
                  <a:schemeClr val="lt2"/>
                </a:solidFill>
              </a:defRPr>
            </a:lvl6pPr>
            <a:lvl7pPr lvl="6" algn="r" rtl="0">
              <a:buNone/>
              <a:defRPr sz="1000">
                <a:solidFill>
                  <a:schemeClr val="lt2"/>
                </a:solidFill>
              </a:defRPr>
            </a:lvl7pPr>
            <a:lvl8pPr lvl="7" algn="r" rtl="0">
              <a:buNone/>
              <a:defRPr sz="1000">
                <a:solidFill>
                  <a:schemeClr val="lt2"/>
                </a:solidFill>
              </a:defRPr>
            </a:lvl8pPr>
            <a:lvl9pPr lvl="8" algn="r" rtl="0">
              <a:buNone/>
              <a:defRPr sz="1000">
                <a:solidFill>
                  <a:schemeClr val="lt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59" r:id="rId1"/>
    <p:sldLayoutId id="2147483660" r:id="rId2"/>
    <p:sldLayoutId id="2147483661" r:id="rId3"/>
    <p:sldLayoutId id="2147483662" r:id="rId4"/>
    <p:sldLayoutId id="2147483663" r:id="rId5"/>
    <p:sldLayoutId id="2147483664" r:id="rId6"/>
    <p:sldLayoutId id="2147483665" r:id="rId7"/>
    <p:sldLayoutId id="2147483666" r:id="rId8"/>
    <p:sldLayoutId id="2147483667" r:id="rId9"/>
    <p:sldLayoutId id="2147483668" r:id="rId10"/>
    <p:sldLayoutId id="2147483669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3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3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3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3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3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3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3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3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1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1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1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1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1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1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3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3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3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3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3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3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3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hyperlink" Target="https://manual.cs50.io/#string.h" TargetMode="External"/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3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3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3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3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13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13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13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13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13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13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11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3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13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13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2.xml"/><Relationship Id="rId1" Type="http://schemas.openxmlformats.org/officeDocument/2006/relationships/slideLayout" Target="../slideLayouts/slideLayout13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3.xml"/><Relationship Id="rId1" Type="http://schemas.openxmlformats.org/officeDocument/2006/relationships/slideLayout" Target="../slideLayouts/slideLayout13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4.xml"/><Relationship Id="rId1" Type="http://schemas.openxmlformats.org/officeDocument/2006/relationships/slideLayout" Target="../slideLayouts/slideLayout13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5.xml"/><Relationship Id="rId1" Type="http://schemas.openxmlformats.org/officeDocument/2006/relationships/slideLayout" Target="../slideLayouts/slideLayout13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6.xml"/><Relationship Id="rId1" Type="http://schemas.openxmlformats.org/officeDocument/2006/relationships/slideLayout" Target="../slideLayouts/slideLayout13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7.xml"/><Relationship Id="rId1" Type="http://schemas.openxmlformats.org/officeDocument/2006/relationships/slideLayout" Target="../slideLayouts/slideLayout13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8.xml"/><Relationship Id="rId1" Type="http://schemas.openxmlformats.org/officeDocument/2006/relationships/slideLayout" Target="../slideLayouts/slideLayout13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9.xml"/><Relationship Id="rId1" Type="http://schemas.openxmlformats.org/officeDocument/2006/relationships/slideLayout" Target="../slideLayouts/slideLayout13.xml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0.xml"/><Relationship Id="rId1" Type="http://schemas.openxmlformats.org/officeDocument/2006/relationships/slideLayout" Target="../slideLayouts/slideLayout13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1.xml"/><Relationship Id="rId1" Type="http://schemas.openxmlformats.org/officeDocument/2006/relationships/slideLayout" Target="../slideLayouts/slideLayout13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2.xml"/><Relationship Id="rId1" Type="http://schemas.openxmlformats.org/officeDocument/2006/relationships/slideLayout" Target="../slideLayouts/slideLayout3.xml"/></Relationships>
</file>

<file path=ppt/slides/_rels/slide8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3.xml"/><Relationship Id="rId1" Type="http://schemas.openxmlformats.org/officeDocument/2006/relationships/slideLayout" Target="../slideLayouts/slideLayout3.xml"/></Relationships>
</file>

<file path=ppt/slides/_rels/slide8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4.xml"/><Relationship Id="rId1" Type="http://schemas.openxmlformats.org/officeDocument/2006/relationships/slideLayout" Target="../slideLayouts/slideLayout3.xml"/></Relationships>
</file>

<file path=ppt/slides/_rels/slide8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5.xml"/><Relationship Id="rId1" Type="http://schemas.openxmlformats.org/officeDocument/2006/relationships/slideLayout" Target="../slideLayouts/slideLayout3.xml"/></Relationships>
</file>

<file path=ppt/slides/_rels/slide8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6.xml"/><Relationship Id="rId1" Type="http://schemas.openxmlformats.org/officeDocument/2006/relationships/slideLayout" Target="../slideLayouts/slideLayout3.xml"/></Relationships>
</file>

<file path=ppt/slides/_rels/slide8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7.xml"/><Relationship Id="rId1" Type="http://schemas.openxmlformats.org/officeDocument/2006/relationships/slideLayout" Target="../slideLayouts/slideLayout3.xml"/></Relationships>
</file>

<file path=ppt/slides/_rels/slide8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8.xml"/><Relationship Id="rId1" Type="http://schemas.openxmlformats.org/officeDocument/2006/relationships/slideLayout" Target="../slideLayouts/slideLayout3.xml"/></Relationships>
</file>

<file path=ppt/slides/_rels/slide8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9.xml"/><Relationship Id="rId1" Type="http://schemas.openxmlformats.org/officeDocument/2006/relationships/slideLayout" Target="../slideLayouts/slideLayout3.xml"/></Relationships>
</file>

<file path=ppt/slides/_rels/slide9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0.xml"/><Relationship Id="rId1" Type="http://schemas.openxmlformats.org/officeDocument/2006/relationships/slideLayout" Target="../slideLayouts/slideLayout3.xml"/></Relationships>
</file>

<file path=ppt/slides/_rels/slide9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1.xml"/><Relationship Id="rId1" Type="http://schemas.openxmlformats.org/officeDocument/2006/relationships/slideLayout" Target="../slideLayouts/slideLayout3.xml"/></Relationships>
</file>

<file path=ppt/slides/_rels/slide9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2.xml"/><Relationship Id="rId1" Type="http://schemas.openxmlformats.org/officeDocument/2006/relationships/slideLayout" Target="../slideLayouts/slideLayout3.xml"/></Relationships>
</file>

<file path=ppt/slides/_rels/slide9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3.xml"/><Relationship Id="rId1" Type="http://schemas.openxmlformats.org/officeDocument/2006/relationships/slideLayout" Target="../slideLayouts/slideLayout11.xml"/></Relationships>
</file>

<file path=ppt/slides/_rels/slide9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4.xml"/><Relationship Id="rId1" Type="http://schemas.openxmlformats.org/officeDocument/2006/relationships/slideLayout" Target="../slideLayouts/slideLayout3.xml"/></Relationships>
</file>

<file path=ppt/slides/_rels/slide9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5.xml"/><Relationship Id="rId1" Type="http://schemas.openxmlformats.org/officeDocument/2006/relationships/slideLayout" Target="../slideLayouts/slideLayout3.xml"/></Relationships>
</file>

<file path=ppt/slides/_rels/slide9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6.xml"/><Relationship Id="rId1" Type="http://schemas.openxmlformats.org/officeDocument/2006/relationships/slideLayout" Target="../slideLayouts/slideLayout3.xml"/></Relationships>
</file>

<file path=ppt/slides/_rels/slide9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7.xml"/><Relationship Id="rId1" Type="http://schemas.openxmlformats.org/officeDocument/2006/relationships/slideLayout" Target="../slideLayouts/slideLayout3.xml"/></Relationships>
</file>

<file path=ppt/slides/_rels/slide9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8.xml"/><Relationship Id="rId1" Type="http://schemas.openxmlformats.org/officeDocument/2006/relationships/slideLayout" Target="../slideLayouts/slideLayout2.xml"/></Relationships>
</file>

<file path=ppt/slides/_rels/slide9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9.xml"/><Relationship Id="rId1" Type="http://schemas.openxmlformats.org/officeDocument/2006/relationships/slideLayout" Target="../slideLayouts/slideLayout11.xml"/></Relationships>
</file>

<file path=ppt/slides/_rels/slide10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0.xml"/><Relationship Id="rId1" Type="http://schemas.openxmlformats.org/officeDocument/2006/relationships/slideLayout" Target="../slideLayouts/slideLayout3.xml"/></Relationships>
</file>

<file path=ppt/slides/_rels/slide10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1.xml"/><Relationship Id="rId1" Type="http://schemas.openxmlformats.org/officeDocument/2006/relationships/slideLayout" Target="../slideLayouts/slideLayout3.xml"/></Relationships>
</file>

<file path=ppt/slides/_rels/slide10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2.xml"/><Relationship Id="rId1" Type="http://schemas.openxmlformats.org/officeDocument/2006/relationships/slideLayout" Target="../slideLayouts/slideLayout13.xml"/></Relationships>
</file>

<file path=ppt/slides/_rels/slide10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3.xml"/><Relationship Id="rId1" Type="http://schemas.openxmlformats.org/officeDocument/2006/relationships/slideLayout" Target="../slideLayouts/slideLayout13.xml"/></Relationships>
</file>

<file path=ppt/slides/_rels/slide10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4.xml"/><Relationship Id="rId1" Type="http://schemas.openxmlformats.org/officeDocument/2006/relationships/slideLayout" Target="../slideLayouts/slideLayout13.xml"/></Relationships>
</file>

<file path=ppt/slides/_rels/slide10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5.xml"/><Relationship Id="rId1" Type="http://schemas.openxmlformats.org/officeDocument/2006/relationships/slideLayout" Target="../slideLayouts/slideLayout13.xml"/></Relationships>
</file>

<file path=ppt/slides/_rels/slide10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6.xml"/><Relationship Id="rId1" Type="http://schemas.openxmlformats.org/officeDocument/2006/relationships/slideLayout" Target="../slideLayouts/slideLayout13.xml"/></Relationships>
</file>

<file path=ppt/slides/_rels/slide10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7.xml"/><Relationship Id="rId1" Type="http://schemas.openxmlformats.org/officeDocument/2006/relationships/slideLayout" Target="../slideLayouts/slideLayout13.xml"/></Relationships>
</file>

<file path=ppt/slides/_rels/slide10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8.xml"/><Relationship Id="rId1" Type="http://schemas.openxmlformats.org/officeDocument/2006/relationships/slideLayout" Target="../slideLayouts/slideLayout13.xml"/></Relationships>
</file>

<file path=ppt/slides/_rels/slide10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9.xml"/><Relationship Id="rId1" Type="http://schemas.openxmlformats.org/officeDocument/2006/relationships/slideLayout" Target="../slideLayouts/slideLayout13.xml"/></Relationships>
</file>

<file path=ppt/slides/_rels/slide1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0.xml"/><Relationship Id="rId1" Type="http://schemas.openxmlformats.org/officeDocument/2006/relationships/slideLayout" Target="../slideLayouts/slideLayout13.xml"/></Relationships>
</file>

<file path=ppt/slides/_rels/slide1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1.xml"/><Relationship Id="rId1" Type="http://schemas.openxmlformats.org/officeDocument/2006/relationships/slideLayout" Target="../slideLayouts/slideLayout13.xml"/></Relationships>
</file>

<file path=ppt/slides/_rels/slide1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2.xml"/><Relationship Id="rId1" Type="http://schemas.openxmlformats.org/officeDocument/2006/relationships/slideLayout" Target="../slideLayouts/slideLayout13.xml"/></Relationships>
</file>

<file path=ppt/slides/_rels/slide1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3.xml"/><Relationship Id="rId1" Type="http://schemas.openxmlformats.org/officeDocument/2006/relationships/slideLayout" Target="../slideLayouts/slideLayout13.xml"/></Relationships>
</file>

<file path=ppt/slides/_rels/slide1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4.xml"/><Relationship Id="rId1" Type="http://schemas.openxmlformats.org/officeDocument/2006/relationships/slideLayout" Target="../slideLayouts/slideLayout13.xml"/></Relationships>
</file>

<file path=ppt/slides/_rels/slide1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5.xml"/><Relationship Id="rId1" Type="http://schemas.openxmlformats.org/officeDocument/2006/relationships/slideLayout" Target="../slideLayouts/slideLayout13.xml"/></Relationships>
</file>

<file path=ppt/slides/_rels/slide1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6.xml"/><Relationship Id="rId1" Type="http://schemas.openxmlformats.org/officeDocument/2006/relationships/slideLayout" Target="../slideLayouts/slideLayout13.xml"/></Relationships>
</file>

<file path=ppt/slides/_rels/slide1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7.xml"/><Relationship Id="rId1" Type="http://schemas.openxmlformats.org/officeDocument/2006/relationships/slideLayout" Target="../slideLayouts/slideLayout13.xml"/></Relationships>
</file>

<file path=ppt/slides/_rels/slide1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8.xml"/><Relationship Id="rId1" Type="http://schemas.openxmlformats.org/officeDocument/2006/relationships/slideLayout" Target="../slideLayouts/slideLayout3.xml"/></Relationships>
</file>

<file path=ppt/slides/_rels/slide1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9.xml"/><Relationship Id="rId1" Type="http://schemas.openxmlformats.org/officeDocument/2006/relationships/slideLayout" Target="../slideLayouts/slideLayout3.xml"/></Relationships>
</file>

<file path=ppt/slides/_rels/slide1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0.xml"/><Relationship Id="rId1" Type="http://schemas.openxmlformats.org/officeDocument/2006/relationships/slideLayout" Target="../slideLayouts/slideLayout3.xml"/></Relationships>
</file>

<file path=ppt/slides/_rels/slide1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1.xml"/><Relationship Id="rId1" Type="http://schemas.openxmlformats.org/officeDocument/2006/relationships/slideLayout" Target="../slideLayouts/slideLayout3.xml"/></Relationships>
</file>

<file path=ppt/slides/_rels/slide1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2.xml"/><Relationship Id="rId1" Type="http://schemas.openxmlformats.org/officeDocument/2006/relationships/slideLayout" Target="../slideLayouts/slideLayout3.xml"/></Relationships>
</file>

<file path=ppt/slides/_rels/slide1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3.xml"/><Relationship Id="rId1" Type="http://schemas.openxmlformats.org/officeDocument/2006/relationships/slideLayout" Target="../slideLayouts/slideLayout3.xml"/></Relationships>
</file>

<file path=ppt/slides/_rels/slide1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4.xml"/><Relationship Id="rId1" Type="http://schemas.openxmlformats.org/officeDocument/2006/relationships/slideLayout" Target="../slideLayouts/slideLayout3.xml"/></Relationships>
</file>

<file path=ppt/slides/_rels/slide1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5.xml"/><Relationship Id="rId1" Type="http://schemas.openxmlformats.org/officeDocument/2006/relationships/slideLayout" Target="../slideLayouts/slideLayout3.xml"/></Relationships>
</file>

<file path=ppt/slides/_rels/slide1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6.xml"/><Relationship Id="rId1" Type="http://schemas.openxmlformats.org/officeDocument/2006/relationships/slideLayout" Target="../slideLayouts/slideLayout3.xml"/></Relationships>
</file>

<file path=ppt/slides/_rels/slide1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7.xml"/><Relationship Id="rId1" Type="http://schemas.openxmlformats.org/officeDocument/2006/relationships/slideLayout" Target="../slideLayouts/slideLayout3.xml"/></Relationships>
</file>

<file path=ppt/slides/_rels/slide1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8.xml"/><Relationship Id="rId1" Type="http://schemas.openxmlformats.org/officeDocument/2006/relationships/slideLayout" Target="../slideLayouts/slideLayout3.xml"/></Relationships>
</file>

<file path=ppt/slides/_rels/slide1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9.xml"/><Relationship Id="rId1" Type="http://schemas.openxmlformats.org/officeDocument/2006/relationships/slideLayout" Target="../slideLayouts/slideLayout3.xml"/></Relationships>
</file>

<file path=ppt/slides/_rels/slide1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0.xml"/><Relationship Id="rId1" Type="http://schemas.openxmlformats.org/officeDocument/2006/relationships/slideLayout" Target="../slideLayouts/slideLayout3.xml"/></Relationships>
</file>

<file path=ppt/slides/_rels/slide1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1.xml"/><Relationship Id="rId1" Type="http://schemas.openxmlformats.org/officeDocument/2006/relationships/slideLayout" Target="../slideLayouts/slideLayout3.xml"/></Relationships>
</file>

<file path=ppt/slides/_rels/slide1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2.xml"/><Relationship Id="rId1" Type="http://schemas.openxmlformats.org/officeDocument/2006/relationships/slideLayout" Target="../slideLayouts/slideLayout3.xml"/></Relationships>
</file>

<file path=ppt/slides/_rels/slide1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3.xml"/><Relationship Id="rId1" Type="http://schemas.openxmlformats.org/officeDocument/2006/relationships/slideLayout" Target="../slideLayouts/slideLayout3.xml"/></Relationships>
</file>

<file path=ppt/slides/_rels/slide1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4.xml"/><Relationship Id="rId1" Type="http://schemas.openxmlformats.org/officeDocument/2006/relationships/slideLayout" Target="../slideLayouts/slideLayout2.xml"/></Relationships>
</file>

<file path=ppt/slides/_rels/slide1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5.xml"/><Relationship Id="rId1" Type="http://schemas.openxmlformats.org/officeDocument/2006/relationships/slideLayout" Target="../slideLayouts/slideLayout3.xml"/></Relationships>
</file>

<file path=ppt/slides/_rels/slide1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6.xml"/><Relationship Id="rId1" Type="http://schemas.openxmlformats.org/officeDocument/2006/relationships/slideLayout" Target="../slideLayouts/slideLayout3.xml"/></Relationships>
</file>

<file path=ppt/slides/_rels/slide1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7.xml"/><Relationship Id="rId1" Type="http://schemas.openxmlformats.org/officeDocument/2006/relationships/slideLayout" Target="../slideLayouts/slideLayout14.xml"/></Relationships>
</file>

<file path=ppt/slides/_rels/slide1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8.xml"/><Relationship Id="rId1" Type="http://schemas.openxmlformats.org/officeDocument/2006/relationships/slideLayout" Target="../slideLayouts/slideLayout14.xml"/></Relationships>
</file>

<file path=ppt/slides/_rels/slide1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9.xml"/><Relationship Id="rId1" Type="http://schemas.openxmlformats.org/officeDocument/2006/relationships/slideLayout" Target="../slideLayouts/slideLayout14.xml"/></Relationships>
</file>

<file path=ppt/slides/_rels/slide1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0.xml"/><Relationship Id="rId1" Type="http://schemas.openxmlformats.org/officeDocument/2006/relationships/slideLayout" Target="../slideLayouts/slideLayout14.xml"/></Relationships>
</file>

<file path=ppt/slides/_rels/slide1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1.xml"/><Relationship Id="rId1" Type="http://schemas.openxmlformats.org/officeDocument/2006/relationships/slideLayout" Target="../slideLayouts/slideLayout14.xml"/></Relationships>
</file>

<file path=ppt/slides/_rels/slide1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42.xml"/><Relationship Id="rId1" Type="http://schemas.openxmlformats.org/officeDocument/2006/relationships/slideLayout" Target="../slideLayouts/slideLayout22.xml"/></Relationships>
</file>

<file path=ppt/slides/_rels/slide1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43.xml"/><Relationship Id="rId1" Type="http://schemas.openxmlformats.org/officeDocument/2006/relationships/slideLayout" Target="../slideLayouts/slideLayout22.xml"/></Relationships>
</file>

<file path=ppt/slides/_rels/slide1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44.xml"/><Relationship Id="rId1" Type="http://schemas.openxmlformats.org/officeDocument/2006/relationships/slideLayout" Target="../slideLayouts/slideLayout22.xml"/></Relationships>
</file>

<file path=ppt/slides/_rels/slide1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45.xml"/><Relationship Id="rId1" Type="http://schemas.openxmlformats.org/officeDocument/2006/relationships/slideLayout" Target="../slideLayouts/slideLayout22.xml"/></Relationships>
</file>

<file path=ppt/slides/_rels/slide1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46.xml"/><Relationship Id="rId1" Type="http://schemas.openxmlformats.org/officeDocument/2006/relationships/slideLayout" Target="../slideLayouts/slideLayout22.xml"/></Relationships>
</file>

<file path=ppt/slides/_rels/slide1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47.xml"/><Relationship Id="rId1" Type="http://schemas.openxmlformats.org/officeDocument/2006/relationships/slideLayout" Target="../slideLayouts/slideLayout22.xml"/></Relationships>
</file>

<file path=ppt/slides/_rels/slide148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google.com/search?q=recursion" TargetMode="External"/><Relationship Id="rId2" Type="http://schemas.openxmlformats.org/officeDocument/2006/relationships/notesSlide" Target="../notesSlides/notesSlide148.xml"/><Relationship Id="rId1" Type="http://schemas.openxmlformats.org/officeDocument/2006/relationships/slideLayout" Target="../slideLayouts/slideLayout13.xml"/></Relationships>
</file>

<file path=ppt/slides/_rels/slide1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9.xml"/><Relationship Id="rId1" Type="http://schemas.openxmlformats.org/officeDocument/2006/relationships/slideLayout" Target="../slideLayouts/slideLayout2.xml"/></Relationships>
</file>

<file path=ppt/slides/_rels/slide1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0.xml"/><Relationship Id="rId1" Type="http://schemas.openxmlformats.org/officeDocument/2006/relationships/slideLayout" Target="../slideLayouts/slideLayout3.xml"/></Relationships>
</file>

<file path=ppt/slides/_rels/slide1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1.xml"/><Relationship Id="rId1" Type="http://schemas.openxmlformats.org/officeDocument/2006/relationships/slideLayout" Target="../slideLayouts/slideLayout3.xml"/></Relationships>
</file>

<file path=ppt/slides/_rels/slide1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2.xml"/><Relationship Id="rId1" Type="http://schemas.openxmlformats.org/officeDocument/2006/relationships/slideLayout" Target="../slideLayouts/slideLayout3.xml"/></Relationships>
</file>

<file path=ppt/slides/_rels/slide1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3.xml"/><Relationship Id="rId1" Type="http://schemas.openxmlformats.org/officeDocument/2006/relationships/slideLayout" Target="../slideLayouts/slideLayout13.xml"/></Relationships>
</file>

<file path=ppt/slides/_rels/slide1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4.xml"/><Relationship Id="rId1" Type="http://schemas.openxmlformats.org/officeDocument/2006/relationships/slideLayout" Target="../slideLayouts/slideLayout3.xml"/></Relationships>
</file>

<file path=ppt/slides/_rels/slide1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5.xml"/><Relationship Id="rId1" Type="http://schemas.openxmlformats.org/officeDocument/2006/relationships/slideLayout" Target="../slideLayouts/slideLayout2.xml"/></Relationships>
</file>

<file path=ppt/slides/_rels/slide1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6.xml"/><Relationship Id="rId1" Type="http://schemas.openxmlformats.org/officeDocument/2006/relationships/slideLayout" Target="../slideLayouts/slideLayout22.xml"/></Relationships>
</file>

<file path=ppt/slides/_rels/slide1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7.xml"/><Relationship Id="rId1" Type="http://schemas.openxmlformats.org/officeDocument/2006/relationships/slideLayout" Target="../slideLayouts/slideLayout22.xml"/></Relationships>
</file>

<file path=ppt/slides/_rels/slide1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8.xml"/><Relationship Id="rId1" Type="http://schemas.openxmlformats.org/officeDocument/2006/relationships/slideLayout" Target="../slideLayouts/slideLayout22.xml"/></Relationships>
</file>

<file path=ppt/slides/_rels/slide1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9.xml"/><Relationship Id="rId1" Type="http://schemas.openxmlformats.org/officeDocument/2006/relationships/slideLayout" Target="../slideLayouts/slideLayout22.xml"/></Relationships>
</file>

<file path=ppt/slides/_rels/slide1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0.xml"/><Relationship Id="rId1" Type="http://schemas.openxmlformats.org/officeDocument/2006/relationships/slideLayout" Target="../slideLayouts/slideLayout22.xml"/></Relationships>
</file>

<file path=ppt/slides/_rels/slide1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1.xml"/><Relationship Id="rId1" Type="http://schemas.openxmlformats.org/officeDocument/2006/relationships/slideLayout" Target="../slideLayouts/slideLayout22.xml"/></Relationships>
</file>

<file path=ppt/slides/_rels/slide1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2.xml"/><Relationship Id="rId1" Type="http://schemas.openxmlformats.org/officeDocument/2006/relationships/slideLayout" Target="../slideLayouts/slideLayout22.xml"/></Relationships>
</file>

<file path=ppt/slides/_rels/slide1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3.xml"/><Relationship Id="rId1" Type="http://schemas.openxmlformats.org/officeDocument/2006/relationships/slideLayout" Target="../slideLayouts/slideLayout22.xml"/></Relationships>
</file>

<file path=ppt/slides/_rels/slide1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4.xml"/><Relationship Id="rId1" Type="http://schemas.openxmlformats.org/officeDocument/2006/relationships/slideLayout" Target="../slideLayouts/slideLayout22.xml"/></Relationships>
</file>

<file path=ppt/slides/_rels/slide1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5.xml"/><Relationship Id="rId1" Type="http://schemas.openxmlformats.org/officeDocument/2006/relationships/slideLayout" Target="../slideLayouts/slideLayout22.xml"/></Relationships>
</file>

<file path=ppt/slides/_rels/slide1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6.xml"/><Relationship Id="rId1" Type="http://schemas.openxmlformats.org/officeDocument/2006/relationships/slideLayout" Target="../slideLayouts/slideLayout22.xml"/></Relationships>
</file>

<file path=ppt/slides/_rels/slide1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7.xml"/><Relationship Id="rId1" Type="http://schemas.openxmlformats.org/officeDocument/2006/relationships/slideLayout" Target="../slideLayouts/slideLayout22.xml"/></Relationships>
</file>

<file path=ppt/slides/_rels/slide1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8.xml"/><Relationship Id="rId1" Type="http://schemas.openxmlformats.org/officeDocument/2006/relationships/slideLayout" Target="../slideLayouts/slideLayout22.xml"/></Relationships>
</file>

<file path=ppt/slides/_rels/slide1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9.xml"/><Relationship Id="rId1" Type="http://schemas.openxmlformats.org/officeDocument/2006/relationships/slideLayout" Target="../slideLayouts/slideLayout22.xml"/></Relationships>
</file>

<file path=ppt/slides/_rels/slide1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0.xml"/><Relationship Id="rId1" Type="http://schemas.openxmlformats.org/officeDocument/2006/relationships/slideLayout" Target="../slideLayouts/slideLayout22.xml"/></Relationships>
</file>

<file path=ppt/slides/_rels/slide17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1.xml"/><Relationship Id="rId1" Type="http://schemas.openxmlformats.org/officeDocument/2006/relationships/slideLayout" Target="../slideLayouts/slideLayout22.xml"/></Relationships>
</file>

<file path=ppt/slides/_rels/slide1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2.xml"/><Relationship Id="rId1" Type="http://schemas.openxmlformats.org/officeDocument/2006/relationships/slideLayout" Target="../slideLayouts/slideLayout22.xml"/></Relationships>
</file>

<file path=ppt/slides/_rels/slide17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3.xml"/><Relationship Id="rId1" Type="http://schemas.openxmlformats.org/officeDocument/2006/relationships/slideLayout" Target="../slideLayouts/slideLayout22.xml"/></Relationships>
</file>

<file path=ppt/slides/_rels/slide17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4.xml"/><Relationship Id="rId1" Type="http://schemas.openxmlformats.org/officeDocument/2006/relationships/slideLayout" Target="../slideLayouts/slideLayout22.xml"/></Relationships>
</file>

<file path=ppt/slides/_rels/slide17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5.xml"/><Relationship Id="rId1" Type="http://schemas.openxmlformats.org/officeDocument/2006/relationships/slideLayout" Target="../slideLayouts/slideLayout22.xml"/></Relationships>
</file>

<file path=ppt/slides/_rels/slide17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6.xml"/><Relationship Id="rId1" Type="http://schemas.openxmlformats.org/officeDocument/2006/relationships/slideLayout" Target="../slideLayouts/slideLayout22.xml"/></Relationships>
</file>

<file path=ppt/slides/_rels/slide17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7.xml"/><Relationship Id="rId1" Type="http://schemas.openxmlformats.org/officeDocument/2006/relationships/slideLayout" Target="../slideLayouts/slideLayout22.xml"/></Relationships>
</file>

<file path=ppt/slides/_rels/slide17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8.xml"/><Relationship Id="rId1" Type="http://schemas.openxmlformats.org/officeDocument/2006/relationships/slideLayout" Target="../slideLayouts/slideLayout22.xml"/></Relationships>
</file>

<file path=ppt/slides/_rels/slide17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9.xml"/><Relationship Id="rId1" Type="http://schemas.openxmlformats.org/officeDocument/2006/relationships/slideLayout" Target="../slideLayouts/slideLayout22.xml"/></Relationships>
</file>

<file path=ppt/slides/_rels/slide18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0.xml"/><Relationship Id="rId1" Type="http://schemas.openxmlformats.org/officeDocument/2006/relationships/slideLayout" Target="../slideLayouts/slideLayout22.xml"/></Relationships>
</file>

<file path=ppt/slides/_rels/slide18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1.xml"/><Relationship Id="rId1" Type="http://schemas.openxmlformats.org/officeDocument/2006/relationships/slideLayout" Target="../slideLayouts/slideLayout22.xml"/></Relationships>
</file>

<file path=ppt/slides/_rels/slide18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2.xml"/><Relationship Id="rId1" Type="http://schemas.openxmlformats.org/officeDocument/2006/relationships/slideLayout" Target="../slideLayouts/slideLayout22.xml"/></Relationships>
</file>

<file path=ppt/slides/_rels/slide18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3.xml"/><Relationship Id="rId1" Type="http://schemas.openxmlformats.org/officeDocument/2006/relationships/slideLayout" Target="../slideLayouts/slideLayout22.xml"/></Relationships>
</file>

<file path=ppt/slides/_rels/slide18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4.xml"/><Relationship Id="rId1" Type="http://schemas.openxmlformats.org/officeDocument/2006/relationships/slideLayout" Target="../slideLayouts/slideLayout22.xml"/></Relationships>
</file>

<file path=ppt/slides/_rels/slide18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5.xml"/><Relationship Id="rId1" Type="http://schemas.openxmlformats.org/officeDocument/2006/relationships/slideLayout" Target="../slideLayouts/slideLayout22.xml"/></Relationships>
</file>

<file path=ppt/slides/_rels/slide18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6.xml"/><Relationship Id="rId1" Type="http://schemas.openxmlformats.org/officeDocument/2006/relationships/slideLayout" Target="../slideLayouts/slideLayout22.xml"/></Relationships>
</file>

<file path=ppt/slides/_rels/slide18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7.xml"/><Relationship Id="rId1" Type="http://schemas.openxmlformats.org/officeDocument/2006/relationships/slideLayout" Target="../slideLayouts/slideLayout22.xml"/></Relationships>
</file>

<file path=ppt/slides/_rels/slide18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8.xml"/><Relationship Id="rId1" Type="http://schemas.openxmlformats.org/officeDocument/2006/relationships/slideLayout" Target="../slideLayouts/slideLayout22.xml"/></Relationships>
</file>

<file path=ppt/slides/_rels/slide18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9.xml"/><Relationship Id="rId1" Type="http://schemas.openxmlformats.org/officeDocument/2006/relationships/slideLayout" Target="../slideLayouts/slideLayout22.xml"/></Relationships>
</file>

<file path=ppt/slides/_rels/slide19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0.xml"/><Relationship Id="rId1" Type="http://schemas.openxmlformats.org/officeDocument/2006/relationships/slideLayout" Target="../slideLayouts/slideLayout22.xml"/></Relationships>
</file>

<file path=ppt/slides/_rels/slide19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1.xml"/><Relationship Id="rId1" Type="http://schemas.openxmlformats.org/officeDocument/2006/relationships/slideLayout" Target="../slideLayouts/slideLayout22.xml"/></Relationships>
</file>

<file path=ppt/slides/_rels/slide19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2.xml"/><Relationship Id="rId1" Type="http://schemas.openxmlformats.org/officeDocument/2006/relationships/slideLayout" Target="../slideLayouts/slideLayout22.xml"/></Relationships>
</file>

<file path=ppt/slides/_rels/slide19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3.xml"/><Relationship Id="rId1" Type="http://schemas.openxmlformats.org/officeDocument/2006/relationships/slideLayout" Target="../slideLayouts/slideLayout22.xml"/></Relationships>
</file>

<file path=ppt/slides/_rels/slide19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4.xml"/><Relationship Id="rId1" Type="http://schemas.openxmlformats.org/officeDocument/2006/relationships/slideLayout" Target="../slideLayouts/slideLayout22.xml"/></Relationships>
</file>

<file path=ppt/slides/_rels/slide19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5.xml"/><Relationship Id="rId1" Type="http://schemas.openxmlformats.org/officeDocument/2006/relationships/slideLayout" Target="../slideLayouts/slideLayout22.xml"/></Relationships>
</file>

<file path=ppt/slides/_rels/slide19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6.xml"/><Relationship Id="rId1" Type="http://schemas.openxmlformats.org/officeDocument/2006/relationships/slideLayout" Target="../slideLayouts/slideLayout22.xml"/></Relationships>
</file>

<file path=ppt/slides/_rels/slide19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7.xml"/><Relationship Id="rId1" Type="http://schemas.openxmlformats.org/officeDocument/2006/relationships/slideLayout" Target="../slideLayouts/slideLayout3.xml"/></Relationships>
</file>

<file path=ppt/slides/_rels/slide19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8.xml"/><Relationship Id="rId1" Type="http://schemas.openxmlformats.org/officeDocument/2006/relationships/slideLayout" Target="../slideLayouts/slideLayout22.xml"/></Relationships>
</file>

<file path=ppt/slides/_rels/slide19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9.xml"/><Relationship Id="rId1" Type="http://schemas.openxmlformats.org/officeDocument/2006/relationships/slideLayout" Target="../slideLayouts/slideLayout22.xml"/></Relationships>
</file>

<file path=ppt/slides/_rels/slide20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0.xml"/><Relationship Id="rId1" Type="http://schemas.openxmlformats.org/officeDocument/2006/relationships/slideLayout" Target="../slideLayouts/slideLayout13.xml"/></Relationships>
</file>

<file path=ppt/slides/_rels/slide20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1.xml"/><Relationship Id="rId1" Type="http://schemas.openxmlformats.org/officeDocument/2006/relationships/slideLayout" Target="../slideLayouts/slideLayout13.xml"/></Relationships>
</file>

<file path=ppt/slides/_rels/slide20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2.xml"/><Relationship Id="rId1" Type="http://schemas.openxmlformats.org/officeDocument/2006/relationships/slideLayout" Target="../slideLayouts/slideLayout13.xml"/></Relationships>
</file>

<file path=ppt/slides/_rels/slide20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3.xml"/><Relationship Id="rId1" Type="http://schemas.openxmlformats.org/officeDocument/2006/relationships/slideLayout" Target="../slideLayouts/slideLayout13.xml"/></Relationships>
</file>

<file path=ppt/slides/_rels/slide20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4.xml"/><Relationship Id="rId1" Type="http://schemas.openxmlformats.org/officeDocument/2006/relationships/slideLayout" Target="../slideLayouts/slideLayout22.xml"/></Relationships>
</file>

<file path=ppt/slides/_rels/slide20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5.xml"/><Relationship Id="rId1" Type="http://schemas.openxmlformats.org/officeDocument/2006/relationships/slideLayout" Target="../slideLayouts/slideLayout13.xml"/></Relationships>
</file>

<file path=ppt/slides/_rels/slide20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6.xml"/><Relationship Id="rId1" Type="http://schemas.openxmlformats.org/officeDocument/2006/relationships/slideLayout" Target="../slideLayouts/slideLayout13.xml"/></Relationships>
</file>

<file path=ppt/slides/_rels/slide20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7.xml"/><Relationship Id="rId1" Type="http://schemas.openxmlformats.org/officeDocument/2006/relationships/slideLayout" Target="../slideLayouts/slideLayout3.xml"/></Relationships>
</file>

<file path=ppt/slides/_rels/slide20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8.xml"/><Relationship Id="rId1" Type="http://schemas.openxmlformats.org/officeDocument/2006/relationships/slideLayout" Target="../slideLayouts/slideLayout3.xml"/></Relationships>
</file>

<file path=ppt/slides/_rels/slide20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9.xml"/><Relationship Id="rId1" Type="http://schemas.openxmlformats.org/officeDocument/2006/relationships/slideLayout" Target="../slideLayouts/slideLayout3.xml"/></Relationships>
</file>

<file path=ppt/slides/_rels/slide21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10.xml"/><Relationship Id="rId2" Type="http://schemas.openxmlformats.org/officeDocument/2006/relationships/slideLayout" Target="../slideLayouts/slideLayout11.xml"/><Relationship Id="rId1" Type="http://schemas.openxmlformats.org/officeDocument/2006/relationships/video" Target="https://www.youtube.com/embed/ZZuD6iUe3Pc?feature=oembed" TargetMode="External"/><Relationship Id="rId4" Type="http://schemas.openxmlformats.org/officeDocument/2006/relationships/image" Target="../media/image20.jpeg"/></Relationships>
</file>

<file path=ppt/slides/_rels/slide2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1.xml"/><Relationship Id="rId1" Type="http://schemas.openxmlformats.org/officeDocument/2006/relationships/slideLayout" Target="../slideLayouts/slideLayout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4173A6F-4EC9-0550-300D-49127A29314F}"/>
              </a:ext>
            </a:extLst>
          </p:cNvPr>
          <p:cNvSpPr txBox="1"/>
          <p:nvPr/>
        </p:nvSpPr>
        <p:spPr>
          <a:xfrm>
            <a:off x="921001" y="2110085"/>
            <a:ext cx="7301999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n-GB" sz="5400" dirty="0">
                <a:solidFill>
                  <a:schemeClr val="tx1"/>
                </a:solidFill>
              </a:rPr>
              <a:t>Computing Technology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cartoon of a dinosaur with a rubber duck on it&#10;&#10;AI-generated content may be incorrect.">
            <a:extLst>
              <a:ext uri="{FF2B5EF4-FFF2-40B4-BE49-F238E27FC236}">
                <a16:creationId xmlns:a16="http://schemas.microsoft.com/office/drawing/2014/main" id="{EF4096DE-E53F-0D7C-4D0D-1B3971195A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00250" y="0"/>
            <a:ext cx="51435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6" name="Google Shape;166;p3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297650" y="1297400"/>
            <a:ext cx="2548700" cy="25487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1" name="Google Shape;171;p38"/>
          <p:cNvPicPr preferRelativeResize="0"/>
          <p:nvPr/>
        </p:nvPicPr>
        <p:blipFill rotWithShape="1">
          <a:blip r:embed="rId3">
            <a:alphaModFix/>
          </a:blip>
          <a:srcRect t="6516" b="14965"/>
          <a:stretch/>
        </p:blipFill>
        <p:spPr>
          <a:xfrm>
            <a:off x="3211800" y="257112"/>
            <a:ext cx="2720400" cy="462926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6" name="Google Shape;176;p39"/>
          <p:cNvPicPr preferRelativeResize="0"/>
          <p:nvPr/>
        </p:nvPicPr>
        <p:blipFill rotWithShape="1">
          <a:blip r:embed="rId3">
            <a:alphaModFix/>
          </a:blip>
          <a:srcRect t="10741" b="10741"/>
          <a:stretch/>
        </p:blipFill>
        <p:spPr>
          <a:xfrm>
            <a:off x="3211800" y="257112"/>
            <a:ext cx="2720400" cy="462926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1" name="Google Shape;181;p4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52400"/>
            <a:ext cx="8602134" cy="4838701"/>
          </a:xfrm>
          <a:prstGeom prst="rect">
            <a:avLst/>
          </a:prstGeom>
          <a:noFill/>
          <a:ln>
            <a:noFill/>
          </a:ln>
        </p:spPr>
      </p:pic>
      <p:sp>
        <p:nvSpPr>
          <p:cNvPr id="182" name="Google Shape;182;p40"/>
          <p:cNvSpPr txBox="1"/>
          <p:nvPr/>
        </p:nvSpPr>
        <p:spPr>
          <a:xfrm>
            <a:off x="2400098" y="205078"/>
            <a:ext cx="656400" cy="54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i="1">
                <a:solidFill>
                  <a:srgbClr val="FFFFFF"/>
                </a:solidFill>
                <a:highlight>
                  <a:srgbClr val="000000"/>
                </a:highlight>
              </a:rPr>
              <a:t>n</a:t>
            </a:r>
            <a:endParaRPr sz="2400">
              <a:solidFill>
                <a:srgbClr val="FFFFFF"/>
              </a:solidFill>
              <a:highlight>
                <a:srgbClr val="000000"/>
              </a:highlight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7" name="Google Shape;187;p4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52400"/>
            <a:ext cx="8602134" cy="4838701"/>
          </a:xfrm>
          <a:prstGeom prst="rect">
            <a:avLst/>
          </a:prstGeom>
          <a:noFill/>
          <a:ln>
            <a:noFill/>
          </a:ln>
        </p:spPr>
      </p:pic>
      <p:sp>
        <p:nvSpPr>
          <p:cNvPr id="188" name="Google Shape;188;p41"/>
          <p:cNvSpPr txBox="1"/>
          <p:nvPr/>
        </p:nvSpPr>
        <p:spPr>
          <a:xfrm>
            <a:off x="3158292" y="196875"/>
            <a:ext cx="656400" cy="54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i="1">
                <a:solidFill>
                  <a:srgbClr val="FFFFFF"/>
                </a:solidFill>
                <a:highlight>
                  <a:srgbClr val="000000"/>
                </a:highlight>
              </a:rPr>
              <a:t>n</a:t>
            </a:r>
            <a:r>
              <a:rPr lang="en" sz="2400">
                <a:solidFill>
                  <a:srgbClr val="FFFFFF"/>
                </a:solidFill>
                <a:highlight>
                  <a:srgbClr val="000000"/>
                </a:highlight>
              </a:rPr>
              <a:t>/2</a:t>
            </a:r>
            <a:endParaRPr sz="2400">
              <a:solidFill>
                <a:srgbClr val="FFFFFF"/>
              </a:solidFill>
              <a:highlight>
                <a:srgbClr val="000000"/>
              </a:highlight>
            </a:endParaRPr>
          </a:p>
        </p:txBody>
      </p:sp>
      <p:sp>
        <p:nvSpPr>
          <p:cNvPr id="189" name="Google Shape;189;p41"/>
          <p:cNvSpPr txBox="1"/>
          <p:nvPr/>
        </p:nvSpPr>
        <p:spPr>
          <a:xfrm>
            <a:off x="2400098" y="205078"/>
            <a:ext cx="656400" cy="54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i="1">
                <a:solidFill>
                  <a:srgbClr val="FFFFFF"/>
                </a:solidFill>
                <a:highlight>
                  <a:srgbClr val="000000"/>
                </a:highlight>
              </a:rPr>
              <a:t>n</a:t>
            </a:r>
            <a:endParaRPr sz="2400">
              <a:solidFill>
                <a:srgbClr val="FFFFFF"/>
              </a:solidFill>
              <a:highlight>
                <a:srgbClr val="000000"/>
              </a:highlight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4" name="Google Shape;194;p4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52400"/>
            <a:ext cx="8602134" cy="4838701"/>
          </a:xfrm>
          <a:prstGeom prst="rect">
            <a:avLst/>
          </a:prstGeom>
          <a:noFill/>
          <a:ln>
            <a:noFill/>
          </a:ln>
        </p:spPr>
      </p:pic>
      <p:sp>
        <p:nvSpPr>
          <p:cNvPr id="195" name="Google Shape;195;p42"/>
          <p:cNvSpPr txBox="1"/>
          <p:nvPr/>
        </p:nvSpPr>
        <p:spPr>
          <a:xfrm>
            <a:off x="3158292" y="196875"/>
            <a:ext cx="656400" cy="54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i="1">
                <a:solidFill>
                  <a:srgbClr val="FFFFFF"/>
                </a:solidFill>
                <a:highlight>
                  <a:srgbClr val="000000"/>
                </a:highlight>
              </a:rPr>
              <a:t>n</a:t>
            </a:r>
            <a:r>
              <a:rPr lang="en" sz="2400">
                <a:solidFill>
                  <a:srgbClr val="FFFFFF"/>
                </a:solidFill>
                <a:highlight>
                  <a:srgbClr val="000000"/>
                </a:highlight>
              </a:rPr>
              <a:t>/2</a:t>
            </a:r>
            <a:endParaRPr sz="2400">
              <a:solidFill>
                <a:srgbClr val="FFFFFF"/>
              </a:solidFill>
              <a:highlight>
                <a:srgbClr val="000000"/>
              </a:highlight>
            </a:endParaRPr>
          </a:p>
        </p:txBody>
      </p:sp>
      <p:sp>
        <p:nvSpPr>
          <p:cNvPr id="196" name="Google Shape;196;p42"/>
          <p:cNvSpPr txBox="1"/>
          <p:nvPr/>
        </p:nvSpPr>
        <p:spPr>
          <a:xfrm>
            <a:off x="2400098" y="205078"/>
            <a:ext cx="656400" cy="54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i="1">
                <a:solidFill>
                  <a:srgbClr val="FFFFFF"/>
                </a:solidFill>
                <a:highlight>
                  <a:srgbClr val="000000"/>
                </a:highlight>
              </a:rPr>
              <a:t>n</a:t>
            </a:r>
            <a:endParaRPr sz="2400">
              <a:solidFill>
                <a:srgbClr val="FFFFFF"/>
              </a:solidFill>
              <a:highlight>
                <a:srgbClr val="000000"/>
              </a:highlight>
            </a:endParaRPr>
          </a:p>
        </p:txBody>
      </p:sp>
      <p:sp>
        <p:nvSpPr>
          <p:cNvPr id="197" name="Google Shape;197;p42"/>
          <p:cNvSpPr txBox="1"/>
          <p:nvPr/>
        </p:nvSpPr>
        <p:spPr>
          <a:xfrm>
            <a:off x="7254138" y="2851275"/>
            <a:ext cx="1176600" cy="54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rgbClr val="FFFFFF"/>
                </a:solidFill>
                <a:highlight>
                  <a:srgbClr val="000000"/>
                </a:highlight>
              </a:rPr>
              <a:t>log</a:t>
            </a:r>
            <a:r>
              <a:rPr lang="en" sz="2400" baseline="-25000">
                <a:solidFill>
                  <a:srgbClr val="FFFFFF"/>
                </a:solidFill>
                <a:highlight>
                  <a:srgbClr val="000000"/>
                </a:highlight>
              </a:rPr>
              <a:t>2</a:t>
            </a:r>
            <a:r>
              <a:rPr lang="en" sz="2400">
                <a:solidFill>
                  <a:srgbClr val="FFFFFF"/>
                </a:solidFill>
                <a:highlight>
                  <a:srgbClr val="000000"/>
                </a:highlight>
              </a:rPr>
              <a:t> </a:t>
            </a:r>
            <a:r>
              <a:rPr lang="en" sz="2400" i="1">
                <a:solidFill>
                  <a:srgbClr val="FFFFFF"/>
                </a:solidFill>
                <a:highlight>
                  <a:srgbClr val="000000"/>
                </a:highlight>
              </a:rPr>
              <a:t>n</a:t>
            </a:r>
            <a:endParaRPr sz="2400" i="1">
              <a:solidFill>
                <a:srgbClr val="FFFFFF"/>
              </a:solidFill>
              <a:highlight>
                <a:srgbClr val="000000"/>
              </a:highlight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2" name="Google Shape;202;p4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-6669275" y="-2362200"/>
            <a:ext cx="18288026" cy="10287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7" name="Google Shape;207;p4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-6669275" y="-2362200"/>
            <a:ext cx="18288026" cy="10287000"/>
          </a:xfrm>
          <a:prstGeom prst="rect">
            <a:avLst/>
          </a:prstGeom>
          <a:noFill/>
          <a:ln w="2857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</p:pic>
      <p:cxnSp>
        <p:nvCxnSpPr>
          <p:cNvPr id="208" name="Google Shape;208;p44"/>
          <p:cNvCxnSpPr/>
          <p:nvPr/>
        </p:nvCxnSpPr>
        <p:spPr>
          <a:xfrm>
            <a:off x="5562600" y="914400"/>
            <a:ext cx="0" cy="3295800"/>
          </a:xfrm>
          <a:prstGeom prst="straightConnector1">
            <a:avLst/>
          </a:prstGeom>
          <a:noFill/>
          <a:ln w="28575" cap="flat" cmpd="sng">
            <a:solidFill>
              <a:srgbClr val="FFFF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09" name="Google Shape;209;p44"/>
          <p:cNvCxnSpPr/>
          <p:nvPr/>
        </p:nvCxnSpPr>
        <p:spPr>
          <a:xfrm>
            <a:off x="3657600" y="923850"/>
            <a:ext cx="0" cy="3295800"/>
          </a:xfrm>
          <a:prstGeom prst="straightConnector1">
            <a:avLst/>
          </a:prstGeom>
          <a:noFill/>
          <a:ln w="28575" cap="flat" cmpd="sng">
            <a:solidFill>
              <a:srgbClr val="FFFF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10" name="Google Shape;210;p44"/>
          <p:cNvCxnSpPr/>
          <p:nvPr/>
        </p:nvCxnSpPr>
        <p:spPr>
          <a:xfrm>
            <a:off x="4572000" y="923850"/>
            <a:ext cx="0" cy="3295800"/>
          </a:xfrm>
          <a:prstGeom prst="straightConnector1">
            <a:avLst/>
          </a:prstGeom>
          <a:noFill/>
          <a:ln w="28575" cap="flat" cmpd="sng">
            <a:solidFill>
              <a:srgbClr val="FFFF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11" name="Google Shape;211;p44"/>
          <p:cNvCxnSpPr/>
          <p:nvPr/>
        </p:nvCxnSpPr>
        <p:spPr>
          <a:xfrm>
            <a:off x="4114800" y="923850"/>
            <a:ext cx="0" cy="3295800"/>
          </a:xfrm>
          <a:prstGeom prst="straightConnector1">
            <a:avLst/>
          </a:prstGeom>
          <a:noFill/>
          <a:ln w="28575" cap="flat" cmpd="sng">
            <a:solidFill>
              <a:srgbClr val="FFFF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12" name="Google Shape;212;p44"/>
          <p:cNvCxnSpPr/>
          <p:nvPr/>
        </p:nvCxnSpPr>
        <p:spPr>
          <a:xfrm>
            <a:off x="5038725" y="923850"/>
            <a:ext cx="0" cy="3295800"/>
          </a:xfrm>
          <a:prstGeom prst="straightConnector1">
            <a:avLst/>
          </a:prstGeom>
          <a:noFill/>
          <a:ln w="28575" cap="flat" cmpd="sng">
            <a:solidFill>
              <a:srgbClr val="FFFF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13" name="Google Shape;213;p44"/>
          <p:cNvCxnSpPr/>
          <p:nvPr/>
        </p:nvCxnSpPr>
        <p:spPr>
          <a:xfrm>
            <a:off x="3886200" y="914400"/>
            <a:ext cx="0" cy="3295800"/>
          </a:xfrm>
          <a:prstGeom prst="straightConnector1">
            <a:avLst/>
          </a:prstGeom>
          <a:noFill/>
          <a:ln w="28575" cap="flat" cmpd="sng">
            <a:solidFill>
              <a:srgbClr val="FFFF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14" name="Google Shape;214;p44"/>
          <p:cNvCxnSpPr/>
          <p:nvPr/>
        </p:nvCxnSpPr>
        <p:spPr>
          <a:xfrm>
            <a:off x="4343400" y="923850"/>
            <a:ext cx="0" cy="3295800"/>
          </a:xfrm>
          <a:prstGeom prst="straightConnector1">
            <a:avLst/>
          </a:prstGeom>
          <a:noFill/>
          <a:ln w="28575" cap="flat" cmpd="sng">
            <a:solidFill>
              <a:srgbClr val="FFFF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15" name="Google Shape;215;p44"/>
          <p:cNvCxnSpPr/>
          <p:nvPr/>
        </p:nvCxnSpPr>
        <p:spPr>
          <a:xfrm>
            <a:off x="4800600" y="923850"/>
            <a:ext cx="0" cy="3295800"/>
          </a:xfrm>
          <a:prstGeom prst="straightConnector1">
            <a:avLst/>
          </a:prstGeom>
          <a:noFill/>
          <a:ln w="28575" cap="flat" cmpd="sng">
            <a:solidFill>
              <a:srgbClr val="FFFF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16" name="Google Shape;216;p44"/>
          <p:cNvCxnSpPr/>
          <p:nvPr/>
        </p:nvCxnSpPr>
        <p:spPr>
          <a:xfrm>
            <a:off x="5295520" y="923850"/>
            <a:ext cx="0" cy="3295800"/>
          </a:xfrm>
          <a:prstGeom prst="straightConnector1">
            <a:avLst/>
          </a:prstGeom>
          <a:noFill/>
          <a:ln w="28575" cap="flat" cmpd="sng">
            <a:solidFill>
              <a:srgbClr val="FFFF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17" name="Google Shape;217;p44"/>
          <p:cNvCxnSpPr/>
          <p:nvPr/>
        </p:nvCxnSpPr>
        <p:spPr>
          <a:xfrm>
            <a:off x="3638550" y="931863"/>
            <a:ext cx="1943100" cy="0"/>
          </a:xfrm>
          <a:prstGeom prst="straightConnector1">
            <a:avLst/>
          </a:prstGeom>
          <a:noFill/>
          <a:ln w="28575" cap="flat" cmpd="sng">
            <a:solidFill>
              <a:srgbClr val="FFFF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18" name="Google Shape;218;p44"/>
          <p:cNvCxnSpPr/>
          <p:nvPr/>
        </p:nvCxnSpPr>
        <p:spPr>
          <a:xfrm>
            <a:off x="3638550" y="2562288"/>
            <a:ext cx="1943100" cy="0"/>
          </a:xfrm>
          <a:prstGeom prst="straightConnector1">
            <a:avLst/>
          </a:prstGeom>
          <a:noFill/>
          <a:ln w="28575" cap="flat" cmpd="sng">
            <a:solidFill>
              <a:srgbClr val="FFFF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19" name="Google Shape;219;p44"/>
          <p:cNvCxnSpPr/>
          <p:nvPr/>
        </p:nvCxnSpPr>
        <p:spPr>
          <a:xfrm>
            <a:off x="3638550" y="4210188"/>
            <a:ext cx="1943100" cy="0"/>
          </a:xfrm>
          <a:prstGeom prst="straightConnector1">
            <a:avLst/>
          </a:prstGeom>
          <a:noFill/>
          <a:ln w="28575" cap="flat" cmpd="sng">
            <a:solidFill>
              <a:srgbClr val="FFFF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20" name="Google Shape;220;p44"/>
          <p:cNvCxnSpPr/>
          <p:nvPr/>
        </p:nvCxnSpPr>
        <p:spPr>
          <a:xfrm>
            <a:off x="3638550" y="1762188"/>
            <a:ext cx="1943100" cy="0"/>
          </a:xfrm>
          <a:prstGeom prst="straightConnector1">
            <a:avLst/>
          </a:prstGeom>
          <a:noFill/>
          <a:ln w="28575" cap="flat" cmpd="sng">
            <a:solidFill>
              <a:srgbClr val="FFFF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21" name="Google Shape;221;p44"/>
          <p:cNvCxnSpPr/>
          <p:nvPr/>
        </p:nvCxnSpPr>
        <p:spPr>
          <a:xfrm>
            <a:off x="3638550" y="2162238"/>
            <a:ext cx="1943100" cy="0"/>
          </a:xfrm>
          <a:prstGeom prst="straightConnector1">
            <a:avLst/>
          </a:prstGeom>
          <a:noFill/>
          <a:ln w="28575" cap="flat" cmpd="sng">
            <a:solidFill>
              <a:srgbClr val="FFFF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22" name="Google Shape;222;p44"/>
          <p:cNvCxnSpPr/>
          <p:nvPr/>
        </p:nvCxnSpPr>
        <p:spPr>
          <a:xfrm>
            <a:off x="3638550" y="1343088"/>
            <a:ext cx="1943100" cy="0"/>
          </a:xfrm>
          <a:prstGeom prst="straightConnector1">
            <a:avLst/>
          </a:prstGeom>
          <a:noFill/>
          <a:ln w="28575" cap="flat" cmpd="sng">
            <a:solidFill>
              <a:srgbClr val="FFFF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23" name="Google Shape;223;p44"/>
          <p:cNvCxnSpPr/>
          <p:nvPr/>
        </p:nvCxnSpPr>
        <p:spPr>
          <a:xfrm>
            <a:off x="3638550" y="1133538"/>
            <a:ext cx="1943100" cy="0"/>
          </a:xfrm>
          <a:prstGeom prst="straightConnector1">
            <a:avLst/>
          </a:prstGeom>
          <a:noFill/>
          <a:ln w="28575" cap="flat" cmpd="sng">
            <a:solidFill>
              <a:srgbClr val="FFFF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24" name="Google Shape;224;p44"/>
          <p:cNvCxnSpPr/>
          <p:nvPr/>
        </p:nvCxnSpPr>
        <p:spPr>
          <a:xfrm>
            <a:off x="3638550" y="1552638"/>
            <a:ext cx="1943100" cy="0"/>
          </a:xfrm>
          <a:prstGeom prst="straightConnector1">
            <a:avLst/>
          </a:prstGeom>
          <a:noFill/>
          <a:ln w="28575" cap="flat" cmpd="sng">
            <a:solidFill>
              <a:srgbClr val="FFFF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25" name="Google Shape;225;p44"/>
          <p:cNvCxnSpPr/>
          <p:nvPr/>
        </p:nvCxnSpPr>
        <p:spPr>
          <a:xfrm>
            <a:off x="3638550" y="1962213"/>
            <a:ext cx="1943100" cy="0"/>
          </a:xfrm>
          <a:prstGeom prst="straightConnector1">
            <a:avLst/>
          </a:prstGeom>
          <a:noFill/>
          <a:ln w="28575" cap="flat" cmpd="sng">
            <a:solidFill>
              <a:srgbClr val="FFFF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26" name="Google Shape;226;p44"/>
          <p:cNvCxnSpPr/>
          <p:nvPr/>
        </p:nvCxnSpPr>
        <p:spPr>
          <a:xfrm>
            <a:off x="3638550" y="2371788"/>
            <a:ext cx="1943100" cy="0"/>
          </a:xfrm>
          <a:prstGeom prst="straightConnector1">
            <a:avLst/>
          </a:prstGeom>
          <a:noFill/>
          <a:ln w="28575" cap="flat" cmpd="sng">
            <a:solidFill>
              <a:srgbClr val="FFFF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27" name="Google Shape;227;p44"/>
          <p:cNvCxnSpPr/>
          <p:nvPr/>
        </p:nvCxnSpPr>
        <p:spPr>
          <a:xfrm>
            <a:off x="3638550" y="3395763"/>
            <a:ext cx="1943100" cy="0"/>
          </a:xfrm>
          <a:prstGeom prst="straightConnector1">
            <a:avLst/>
          </a:prstGeom>
          <a:noFill/>
          <a:ln w="28575" cap="flat" cmpd="sng">
            <a:solidFill>
              <a:srgbClr val="FFFF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28" name="Google Shape;228;p44"/>
          <p:cNvCxnSpPr/>
          <p:nvPr/>
        </p:nvCxnSpPr>
        <p:spPr>
          <a:xfrm>
            <a:off x="3638550" y="3795813"/>
            <a:ext cx="1943100" cy="0"/>
          </a:xfrm>
          <a:prstGeom prst="straightConnector1">
            <a:avLst/>
          </a:prstGeom>
          <a:noFill/>
          <a:ln w="28575" cap="flat" cmpd="sng">
            <a:solidFill>
              <a:srgbClr val="FFFF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29" name="Google Shape;229;p44"/>
          <p:cNvCxnSpPr/>
          <p:nvPr/>
        </p:nvCxnSpPr>
        <p:spPr>
          <a:xfrm>
            <a:off x="3638550" y="2995713"/>
            <a:ext cx="1943100" cy="0"/>
          </a:xfrm>
          <a:prstGeom prst="straightConnector1">
            <a:avLst/>
          </a:prstGeom>
          <a:noFill/>
          <a:ln w="28575" cap="flat" cmpd="sng">
            <a:solidFill>
              <a:srgbClr val="FFFF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30" name="Google Shape;230;p44"/>
          <p:cNvCxnSpPr/>
          <p:nvPr/>
        </p:nvCxnSpPr>
        <p:spPr>
          <a:xfrm>
            <a:off x="3638550" y="2767113"/>
            <a:ext cx="1943100" cy="0"/>
          </a:xfrm>
          <a:prstGeom prst="straightConnector1">
            <a:avLst/>
          </a:prstGeom>
          <a:noFill/>
          <a:ln w="28575" cap="flat" cmpd="sng">
            <a:solidFill>
              <a:srgbClr val="FFFF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31" name="Google Shape;231;p44"/>
          <p:cNvCxnSpPr/>
          <p:nvPr/>
        </p:nvCxnSpPr>
        <p:spPr>
          <a:xfrm>
            <a:off x="3638550" y="3186213"/>
            <a:ext cx="1943100" cy="0"/>
          </a:xfrm>
          <a:prstGeom prst="straightConnector1">
            <a:avLst/>
          </a:prstGeom>
          <a:noFill/>
          <a:ln w="28575" cap="flat" cmpd="sng">
            <a:solidFill>
              <a:srgbClr val="FFFF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32" name="Google Shape;232;p44"/>
          <p:cNvCxnSpPr/>
          <p:nvPr/>
        </p:nvCxnSpPr>
        <p:spPr>
          <a:xfrm>
            <a:off x="3638550" y="3595788"/>
            <a:ext cx="1943100" cy="0"/>
          </a:xfrm>
          <a:prstGeom prst="straightConnector1">
            <a:avLst/>
          </a:prstGeom>
          <a:noFill/>
          <a:ln w="28575" cap="flat" cmpd="sng">
            <a:solidFill>
              <a:srgbClr val="FFFF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33" name="Google Shape;233;p44"/>
          <p:cNvCxnSpPr/>
          <p:nvPr/>
        </p:nvCxnSpPr>
        <p:spPr>
          <a:xfrm>
            <a:off x="3638550" y="4005363"/>
            <a:ext cx="1943100" cy="0"/>
          </a:xfrm>
          <a:prstGeom prst="straightConnector1">
            <a:avLst/>
          </a:prstGeom>
          <a:noFill/>
          <a:ln w="28575" cap="flat" cmpd="sng">
            <a:solidFill>
              <a:srgbClr val="FFFF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38" name="Google Shape;238;p45"/>
          <p:cNvGraphicFramePr/>
          <p:nvPr/>
        </p:nvGraphicFramePr>
        <p:xfrm>
          <a:off x="-571500" y="-304800"/>
          <a:ext cx="10287000" cy="571500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1143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43" name="Google Shape;243;p46"/>
          <p:cNvGraphicFramePr/>
          <p:nvPr/>
        </p:nvGraphicFramePr>
        <p:xfrm>
          <a:off x="-571500" y="-304800"/>
          <a:ext cx="10287000" cy="571500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1143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48" name="Google Shape;248;p47"/>
          <p:cNvGraphicFramePr/>
          <p:nvPr/>
        </p:nvGraphicFramePr>
        <p:xfrm>
          <a:off x="-571500" y="-304800"/>
          <a:ext cx="10287000" cy="571500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1143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100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500">
                          <a:solidFill>
                            <a:srgbClr val="FFFFFF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4500">
                        <a:solidFill>
                          <a:srgbClr val="FFFFFF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100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500">
                          <a:solidFill>
                            <a:srgbClr val="FFFFFF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5</a:t>
                      </a:r>
                      <a:endParaRPr sz="4500">
                        <a:solidFill>
                          <a:srgbClr val="FFFFFF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100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500">
                          <a:solidFill>
                            <a:srgbClr val="FFFFFF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10</a:t>
                      </a:r>
                      <a:endParaRPr sz="4500">
                        <a:solidFill>
                          <a:srgbClr val="FFFFFF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100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500">
                          <a:solidFill>
                            <a:srgbClr val="FFFFFF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20</a:t>
                      </a:r>
                      <a:endParaRPr sz="4500">
                        <a:solidFill>
                          <a:srgbClr val="FFFFFF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100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500">
                          <a:solidFill>
                            <a:srgbClr val="FFFFFF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50</a:t>
                      </a:r>
                      <a:endParaRPr sz="4500">
                        <a:solidFill>
                          <a:srgbClr val="FFFFFF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100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500">
                          <a:solidFill>
                            <a:srgbClr val="FFFFFF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100</a:t>
                      </a:r>
                      <a:endParaRPr sz="4500">
                        <a:solidFill>
                          <a:srgbClr val="FFFFFF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100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500">
                          <a:solidFill>
                            <a:srgbClr val="FFFFFF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500</a:t>
                      </a:r>
                      <a:endParaRPr sz="4500">
                        <a:solidFill>
                          <a:srgbClr val="FFFFFF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53" name="Google Shape;253;p48"/>
          <p:cNvGraphicFramePr/>
          <p:nvPr/>
        </p:nvGraphicFramePr>
        <p:xfrm>
          <a:off x="-571500" y="-304800"/>
          <a:ext cx="10287000" cy="571500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1143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54" name="Google Shape;254;p48"/>
          <p:cNvSpPr/>
          <p:nvPr/>
        </p:nvSpPr>
        <p:spPr>
          <a:xfrm>
            <a:off x="663324" y="2494200"/>
            <a:ext cx="117000" cy="117000"/>
          </a:xfrm>
          <a:prstGeom prst="ellipse">
            <a:avLst/>
          </a:prstGeom>
          <a:solidFill>
            <a:schemeClr val="lt1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5" name="Google Shape;255;p48"/>
          <p:cNvSpPr/>
          <p:nvPr/>
        </p:nvSpPr>
        <p:spPr>
          <a:xfrm>
            <a:off x="1842774" y="2494200"/>
            <a:ext cx="117000" cy="117000"/>
          </a:xfrm>
          <a:prstGeom prst="ellipse">
            <a:avLst/>
          </a:prstGeom>
          <a:solidFill>
            <a:schemeClr val="lt1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6" name="Google Shape;256;p48"/>
          <p:cNvSpPr/>
          <p:nvPr/>
        </p:nvSpPr>
        <p:spPr>
          <a:xfrm>
            <a:off x="2988825" y="2513250"/>
            <a:ext cx="117000" cy="117000"/>
          </a:xfrm>
          <a:prstGeom prst="ellipse">
            <a:avLst/>
          </a:prstGeom>
          <a:solidFill>
            <a:schemeClr val="lt1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7" name="Google Shape;257;p48"/>
          <p:cNvSpPr/>
          <p:nvPr/>
        </p:nvSpPr>
        <p:spPr>
          <a:xfrm>
            <a:off x="4168275" y="2513250"/>
            <a:ext cx="117000" cy="117000"/>
          </a:xfrm>
          <a:prstGeom prst="ellipse">
            <a:avLst/>
          </a:prstGeom>
          <a:solidFill>
            <a:schemeClr val="lt1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8" name="Google Shape;258;p48"/>
          <p:cNvSpPr/>
          <p:nvPr/>
        </p:nvSpPr>
        <p:spPr>
          <a:xfrm>
            <a:off x="5257824" y="2503725"/>
            <a:ext cx="117000" cy="117000"/>
          </a:xfrm>
          <a:prstGeom prst="ellipse">
            <a:avLst/>
          </a:prstGeom>
          <a:solidFill>
            <a:schemeClr val="lt1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9" name="Google Shape;259;p48"/>
          <p:cNvSpPr/>
          <p:nvPr/>
        </p:nvSpPr>
        <p:spPr>
          <a:xfrm>
            <a:off x="6437274" y="2503725"/>
            <a:ext cx="117000" cy="117000"/>
          </a:xfrm>
          <a:prstGeom prst="ellipse">
            <a:avLst/>
          </a:prstGeom>
          <a:solidFill>
            <a:schemeClr val="lt1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0" name="Google Shape;260;p48"/>
          <p:cNvSpPr/>
          <p:nvPr/>
        </p:nvSpPr>
        <p:spPr>
          <a:xfrm>
            <a:off x="7583325" y="2522775"/>
            <a:ext cx="117000" cy="117000"/>
          </a:xfrm>
          <a:prstGeom prst="ellipse">
            <a:avLst/>
          </a:prstGeom>
          <a:solidFill>
            <a:schemeClr val="lt1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65" name="Google Shape;265;p49"/>
          <p:cNvGraphicFramePr/>
          <p:nvPr/>
        </p:nvGraphicFramePr>
        <p:xfrm>
          <a:off x="-571500" y="-304800"/>
          <a:ext cx="10287000" cy="571500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1143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[0]</a:t>
                      </a: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[1]</a:t>
                      </a: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[2]</a:t>
                      </a: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[3]</a:t>
                      </a: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[4]</a:t>
                      </a: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[5]</a:t>
                      </a: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[6]</a:t>
                      </a: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66" name="Google Shape;266;p49"/>
          <p:cNvSpPr/>
          <p:nvPr/>
        </p:nvSpPr>
        <p:spPr>
          <a:xfrm>
            <a:off x="663324" y="2494200"/>
            <a:ext cx="117000" cy="117000"/>
          </a:xfrm>
          <a:prstGeom prst="ellipse">
            <a:avLst/>
          </a:prstGeom>
          <a:solidFill>
            <a:schemeClr val="lt1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7" name="Google Shape;267;p49"/>
          <p:cNvSpPr/>
          <p:nvPr/>
        </p:nvSpPr>
        <p:spPr>
          <a:xfrm>
            <a:off x="1842774" y="2494200"/>
            <a:ext cx="117000" cy="117000"/>
          </a:xfrm>
          <a:prstGeom prst="ellipse">
            <a:avLst/>
          </a:prstGeom>
          <a:solidFill>
            <a:schemeClr val="lt1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8" name="Google Shape;268;p49"/>
          <p:cNvSpPr/>
          <p:nvPr/>
        </p:nvSpPr>
        <p:spPr>
          <a:xfrm>
            <a:off x="2988825" y="2513250"/>
            <a:ext cx="117000" cy="117000"/>
          </a:xfrm>
          <a:prstGeom prst="ellipse">
            <a:avLst/>
          </a:prstGeom>
          <a:solidFill>
            <a:schemeClr val="lt1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9" name="Google Shape;269;p49"/>
          <p:cNvSpPr/>
          <p:nvPr/>
        </p:nvSpPr>
        <p:spPr>
          <a:xfrm>
            <a:off x="4168275" y="2513250"/>
            <a:ext cx="117000" cy="117000"/>
          </a:xfrm>
          <a:prstGeom prst="ellipse">
            <a:avLst/>
          </a:prstGeom>
          <a:solidFill>
            <a:schemeClr val="lt1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0" name="Google Shape;270;p49"/>
          <p:cNvSpPr/>
          <p:nvPr/>
        </p:nvSpPr>
        <p:spPr>
          <a:xfrm>
            <a:off x="5257824" y="2503725"/>
            <a:ext cx="117000" cy="117000"/>
          </a:xfrm>
          <a:prstGeom prst="ellipse">
            <a:avLst/>
          </a:prstGeom>
          <a:solidFill>
            <a:schemeClr val="lt1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1" name="Google Shape;271;p49"/>
          <p:cNvSpPr/>
          <p:nvPr/>
        </p:nvSpPr>
        <p:spPr>
          <a:xfrm>
            <a:off x="6437274" y="2503725"/>
            <a:ext cx="117000" cy="117000"/>
          </a:xfrm>
          <a:prstGeom prst="ellipse">
            <a:avLst/>
          </a:prstGeom>
          <a:solidFill>
            <a:schemeClr val="lt1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2" name="Google Shape;272;p49"/>
          <p:cNvSpPr/>
          <p:nvPr/>
        </p:nvSpPr>
        <p:spPr>
          <a:xfrm>
            <a:off x="7583325" y="2522775"/>
            <a:ext cx="117000" cy="117000"/>
          </a:xfrm>
          <a:prstGeom prst="ellipse">
            <a:avLst/>
          </a:prstGeom>
          <a:solidFill>
            <a:schemeClr val="lt1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Google Shape;289;p51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searching</a:t>
            </a:r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52"/>
          <p:cNvSpPr/>
          <p:nvPr/>
        </p:nvSpPr>
        <p:spPr>
          <a:xfrm>
            <a:off x="3209457" y="1232100"/>
            <a:ext cx="2676600" cy="2679300"/>
          </a:xfrm>
          <a:prstGeom prst="rect">
            <a:avLst/>
          </a:prstGeom>
          <a:noFill/>
          <a:ln w="38100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5" name="Google Shape;295;p52"/>
          <p:cNvSpPr txBox="1"/>
          <p:nvPr/>
        </p:nvSpPr>
        <p:spPr>
          <a:xfrm>
            <a:off x="1283157" y="2195550"/>
            <a:ext cx="1926300" cy="75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>
                <a:solidFill>
                  <a:srgbClr val="FFFFFF"/>
                </a:solidFill>
              </a:rPr>
              <a:t>input →  </a:t>
            </a:r>
            <a:endParaRPr sz="3600">
              <a:solidFill>
                <a:srgbClr val="FFFFFF"/>
              </a:solidFill>
            </a:endParaRPr>
          </a:p>
        </p:txBody>
      </p:sp>
      <p:sp>
        <p:nvSpPr>
          <p:cNvPr id="296" name="Google Shape;296;p52"/>
          <p:cNvSpPr txBox="1"/>
          <p:nvPr/>
        </p:nvSpPr>
        <p:spPr>
          <a:xfrm>
            <a:off x="5886057" y="2195550"/>
            <a:ext cx="2220300" cy="75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>
                <a:solidFill>
                  <a:srgbClr val="FFFFFF"/>
                </a:solidFill>
              </a:rPr>
              <a:t> → output</a:t>
            </a:r>
            <a:endParaRPr sz="3600"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1" name="Google Shape;301;p5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57675" y="2436988"/>
            <a:ext cx="1961949" cy="315375"/>
          </a:xfrm>
          <a:prstGeom prst="rect">
            <a:avLst/>
          </a:prstGeom>
          <a:noFill/>
          <a:ln>
            <a:noFill/>
          </a:ln>
        </p:spPr>
      </p:pic>
      <p:sp>
        <p:nvSpPr>
          <p:cNvPr id="302" name="Google Shape;302;p53"/>
          <p:cNvSpPr/>
          <p:nvPr/>
        </p:nvSpPr>
        <p:spPr>
          <a:xfrm>
            <a:off x="3209457" y="1232100"/>
            <a:ext cx="2676600" cy="2679300"/>
          </a:xfrm>
          <a:prstGeom prst="rect">
            <a:avLst/>
          </a:prstGeom>
          <a:noFill/>
          <a:ln w="38100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3" name="Google Shape;303;p53"/>
          <p:cNvSpPr txBox="1"/>
          <p:nvPr/>
        </p:nvSpPr>
        <p:spPr>
          <a:xfrm>
            <a:off x="1283157" y="2195550"/>
            <a:ext cx="1926300" cy="75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>
                <a:solidFill>
                  <a:srgbClr val="FFFFFF"/>
                </a:solidFill>
              </a:rPr>
              <a:t>→  </a:t>
            </a:r>
            <a:endParaRPr sz="3600">
              <a:solidFill>
                <a:srgbClr val="FFFFFF"/>
              </a:solidFill>
            </a:endParaRPr>
          </a:p>
        </p:txBody>
      </p:sp>
      <p:sp>
        <p:nvSpPr>
          <p:cNvPr id="304" name="Google Shape;304;p53"/>
          <p:cNvSpPr txBox="1"/>
          <p:nvPr/>
        </p:nvSpPr>
        <p:spPr>
          <a:xfrm>
            <a:off x="5886057" y="2195550"/>
            <a:ext cx="2220300" cy="75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>
                <a:solidFill>
                  <a:srgbClr val="FFFFFF"/>
                </a:solidFill>
              </a:rPr>
              <a:t> → output</a:t>
            </a:r>
            <a:endParaRPr sz="3600">
              <a:solidFill>
                <a:srgbClr val="FFFFFF"/>
              </a:solidFill>
            </a:endParaRPr>
          </a:p>
        </p:txBody>
      </p:sp>
      <p:sp>
        <p:nvSpPr>
          <p:cNvPr id="305" name="Google Shape;305;p53"/>
          <p:cNvSpPr/>
          <p:nvPr/>
        </p:nvSpPr>
        <p:spPr>
          <a:xfrm>
            <a:off x="425841" y="2578511"/>
            <a:ext cx="36000" cy="36000"/>
          </a:xfrm>
          <a:prstGeom prst="ellipse">
            <a:avLst/>
          </a:prstGeom>
          <a:solidFill>
            <a:schemeClr val="lt1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6" name="Google Shape;306;p53"/>
          <p:cNvSpPr/>
          <p:nvPr/>
        </p:nvSpPr>
        <p:spPr>
          <a:xfrm>
            <a:off x="711591" y="2578511"/>
            <a:ext cx="36000" cy="36000"/>
          </a:xfrm>
          <a:prstGeom prst="ellipse">
            <a:avLst/>
          </a:prstGeom>
          <a:solidFill>
            <a:schemeClr val="lt1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7" name="Google Shape;307;p53"/>
          <p:cNvSpPr/>
          <p:nvPr/>
        </p:nvSpPr>
        <p:spPr>
          <a:xfrm>
            <a:off x="978291" y="2578511"/>
            <a:ext cx="36000" cy="36000"/>
          </a:xfrm>
          <a:prstGeom prst="ellipse">
            <a:avLst/>
          </a:prstGeom>
          <a:solidFill>
            <a:schemeClr val="lt1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8" name="Google Shape;308;p53"/>
          <p:cNvSpPr/>
          <p:nvPr/>
        </p:nvSpPr>
        <p:spPr>
          <a:xfrm>
            <a:off x="1264041" y="2578511"/>
            <a:ext cx="36000" cy="36000"/>
          </a:xfrm>
          <a:prstGeom prst="ellipse">
            <a:avLst/>
          </a:prstGeom>
          <a:solidFill>
            <a:schemeClr val="lt1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9" name="Google Shape;309;p53"/>
          <p:cNvSpPr/>
          <p:nvPr/>
        </p:nvSpPr>
        <p:spPr>
          <a:xfrm>
            <a:off x="1530741" y="2578511"/>
            <a:ext cx="36000" cy="36000"/>
          </a:xfrm>
          <a:prstGeom prst="ellipse">
            <a:avLst/>
          </a:prstGeom>
          <a:solidFill>
            <a:schemeClr val="lt1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0" name="Google Shape;310;p53"/>
          <p:cNvSpPr/>
          <p:nvPr/>
        </p:nvSpPr>
        <p:spPr>
          <a:xfrm>
            <a:off x="1816491" y="2578511"/>
            <a:ext cx="36000" cy="36000"/>
          </a:xfrm>
          <a:prstGeom prst="ellipse">
            <a:avLst/>
          </a:prstGeom>
          <a:solidFill>
            <a:schemeClr val="lt1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1" name="Google Shape;311;p53"/>
          <p:cNvSpPr/>
          <p:nvPr/>
        </p:nvSpPr>
        <p:spPr>
          <a:xfrm>
            <a:off x="2083191" y="2578511"/>
            <a:ext cx="36000" cy="36000"/>
          </a:xfrm>
          <a:prstGeom prst="ellipse">
            <a:avLst/>
          </a:prstGeom>
          <a:solidFill>
            <a:schemeClr val="lt1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6" name="Google Shape;316;p5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57675" y="2436988"/>
            <a:ext cx="1961949" cy="315375"/>
          </a:xfrm>
          <a:prstGeom prst="rect">
            <a:avLst/>
          </a:prstGeom>
          <a:noFill/>
          <a:ln>
            <a:noFill/>
          </a:ln>
        </p:spPr>
      </p:pic>
      <p:sp>
        <p:nvSpPr>
          <p:cNvPr id="317" name="Google Shape;317;p54"/>
          <p:cNvSpPr/>
          <p:nvPr/>
        </p:nvSpPr>
        <p:spPr>
          <a:xfrm>
            <a:off x="3209457" y="1232100"/>
            <a:ext cx="2676600" cy="2679300"/>
          </a:xfrm>
          <a:prstGeom prst="rect">
            <a:avLst/>
          </a:prstGeom>
          <a:noFill/>
          <a:ln w="38100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8" name="Google Shape;318;p54"/>
          <p:cNvSpPr txBox="1"/>
          <p:nvPr/>
        </p:nvSpPr>
        <p:spPr>
          <a:xfrm>
            <a:off x="5886057" y="2195550"/>
            <a:ext cx="2220300" cy="75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>
                <a:solidFill>
                  <a:srgbClr val="FFFFFF"/>
                </a:solidFill>
              </a:rPr>
              <a:t> →  </a:t>
            </a:r>
            <a:r>
              <a:rPr lang="en" sz="28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bool</a:t>
            </a:r>
            <a:endParaRPr sz="28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19" name="Google Shape;319;p54"/>
          <p:cNvSpPr txBox="1"/>
          <p:nvPr/>
        </p:nvSpPr>
        <p:spPr>
          <a:xfrm>
            <a:off x="1283157" y="2195550"/>
            <a:ext cx="1926300" cy="75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>
                <a:solidFill>
                  <a:srgbClr val="FFFFFF"/>
                </a:solidFill>
              </a:rPr>
              <a:t>→  </a:t>
            </a:r>
            <a:endParaRPr sz="3600">
              <a:solidFill>
                <a:srgbClr val="FFFFFF"/>
              </a:solidFill>
            </a:endParaRPr>
          </a:p>
        </p:txBody>
      </p:sp>
      <p:sp>
        <p:nvSpPr>
          <p:cNvPr id="320" name="Google Shape;320;p54"/>
          <p:cNvSpPr/>
          <p:nvPr/>
        </p:nvSpPr>
        <p:spPr>
          <a:xfrm>
            <a:off x="425841" y="2578511"/>
            <a:ext cx="36000" cy="36000"/>
          </a:xfrm>
          <a:prstGeom prst="ellipse">
            <a:avLst/>
          </a:prstGeom>
          <a:solidFill>
            <a:schemeClr val="lt1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1" name="Google Shape;321;p54"/>
          <p:cNvSpPr/>
          <p:nvPr/>
        </p:nvSpPr>
        <p:spPr>
          <a:xfrm>
            <a:off x="711591" y="2578511"/>
            <a:ext cx="36000" cy="36000"/>
          </a:xfrm>
          <a:prstGeom prst="ellipse">
            <a:avLst/>
          </a:prstGeom>
          <a:solidFill>
            <a:schemeClr val="lt1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2" name="Google Shape;322;p54"/>
          <p:cNvSpPr/>
          <p:nvPr/>
        </p:nvSpPr>
        <p:spPr>
          <a:xfrm>
            <a:off x="978291" y="2578511"/>
            <a:ext cx="36000" cy="36000"/>
          </a:xfrm>
          <a:prstGeom prst="ellipse">
            <a:avLst/>
          </a:prstGeom>
          <a:solidFill>
            <a:schemeClr val="lt1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3" name="Google Shape;323;p54"/>
          <p:cNvSpPr/>
          <p:nvPr/>
        </p:nvSpPr>
        <p:spPr>
          <a:xfrm>
            <a:off x="1264041" y="2578511"/>
            <a:ext cx="36000" cy="36000"/>
          </a:xfrm>
          <a:prstGeom prst="ellipse">
            <a:avLst/>
          </a:prstGeom>
          <a:solidFill>
            <a:schemeClr val="lt1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4" name="Google Shape;324;p54"/>
          <p:cNvSpPr/>
          <p:nvPr/>
        </p:nvSpPr>
        <p:spPr>
          <a:xfrm>
            <a:off x="1530741" y="2578511"/>
            <a:ext cx="36000" cy="36000"/>
          </a:xfrm>
          <a:prstGeom prst="ellipse">
            <a:avLst/>
          </a:prstGeom>
          <a:solidFill>
            <a:schemeClr val="lt1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5" name="Google Shape;325;p54"/>
          <p:cNvSpPr/>
          <p:nvPr/>
        </p:nvSpPr>
        <p:spPr>
          <a:xfrm>
            <a:off x="1816491" y="2578511"/>
            <a:ext cx="36000" cy="36000"/>
          </a:xfrm>
          <a:prstGeom prst="ellipse">
            <a:avLst/>
          </a:prstGeom>
          <a:solidFill>
            <a:schemeClr val="lt1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6" name="Google Shape;326;p54"/>
          <p:cNvSpPr/>
          <p:nvPr/>
        </p:nvSpPr>
        <p:spPr>
          <a:xfrm>
            <a:off x="2083191" y="2578511"/>
            <a:ext cx="36000" cy="36000"/>
          </a:xfrm>
          <a:prstGeom prst="ellipse">
            <a:avLst/>
          </a:prstGeom>
          <a:solidFill>
            <a:schemeClr val="lt1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55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algorithm</a:t>
            </a:r>
            <a:endParaRPr/>
          </a:p>
        </p:txBody>
      </p:sp>
      <p:sp>
        <p:nvSpPr>
          <p:cNvPr id="332" name="Google Shape;332;p55"/>
          <p:cNvSpPr/>
          <p:nvPr/>
        </p:nvSpPr>
        <p:spPr>
          <a:xfrm>
            <a:off x="3209457" y="1232100"/>
            <a:ext cx="2676600" cy="2679300"/>
          </a:xfrm>
          <a:prstGeom prst="rect">
            <a:avLst/>
          </a:prstGeom>
          <a:noFill/>
          <a:ln w="38100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7" name="Google Shape;337;p5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-2000250"/>
            <a:ext cx="9144002" cy="914400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2" name="Google Shape;342;p5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90750" y="1333500"/>
            <a:ext cx="4762500" cy="2476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7" name="Google Shape;347;p58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linear search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7" name="Google Shape;357;p60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0000"/>
                </a:solidFill>
                <a:latin typeface="Consolas"/>
                <a:ea typeface="Consolas"/>
                <a:cs typeface="Consolas"/>
                <a:sym typeface="Consolas"/>
              </a:rPr>
              <a:t>For each door from left to right</a:t>
            </a:r>
            <a:endParaRPr>
              <a:solidFill>
                <a:srgbClr val="FF0000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0000"/>
                </a:solidFill>
                <a:latin typeface="Consolas"/>
                <a:ea typeface="Consolas"/>
                <a:cs typeface="Consolas"/>
                <a:sym typeface="Consolas"/>
              </a:rPr>
              <a:t>    If 50 is behind door</a:t>
            </a:r>
            <a:endParaRPr>
              <a:solidFill>
                <a:srgbClr val="FF0000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0000"/>
                </a:solidFill>
                <a:latin typeface="Consolas"/>
                <a:ea typeface="Consolas"/>
                <a:cs typeface="Consolas"/>
                <a:sym typeface="Consolas"/>
              </a:rPr>
              <a:t>        Return true</a:t>
            </a:r>
            <a:endParaRPr>
              <a:solidFill>
                <a:srgbClr val="FF0000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0000"/>
                </a:solidFill>
                <a:latin typeface="Consolas"/>
                <a:ea typeface="Consolas"/>
                <a:cs typeface="Consolas"/>
                <a:sym typeface="Consolas"/>
              </a:rPr>
              <a:t>    Else</a:t>
            </a:r>
            <a:endParaRPr>
              <a:solidFill>
                <a:srgbClr val="FF0000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0000"/>
                </a:solidFill>
                <a:latin typeface="Consolas"/>
                <a:ea typeface="Consolas"/>
                <a:cs typeface="Consolas"/>
                <a:sym typeface="Consolas"/>
              </a:rPr>
              <a:t>        Return false</a:t>
            </a:r>
            <a:endParaRPr>
              <a:solidFill>
                <a:srgbClr val="FF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2" name="Google Shape;352;p59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For each door from left to right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If 50 is behind door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    Return true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Return false</a:t>
            </a:r>
            <a:b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</a:b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7" name="Google Shape;367;p62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For i from 0 to n-1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If 50 is behind doors[i]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    Return true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Return false</a:t>
            </a:r>
            <a:b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</a:b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2" name="Google Shape;372;p6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90750" y="1333500"/>
            <a:ext cx="4762500" cy="2476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7" name="Google Shape;377;p64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binary search</a:t>
            </a:r>
            <a:endParaRPr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2" name="Google Shape;382;p6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If 50 is behind middle door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Return true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Else if 50 &lt; middle door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Search left half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Else if 50 &gt; middle door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Search right half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7" name="Google Shape;387;p66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If no doors left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If 50 is behind middle door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Return true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Else if 50 &lt; middle door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Search left half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Else if 50 &gt; middle door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Search right half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2" name="Google Shape;392;p67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If no doors left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Return false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If 50 is behind middle door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Return true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Else if 50 &lt; middle door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Search left half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Else if 50 &gt; middle door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Search right half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7" name="Google Shape;397;p68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If no doors left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Return false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If 50 is behind doors[middle]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Return true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Else if 50 &lt; doors[middle]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Search doors[0] through doors[middle - 1]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Else if 50 &gt; doors[middle]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Search doors[middle + 1] through doors[n - 1]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" name="Google Shape;402;p69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running time</a:t>
            </a:r>
            <a:endParaRPr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7" name="Google Shape;407;p7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371600" y="771536"/>
            <a:ext cx="6400798" cy="3600451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</p:pic>
      <p:sp>
        <p:nvSpPr>
          <p:cNvPr id="408" name="Google Shape;408;p70"/>
          <p:cNvSpPr txBox="1"/>
          <p:nvPr/>
        </p:nvSpPr>
        <p:spPr>
          <a:xfrm>
            <a:off x="1371600" y="4371975"/>
            <a:ext cx="64008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rgbClr val="FFFFFF"/>
                </a:solidFill>
              </a:rPr>
              <a:t>size of problem</a:t>
            </a:r>
            <a:endParaRPr sz="1800">
              <a:solidFill>
                <a:srgbClr val="FFFFFF"/>
              </a:solidFill>
            </a:endParaRPr>
          </a:p>
        </p:txBody>
      </p:sp>
      <p:sp>
        <p:nvSpPr>
          <p:cNvPr id="409" name="Google Shape;409;p70"/>
          <p:cNvSpPr txBox="1"/>
          <p:nvPr/>
        </p:nvSpPr>
        <p:spPr>
          <a:xfrm rot="-5400000">
            <a:off x="-733350" y="2400300"/>
            <a:ext cx="35622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rgbClr val="FFFFFF"/>
                </a:solidFill>
              </a:rPr>
              <a:t>time to solve</a:t>
            </a:r>
            <a:endParaRPr sz="1800"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14" name="Google Shape;414;p7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371600" y="771536"/>
            <a:ext cx="6400798" cy="3600451"/>
          </a:xfrm>
          <a:prstGeom prst="rect">
            <a:avLst/>
          </a:prstGeom>
          <a:noFill/>
          <a:ln>
            <a:noFill/>
          </a:ln>
        </p:spPr>
      </p:pic>
      <p:sp>
        <p:nvSpPr>
          <p:cNvPr id="415" name="Google Shape;415;p71"/>
          <p:cNvSpPr txBox="1"/>
          <p:nvPr/>
        </p:nvSpPr>
        <p:spPr>
          <a:xfrm>
            <a:off x="1371600" y="4371975"/>
            <a:ext cx="64008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rgbClr val="FFFFFF"/>
                </a:solidFill>
              </a:rPr>
              <a:t>size of problem</a:t>
            </a:r>
            <a:endParaRPr sz="1800">
              <a:solidFill>
                <a:srgbClr val="FFFFFF"/>
              </a:solidFill>
            </a:endParaRPr>
          </a:p>
        </p:txBody>
      </p:sp>
      <p:sp>
        <p:nvSpPr>
          <p:cNvPr id="416" name="Google Shape;416;p71"/>
          <p:cNvSpPr txBox="1"/>
          <p:nvPr/>
        </p:nvSpPr>
        <p:spPr>
          <a:xfrm rot="-5400000">
            <a:off x="-733350" y="2400300"/>
            <a:ext cx="35622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rgbClr val="FFFFFF"/>
                </a:solidFill>
              </a:rPr>
              <a:t>time to solve</a:t>
            </a:r>
            <a:endParaRPr sz="1800">
              <a:solidFill>
                <a:srgbClr val="FFFFFF"/>
              </a:solidFill>
            </a:endParaRPr>
          </a:p>
        </p:txBody>
      </p:sp>
      <p:sp>
        <p:nvSpPr>
          <p:cNvPr id="417" name="Google Shape;417;p71"/>
          <p:cNvSpPr txBox="1"/>
          <p:nvPr/>
        </p:nvSpPr>
        <p:spPr>
          <a:xfrm>
            <a:off x="1752600" y="123900"/>
            <a:ext cx="1314600" cy="51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i="1"/>
              <a:t>O</a:t>
            </a:r>
            <a:r>
              <a:rPr lang="en" sz="2400"/>
              <a:t>(</a:t>
            </a:r>
            <a:r>
              <a:rPr lang="en" sz="2400" i="1">
                <a:solidFill>
                  <a:srgbClr val="FFFFFF"/>
                </a:solidFill>
              </a:rPr>
              <a:t>n</a:t>
            </a:r>
            <a:r>
              <a:rPr lang="en" sz="2400"/>
              <a:t>)</a:t>
            </a:r>
            <a:endParaRPr sz="2400"/>
          </a:p>
        </p:txBody>
      </p:sp>
      <p:sp>
        <p:nvSpPr>
          <p:cNvPr id="418" name="Google Shape;418;p71"/>
          <p:cNvSpPr txBox="1"/>
          <p:nvPr/>
        </p:nvSpPr>
        <p:spPr>
          <a:xfrm>
            <a:off x="2552700" y="123900"/>
            <a:ext cx="1314600" cy="51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i="1"/>
              <a:t>O</a:t>
            </a:r>
            <a:r>
              <a:rPr lang="en" sz="2400"/>
              <a:t>(</a:t>
            </a:r>
            <a:r>
              <a:rPr lang="en" sz="2400" i="1">
                <a:solidFill>
                  <a:srgbClr val="FFFFFF"/>
                </a:solidFill>
              </a:rPr>
              <a:t>n</a:t>
            </a:r>
            <a:r>
              <a:rPr lang="en" sz="2400">
                <a:solidFill>
                  <a:srgbClr val="FFFFFF"/>
                </a:solidFill>
              </a:rPr>
              <a:t>/2</a:t>
            </a:r>
            <a:r>
              <a:rPr lang="en" sz="2400"/>
              <a:t>)</a:t>
            </a:r>
            <a:endParaRPr sz="2400"/>
          </a:p>
        </p:txBody>
      </p:sp>
      <p:sp>
        <p:nvSpPr>
          <p:cNvPr id="419" name="Google Shape;419;p71"/>
          <p:cNvSpPr txBox="1"/>
          <p:nvPr/>
        </p:nvSpPr>
        <p:spPr>
          <a:xfrm>
            <a:off x="7772400" y="2333700"/>
            <a:ext cx="1314600" cy="51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i="1"/>
              <a:t>O</a:t>
            </a:r>
            <a:r>
              <a:rPr lang="en" sz="2400"/>
              <a:t>(</a:t>
            </a:r>
            <a:r>
              <a:rPr lang="en" sz="2400">
                <a:solidFill>
                  <a:srgbClr val="FFFFFF"/>
                </a:solidFill>
              </a:rPr>
              <a:t>log</a:t>
            </a:r>
            <a:r>
              <a:rPr lang="en" sz="2400" baseline="-25000">
                <a:solidFill>
                  <a:srgbClr val="FFFFFF"/>
                </a:solidFill>
              </a:rPr>
              <a:t>2</a:t>
            </a:r>
            <a:r>
              <a:rPr lang="en" sz="2400" i="1">
                <a:solidFill>
                  <a:srgbClr val="FFFFFF"/>
                </a:solidFill>
              </a:rPr>
              <a:t>n</a:t>
            </a:r>
            <a:r>
              <a:rPr lang="en" sz="2400"/>
              <a:t>)</a:t>
            </a:r>
            <a:endParaRPr sz="240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24" name="Google Shape;424;p7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371600" y="771536"/>
            <a:ext cx="6400798" cy="3600451"/>
          </a:xfrm>
          <a:prstGeom prst="rect">
            <a:avLst/>
          </a:prstGeom>
          <a:noFill/>
          <a:ln>
            <a:noFill/>
          </a:ln>
        </p:spPr>
      </p:pic>
      <p:sp>
        <p:nvSpPr>
          <p:cNvPr id="425" name="Google Shape;425;p72"/>
          <p:cNvSpPr txBox="1"/>
          <p:nvPr/>
        </p:nvSpPr>
        <p:spPr>
          <a:xfrm>
            <a:off x="1371600" y="4371975"/>
            <a:ext cx="64008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rgbClr val="FFFFFF"/>
                </a:solidFill>
              </a:rPr>
              <a:t>size of problem</a:t>
            </a:r>
            <a:endParaRPr sz="1800">
              <a:solidFill>
                <a:srgbClr val="FFFFFF"/>
              </a:solidFill>
            </a:endParaRPr>
          </a:p>
        </p:txBody>
      </p:sp>
      <p:sp>
        <p:nvSpPr>
          <p:cNvPr id="426" name="Google Shape;426;p72"/>
          <p:cNvSpPr txBox="1"/>
          <p:nvPr/>
        </p:nvSpPr>
        <p:spPr>
          <a:xfrm rot="-5400000">
            <a:off x="-733350" y="2400300"/>
            <a:ext cx="35622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rgbClr val="FFFFFF"/>
                </a:solidFill>
              </a:rPr>
              <a:t>time to solve</a:t>
            </a:r>
            <a:endParaRPr sz="1800">
              <a:solidFill>
                <a:srgbClr val="FFFFFF"/>
              </a:solidFill>
            </a:endParaRPr>
          </a:p>
        </p:txBody>
      </p:sp>
      <p:sp>
        <p:nvSpPr>
          <p:cNvPr id="427" name="Google Shape;427;p72"/>
          <p:cNvSpPr txBox="1"/>
          <p:nvPr/>
        </p:nvSpPr>
        <p:spPr>
          <a:xfrm>
            <a:off x="1752600" y="123900"/>
            <a:ext cx="1314600" cy="51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i="1">
                <a:solidFill>
                  <a:srgbClr val="FFFFFF"/>
                </a:solidFill>
              </a:rPr>
              <a:t>O</a:t>
            </a:r>
            <a:r>
              <a:rPr lang="en" sz="2400">
                <a:solidFill>
                  <a:srgbClr val="FFFFFF"/>
                </a:solidFill>
              </a:rPr>
              <a:t>(</a:t>
            </a:r>
            <a:r>
              <a:rPr lang="en" sz="2400" i="1">
                <a:solidFill>
                  <a:srgbClr val="FFFFFF"/>
                </a:solidFill>
              </a:rPr>
              <a:t>n</a:t>
            </a:r>
            <a:r>
              <a:rPr lang="en" sz="2400">
                <a:solidFill>
                  <a:srgbClr val="FFFFFF"/>
                </a:solidFill>
              </a:rPr>
              <a:t>)</a:t>
            </a:r>
            <a:endParaRPr sz="2400">
              <a:solidFill>
                <a:srgbClr val="FFFFFF"/>
              </a:solidFill>
            </a:endParaRPr>
          </a:p>
        </p:txBody>
      </p:sp>
      <p:sp>
        <p:nvSpPr>
          <p:cNvPr id="428" name="Google Shape;428;p72"/>
          <p:cNvSpPr txBox="1"/>
          <p:nvPr/>
        </p:nvSpPr>
        <p:spPr>
          <a:xfrm>
            <a:off x="2552700" y="123900"/>
            <a:ext cx="1314600" cy="51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i="1">
                <a:solidFill>
                  <a:srgbClr val="FFFFFF"/>
                </a:solidFill>
              </a:rPr>
              <a:t>O</a:t>
            </a:r>
            <a:r>
              <a:rPr lang="en" sz="2400">
                <a:solidFill>
                  <a:srgbClr val="FFFFFF"/>
                </a:solidFill>
              </a:rPr>
              <a:t>(</a:t>
            </a:r>
            <a:r>
              <a:rPr lang="en" sz="2400" i="1">
                <a:solidFill>
                  <a:srgbClr val="FFFFFF"/>
                </a:solidFill>
              </a:rPr>
              <a:t>n</a:t>
            </a:r>
            <a:r>
              <a:rPr lang="en" sz="2400">
                <a:solidFill>
                  <a:srgbClr val="FFFFFF"/>
                </a:solidFill>
              </a:rPr>
              <a:t>/2)</a:t>
            </a:r>
            <a:endParaRPr sz="2400">
              <a:solidFill>
                <a:srgbClr val="FFFFFF"/>
              </a:solidFill>
            </a:endParaRPr>
          </a:p>
        </p:txBody>
      </p:sp>
      <p:sp>
        <p:nvSpPr>
          <p:cNvPr id="429" name="Google Shape;429;p72"/>
          <p:cNvSpPr txBox="1"/>
          <p:nvPr/>
        </p:nvSpPr>
        <p:spPr>
          <a:xfrm>
            <a:off x="7772400" y="2333700"/>
            <a:ext cx="1314600" cy="51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i="1">
                <a:solidFill>
                  <a:srgbClr val="FFFFFF"/>
                </a:solidFill>
              </a:rPr>
              <a:t>O</a:t>
            </a:r>
            <a:r>
              <a:rPr lang="en" sz="2400">
                <a:solidFill>
                  <a:srgbClr val="FFFFFF"/>
                </a:solidFill>
              </a:rPr>
              <a:t>(log</a:t>
            </a:r>
            <a:r>
              <a:rPr lang="en" sz="2400" baseline="-25000">
                <a:solidFill>
                  <a:srgbClr val="FFFFFF"/>
                </a:solidFill>
              </a:rPr>
              <a:t>2</a:t>
            </a:r>
            <a:r>
              <a:rPr lang="en" sz="2400" i="1">
                <a:solidFill>
                  <a:srgbClr val="FFFFFF"/>
                </a:solidFill>
              </a:rPr>
              <a:t>n</a:t>
            </a:r>
            <a:r>
              <a:rPr lang="en" sz="2400">
                <a:solidFill>
                  <a:srgbClr val="FFFFFF"/>
                </a:solidFill>
              </a:rPr>
              <a:t>)</a:t>
            </a:r>
            <a:endParaRPr sz="2400"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34" name="Google Shape;434;p7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371600" y="771536"/>
            <a:ext cx="6400798" cy="3600451"/>
          </a:xfrm>
          <a:prstGeom prst="rect">
            <a:avLst/>
          </a:prstGeom>
          <a:noFill/>
          <a:ln>
            <a:noFill/>
          </a:ln>
        </p:spPr>
      </p:pic>
      <p:sp>
        <p:nvSpPr>
          <p:cNvPr id="435" name="Google Shape;435;p73"/>
          <p:cNvSpPr txBox="1"/>
          <p:nvPr/>
        </p:nvSpPr>
        <p:spPr>
          <a:xfrm>
            <a:off x="1371600" y="4371975"/>
            <a:ext cx="64008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rgbClr val="FFFFFF"/>
                </a:solidFill>
              </a:rPr>
              <a:t>size of problem</a:t>
            </a:r>
            <a:endParaRPr sz="1800">
              <a:solidFill>
                <a:srgbClr val="FFFFFF"/>
              </a:solidFill>
            </a:endParaRPr>
          </a:p>
        </p:txBody>
      </p:sp>
      <p:sp>
        <p:nvSpPr>
          <p:cNvPr id="436" name="Google Shape;436;p73"/>
          <p:cNvSpPr txBox="1"/>
          <p:nvPr/>
        </p:nvSpPr>
        <p:spPr>
          <a:xfrm rot="-5400000">
            <a:off x="-733350" y="2400300"/>
            <a:ext cx="35622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rgbClr val="FFFFFF"/>
                </a:solidFill>
              </a:rPr>
              <a:t>time to solve</a:t>
            </a:r>
            <a:endParaRPr sz="1800">
              <a:solidFill>
                <a:srgbClr val="FFFFFF"/>
              </a:solidFill>
            </a:endParaRPr>
          </a:p>
        </p:txBody>
      </p:sp>
      <p:sp>
        <p:nvSpPr>
          <p:cNvPr id="437" name="Google Shape;437;p73"/>
          <p:cNvSpPr txBox="1"/>
          <p:nvPr/>
        </p:nvSpPr>
        <p:spPr>
          <a:xfrm>
            <a:off x="1752600" y="123900"/>
            <a:ext cx="1314600" cy="51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i="1">
                <a:solidFill>
                  <a:srgbClr val="FFFFFF"/>
                </a:solidFill>
              </a:rPr>
              <a:t>O</a:t>
            </a:r>
            <a:r>
              <a:rPr lang="en" sz="2400">
                <a:solidFill>
                  <a:srgbClr val="FFFFFF"/>
                </a:solidFill>
              </a:rPr>
              <a:t>(</a:t>
            </a:r>
            <a:r>
              <a:rPr lang="en" sz="2400" i="1">
                <a:solidFill>
                  <a:srgbClr val="FFFFFF"/>
                </a:solidFill>
              </a:rPr>
              <a:t>n</a:t>
            </a:r>
            <a:r>
              <a:rPr lang="en" sz="2400">
                <a:solidFill>
                  <a:srgbClr val="FFFFFF"/>
                </a:solidFill>
              </a:rPr>
              <a:t>)</a:t>
            </a:r>
            <a:endParaRPr sz="2400">
              <a:solidFill>
                <a:srgbClr val="FFFFFF"/>
              </a:solidFill>
            </a:endParaRPr>
          </a:p>
        </p:txBody>
      </p:sp>
      <p:sp>
        <p:nvSpPr>
          <p:cNvPr id="438" name="Google Shape;438;p73"/>
          <p:cNvSpPr txBox="1"/>
          <p:nvPr/>
        </p:nvSpPr>
        <p:spPr>
          <a:xfrm>
            <a:off x="2552700" y="123900"/>
            <a:ext cx="1314600" cy="51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i="1">
                <a:solidFill>
                  <a:srgbClr val="FFFFFF"/>
                </a:solidFill>
              </a:rPr>
              <a:t>O</a:t>
            </a:r>
            <a:r>
              <a:rPr lang="en" sz="2400">
                <a:solidFill>
                  <a:srgbClr val="FFFFFF"/>
                </a:solidFill>
              </a:rPr>
              <a:t>(</a:t>
            </a:r>
            <a:r>
              <a:rPr lang="en" sz="2400" i="1">
                <a:solidFill>
                  <a:srgbClr val="FFFFFF"/>
                </a:solidFill>
              </a:rPr>
              <a:t>n</a:t>
            </a:r>
            <a:r>
              <a:rPr lang="en" sz="2400">
                <a:solidFill>
                  <a:srgbClr val="FFFFFF"/>
                </a:solidFill>
              </a:rPr>
              <a:t>)</a:t>
            </a:r>
            <a:endParaRPr sz="2400">
              <a:solidFill>
                <a:srgbClr val="FFFFFF"/>
              </a:solidFill>
            </a:endParaRPr>
          </a:p>
        </p:txBody>
      </p:sp>
      <p:sp>
        <p:nvSpPr>
          <p:cNvPr id="439" name="Google Shape;439;p73"/>
          <p:cNvSpPr txBox="1"/>
          <p:nvPr/>
        </p:nvSpPr>
        <p:spPr>
          <a:xfrm>
            <a:off x="7772400" y="2333700"/>
            <a:ext cx="1314600" cy="51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i="1">
                <a:solidFill>
                  <a:srgbClr val="FFFFFF"/>
                </a:solidFill>
              </a:rPr>
              <a:t>O</a:t>
            </a:r>
            <a:r>
              <a:rPr lang="en" sz="2400">
                <a:solidFill>
                  <a:srgbClr val="FFFFFF"/>
                </a:solidFill>
              </a:rPr>
              <a:t>(log</a:t>
            </a:r>
            <a:r>
              <a:rPr lang="en" sz="2400" baseline="-25000">
                <a:solidFill>
                  <a:srgbClr val="FFFFFF"/>
                </a:solidFill>
              </a:rPr>
              <a:t>2</a:t>
            </a:r>
            <a:r>
              <a:rPr lang="en" sz="2400" i="1">
                <a:solidFill>
                  <a:srgbClr val="FFFFFF"/>
                </a:solidFill>
              </a:rPr>
              <a:t>n</a:t>
            </a:r>
            <a:r>
              <a:rPr lang="en" sz="2400">
                <a:solidFill>
                  <a:srgbClr val="FFFFFF"/>
                </a:solidFill>
              </a:rPr>
              <a:t>)</a:t>
            </a:r>
            <a:endParaRPr sz="2400"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4" name="Google Shape;444;p7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371600" y="771536"/>
            <a:ext cx="6400798" cy="3600451"/>
          </a:xfrm>
          <a:prstGeom prst="rect">
            <a:avLst/>
          </a:prstGeom>
          <a:noFill/>
          <a:ln>
            <a:noFill/>
          </a:ln>
        </p:spPr>
      </p:pic>
      <p:sp>
        <p:nvSpPr>
          <p:cNvPr id="445" name="Google Shape;445;p74"/>
          <p:cNvSpPr txBox="1"/>
          <p:nvPr/>
        </p:nvSpPr>
        <p:spPr>
          <a:xfrm>
            <a:off x="1371600" y="4371975"/>
            <a:ext cx="64008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rgbClr val="FFFFFF"/>
                </a:solidFill>
              </a:rPr>
              <a:t>size of problem</a:t>
            </a:r>
            <a:endParaRPr sz="1800">
              <a:solidFill>
                <a:srgbClr val="FFFFFF"/>
              </a:solidFill>
            </a:endParaRPr>
          </a:p>
        </p:txBody>
      </p:sp>
      <p:sp>
        <p:nvSpPr>
          <p:cNvPr id="446" name="Google Shape;446;p74"/>
          <p:cNvSpPr txBox="1"/>
          <p:nvPr/>
        </p:nvSpPr>
        <p:spPr>
          <a:xfrm rot="-5400000">
            <a:off x="-733350" y="2400300"/>
            <a:ext cx="35622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rgbClr val="FFFFFF"/>
                </a:solidFill>
              </a:rPr>
              <a:t>time to solve</a:t>
            </a:r>
            <a:endParaRPr sz="1800">
              <a:solidFill>
                <a:srgbClr val="FFFFFF"/>
              </a:solidFill>
            </a:endParaRPr>
          </a:p>
        </p:txBody>
      </p:sp>
      <p:sp>
        <p:nvSpPr>
          <p:cNvPr id="447" name="Google Shape;447;p74"/>
          <p:cNvSpPr txBox="1"/>
          <p:nvPr/>
        </p:nvSpPr>
        <p:spPr>
          <a:xfrm>
            <a:off x="1752600" y="123900"/>
            <a:ext cx="1314600" cy="51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i="1">
                <a:solidFill>
                  <a:srgbClr val="FFFFFF"/>
                </a:solidFill>
              </a:rPr>
              <a:t>O</a:t>
            </a:r>
            <a:r>
              <a:rPr lang="en" sz="2400">
                <a:solidFill>
                  <a:srgbClr val="FFFFFF"/>
                </a:solidFill>
              </a:rPr>
              <a:t>(</a:t>
            </a:r>
            <a:r>
              <a:rPr lang="en" sz="2400" i="1">
                <a:solidFill>
                  <a:srgbClr val="FFFFFF"/>
                </a:solidFill>
              </a:rPr>
              <a:t>n</a:t>
            </a:r>
            <a:r>
              <a:rPr lang="en" sz="2400">
                <a:solidFill>
                  <a:srgbClr val="FFFFFF"/>
                </a:solidFill>
              </a:rPr>
              <a:t>)</a:t>
            </a:r>
            <a:endParaRPr sz="2400">
              <a:solidFill>
                <a:srgbClr val="FFFFFF"/>
              </a:solidFill>
            </a:endParaRPr>
          </a:p>
        </p:txBody>
      </p:sp>
      <p:sp>
        <p:nvSpPr>
          <p:cNvPr id="448" name="Google Shape;448;p74"/>
          <p:cNvSpPr txBox="1"/>
          <p:nvPr/>
        </p:nvSpPr>
        <p:spPr>
          <a:xfrm>
            <a:off x="2552700" y="123900"/>
            <a:ext cx="1314600" cy="51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i="1">
                <a:solidFill>
                  <a:srgbClr val="FFFFFF"/>
                </a:solidFill>
              </a:rPr>
              <a:t>O</a:t>
            </a:r>
            <a:r>
              <a:rPr lang="en" sz="2400">
                <a:solidFill>
                  <a:srgbClr val="FFFFFF"/>
                </a:solidFill>
              </a:rPr>
              <a:t>(</a:t>
            </a:r>
            <a:r>
              <a:rPr lang="en" sz="2400" i="1">
                <a:solidFill>
                  <a:srgbClr val="FFFFFF"/>
                </a:solidFill>
              </a:rPr>
              <a:t>n</a:t>
            </a:r>
            <a:r>
              <a:rPr lang="en" sz="2400">
                <a:solidFill>
                  <a:srgbClr val="FFFFFF"/>
                </a:solidFill>
              </a:rPr>
              <a:t>)</a:t>
            </a:r>
            <a:endParaRPr sz="2400">
              <a:solidFill>
                <a:srgbClr val="FFFFFF"/>
              </a:solidFill>
            </a:endParaRPr>
          </a:p>
        </p:txBody>
      </p:sp>
      <p:sp>
        <p:nvSpPr>
          <p:cNvPr id="449" name="Google Shape;449;p74"/>
          <p:cNvSpPr txBox="1"/>
          <p:nvPr/>
        </p:nvSpPr>
        <p:spPr>
          <a:xfrm>
            <a:off x="7772400" y="2333700"/>
            <a:ext cx="1314600" cy="51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i="1">
                <a:solidFill>
                  <a:srgbClr val="FFFFFF"/>
                </a:solidFill>
              </a:rPr>
              <a:t>O</a:t>
            </a:r>
            <a:r>
              <a:rPr lang="en" sz="2400">
                <a:solidFill>
                  <a:srgbClr val="FFFFFF"/>
                </a:solidFill>
              </a:rPr>
              <a:t>(log</a:t>
            </a:r>
            <a:r>
              <a:rPr lang="en" sz="2400" baseline="-25000">
                <a:solidFill>
                  <a:srgbClr val="FFFFFF"/>
                </a:solidFill>
              </a:rPr>
              <a:t> </a:t>
            </a:r>
            <a:r>
              <a:rPr lang="en" sz="2400" i="1">
                <a:solidFill>
                  <a:srgbClr val="FFFFFF"/>
                </a:solidFill>
              </a:rPr>
              <a:t>n</a:t>
            </a:r>
            <a:r>
              <a:rPr lang="en" sz="2400">
                <a:solidFill>
                  <a:srgbClr val="FFFFFF"/>
                </a:solidFill>
              </a:rPr>
              <a:t>)</a:t>
            </a:r>
            <a:endParaRPr sz="2400"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4" name="Google Shape;454;p75"/>
          <p:cNvSpPr txBox="1"/>
          <p:nvPr/>
        </p:nvSpPr>
        <p:spPr>
          <a:xfrm>
            <a:off x="1371600" y="4371975"/>
            <a:ext cx="64008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rgbClr val="FFFFFF"/>
                </a:solidFill>
              </a:rPr>
              <a:t>size of problem</a:t>
            </a:r>
            <a:endParaRPr sz="1800">
              <a:solidFill>
                <a:srgbClr val="FFFFFF"/>
              </a:solidFill>
            </a:endParaRPr>
          </a:p>
        </p:txBody>
      </p:sp>
      <p:sp>
        <p:nvSpPr>
          <p:cNvPr id="455" name="Google Shape;455;p75"/>
          <p:cNvSpPr txBox="1"/>
          <p:nvPr/>
        </p:nvSpPr>
        <p:spPr>
          <a:xfrm rot="-5400000">
            <a:off x="-733350" y="2400300"/>
            <a:ext cx="35622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rgbClr val="FFFFFF"/>
                </a:solidFill>
              </a:rPr>
              <a:t>time to solve</a:t>
            </a:r>
            <a:endParaRPr sz="1800">
              <a:solidFill>
                <a:srgbClr val="FFFFFF"/>
              </a:solidFill>
            </a:endParaRPr>
          </a:p>
        </p:txBody>
      </p:sp>
      <p:sp>
        <p:nvSpPr>
          <p:cNvPr id="456" name="Google Shape;456;p75"/>
          <p:cNvSpPr txBox="1"/>
          <p:nvPr/>
        </p:nvSpPr>
        <p:spPr>
          <a:xfrm>
            <a:off x="1499714" y="123900"/>
            <a:ext cx="1314600" cy="51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i="1">
                <a:solidFill>
                  <a:srgbClr val="FFFFFF"/>
                </a:solidFill>
              </a:rPr>
              <a:t>O</a:t>
            </a:r>
            <a:r>
              <a:rPr lang="en" sz="2400">
                <a:solidFill>
                  <a:srgbClr val="FFFFFF"/>
                </a:solidFill>
              </a:rPr>
              <a:t>(</a:t>
            </a:r>
            <a:r>
              <a:rPr lang="en" sz="2400" i="1">
                <a:solidFill>
                  <a:srgbClr val="FFFFFF"/>
                </a:solidFill>
              </a:rPr>
              <a:t>n</a:t>
            </a:r>
            <a:r>
              <a:rPr lang="en" sz="2400">
                <a:solidFill>
                  <a:srgbClr val="FFFFFF"/>
                </a:solidFill>
              </a:rPr>
              <a:t>)</a:t>
            </a:r>
            <a:endParaRPr sz="2400">
              <a:solidFill>
                <a:srgbClr val="FFFFFF"/>
              </a:solidFill>
            </a:endParaRPr>
          </a:p>
        </p:txBody>
      </p:sp>
      <p:sp>
        <p:nvSpPr>
          <p:cNvPr id="457" name="Google Shape;457;p75"/>
          <p:cNvSpPr txBox="1"/>
          <p:nvPr/>
        </p:nvSpPr>
        <p:spPr>
          <a:xfrm>
            <a:off x="7772400" y="2600400"/>
            <a:ext cx="1314600" cy="51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i="1">
                <a:solidFill>
                  <a:srgbClr val="FFFFFF"/>
                </a:solidFill>
              </a:rPr>
              <a:t>O</a:t>
            </a:r>
            <a:r>
              <a:rPr lang="en" sz="2400">
                <a:solidFill>
                  <a:srgbClr val="FFFFFF"/>
                </a:solidFill>
              </a:rPr>
              <a:t>(log</a:t>
            </a:r>
            <a:r>
              <a:rPr lang="en" sz="2400" baseline="-25000">
                <a:solidFill>
                  <a:srgbClr val="FFFFFF"/>
                </a:solidFill>
              </a:rPr>
              <a:t> </a:t>
            </a:r>
            <a:r>
              <a:rPr lang="en" sz="2400" i="1">
                <a:solidFill>
                  <a:srgbClr val="FFFFFF"/>
                </a:solidFill>
              </a:rPr>
              <a:t>n</a:t>
            </a:r>
            <a:r>
              <a:rPr lang="en" sz="2400">
                <a:solidFill>
                  <a:srgbClr val="FFFFFF"/>
                </a:solidFill>
              </a:rPr>
              <a:t>)</a:t>
            </a:r>
            <a:endParaRPr sz="2400">
              <a:solidFill>
                <a:srgbClr val="FFFFFF"/>
              </a:solidFill>
            </a:endParaRPr>
          </a:p>
        </p:txBody>
      </p:sp>
      <p:pic>
        <p:nvPicPr>
          <p:cNvPr id="458" name="Google Shape;458;p7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371600" y="772425"/>
            <a:ext cx="6400801" cy="35986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3" name="Google Shape;463;p76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0" i="1"/>
              <a:t>O</a:t>
            </a:r>
            <a:endParaRPr sz="6000" i="1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Google Shape;468;p77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i="1">
                <a:solidFill>
                  <a:schemeClr val="dk1"/>
                </a:solidFill>
              </a:rPr>
              <a:t>O</a:t>
            </a:r>
            <a:r>
              <a:rPr lang="en">
                <a:solidFill>
                  <a:schemeClr val="dk1"/>
                </a:solidFill>
              </a:rPr>
              <a:t>(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 baseline="30000">
                <a:solidFill>
                  <a:schemeClr val="dk1"/>
                </a:solidFill>
              </a:rPr>
              <a:t>2</a:t>
            </a:r>
            <a:r>
              <a:rPr lang="en">
                <a:solidFill>
                  <a:schemeClr val="dk1"/>
                </a:solidFill>
              </a:rPr>
              <a:t>)</a:t>
            </a:r>
            <a:endParaRPr>
              <a:solidFill>
                <a:srgbClr val="FFFFFF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i="1">
                <a:solidFill>
                  <a:srgbClr val="FFFFFF"/>
                </a:solidFill>
              </a:rPr>
              <a:t>O</a:t>
            </a:r>
            <a:r>
              <a:rPr lang="en">
                <a:solidFill>
                  <a:srgbClr val="FFFFFF"/>
                </a:solidFill>
              </a:rPr>
              <a:t>(</a:t>
            </a: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>
                <a:solidFill>
                  <a:srgbClr val="FFFFFF"/>
                </a:solidFill>
              </a:rPr>
              <a:t> log </a:t>
            </a: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>
                <a:solidFill>
                  <a:srgbClr val="FFFFFF"/>
                </a:solidFill>
              </a:rPr>
              <a:t>)</a:t>
            </a:r>
            <a:endParaRPr>
              <a:solidFill>
                <a:srgbClr val="FFFFFF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i="1">
                <a:solidFill>
                  <a:srgbClr val="FFFFFF"/>
                </a:solidFill>
              </a:rPr>
              <a:t>O</a:t>
            </a:r>
            <a:r>
              <a:rPr lang="en">
                <a:solidFill>
                  <a:srgbClr val="FFFFFF"/>
                </a:solidFill>
              </a:rPr>
              <a:t>(</a:t>
            </a: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>
                <a:solidFill>
                  <a:srgbClr val="FFFFFF"/>
                </a:solidFill>
              </a:rPr>
              <a:t>)          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i="1">
                <a:solidFill>
                  <a:srgbClr val="FFFFFF"/>
                </a:solidFill>
              </a:rPr>
              <a:t>O</a:t>
            </a:r>
            <a:r>
              <a:rPr lang="en">
                <a:solidFill>
                  <a:srgbClr val="FFFFFF"/>
                </a:solidFill>
              </a:rPr>
              <a:t>(log </a:t>
            </a: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>
                <a:solidFill>
                  <a:srgbClr val="FFFFFF"/>
                </a:solidFill>
              </a:rPr>
              <a:t>)    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r>
              <a:rPr lang="en" i="1">
                <a:solidFill>
                  <a:srgbClr val="FFFFFF"/>
                </a:solidFill>
              </a:rPr>
              <a:t>O</a:t>
            </a:r>
            <a:r>
              <a:rPr lang="en">
                <a:solidFill>
                  <a:srgbClr val="FFFFFF"/>
                </a:solidFill>
              </a:rPr>
              <a:t>(1)</a:t>
            </a:r>
            <a:endParaRPr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3" name="Google Shape;473;p78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i="1">
                <a:solidFill>
                  <a:schemeClr val="dk1"/>
                </a:solidFill>
              </a:rPr>
              <a:t>O</a:t>
            </a:r>
            <a:r>
              <a:rPr lang="en">
                <a:solidFill>
                  <a:schemeClr val="dk1"/>
                </a:solidFill>
              </a:rPr>
              <a:t>(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 baseline="30000">
                <a:solidFill>
                  <a:schemeClr val="dk1"/>
                </a:solidFill>
              </a:rPr>
              <a:t>2</a:t>
            </a:r>
            <a:r>
              <a:rPr lang="en">
                <a:solidFill>
                  <a:schemeClr val="dk1"/>
                </a:solidFill>
              </a:rPr>
              <a:t>)</a:t>
            </a:r>
            <a:endParaRPr>
              <a:solidFill>
                <a:srgbClr val="FFFFFF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i="1">
                <a:solidFill>
                  <a:srgbClr val="FFFFFF"/>
                </a:solidFill>
              </a:rPr>
              <a:t>O</a:t>
            </a:r>
            <a:r>
              <a:rPr lang="en">
                <a:solidFill>
                  <a:srgbClr val="FFFFFF"/>
                </a:solidFill>
              </a:rPr>
              <a:t>(</a:t>
            </a: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>
                <a:solidFill>
                  <a:srgbClr val="FFFFFF"/>
                </a:solidFill>
              </a:rPr>
              <a:t> log </a:t>
            </a: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>
                <a:solidFill>
                  <a:srgbClr val="FFFFFF"/>
                </a:solidFill>
              </a:rPr>
              <a:t>)</a:t>
            </a:r>
            <a:endParaRPr>
              <a:solidFill>
                <a:srgbClr val="FFFFFF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i="1">
                <a:solidFill>
                  <a:srgbClr val="FFFFFF"/>
                </a:solidFill>
              </a:rPr>
              <a:t>O</a:t>
            </a:r>
            <a:r>
              <a:rPr lang="en">
                <a:solidFill>
                  <a:srgbClr val="FFFFFF"/>
                </a:solidFill>
              </a:rPr>
              <a:t>(</a:t>
            </a: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>
                <a:solidFill>
                  <a:srgbClr val="FFFFFF"/>
                </a:solidFill>
              </a:rPr>
              <a:t>)              </a:t>
            </a:r>
            <a:r>
              <a:rPr lang="en">
                <a:solidFill>
                  <a:srgbClr val="666666"/>
                </a:solidFill>
              </a:rPr>
              <a:t>linear search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i="1">
                <a:solidFill>
                  <a:srgbClr val="FFFFFF"/>
                </a:solidFill>
              </a:rPr>
              <a:t>O</a:t>
            </a:r>
            <a:r>
              <a:rPr lang="en">
                <a:solidFill>
                  <a:srgbClr val="FFFFFF"/>
                </a:solidFill>
              </a:rPr>
              <a:t>(log </a:t>
            </a: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>
                <a:solidFill>
                  <a:srgbClr val="FFFFFF"/>
                </a:solidFill>
              </a:rPr>
              <a:t>)</a:t>
            </a:r>
            <a:r>
              <a:rPr lang="en">
                <a:solidFill>
                  <a:schemeClr val="dk1"/>
                </a:solidFill>
              </a:rPr>
              <a:t>        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r>
              <a:rPr lang="en" i="1">
                <a:solidFill>
                  <a:srgbClr val="FFFFFF"/>
                </a:solidFill>
              </a:rPr>
              <a:t>O</a:t>
            </a:r>
            <a:r>
              <a:rPr lang="en">
                <a:solidFill>
                  <a:srgbClr val="FFFFFF"/>
                </a:solidFill>
              </a:rPr>
              <a:t>(1)</a:t>
            </a:r>
            <a:endParaRPr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8" name="Google Shape;478;p79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i="1">
                <a:solidFill>
                  <a:schemeClr val="dk1"/>
                </a:solidFill>
              </a:rPr>
              <a:t>O</a:t>
            </a:r>
            <a:r>
              <a:rPr lang="en">
                <a:solidFill>
                  <a:schemeClr val="dk1"/>
                </a:solidFill>
              </a:rPr>
              <a:t>(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 baseline="30000">
                <a:solidFill>
                  <a:schemeClr val="dk1"/>
                </a:solidFill>
              </a:rPr>
              <a:t>2</a:t>
            </a:r>
            <a:r>
              <a:rPr lang="en">
                <a:solidFill>
                  <a:schemeClr val="dk1"/>
                </a:solidFill>
              </a:rPr>
              <a:t>)</a:t>
            </a:r>
            <a:endParaRPr>
              <a:solidFill>
                <a:srgbClr val="FFFFFF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i="1">
                <a:solidFill>
                  <a:srgbClr val="FFFFFF"/>
                </a:solidFill>
              </a:rPr>
              <a:t>O</a:t>
            </a:r>
            <a:r>
              <a:rPr lang="en">
                <a:solidFill>
                  <a:srgbClr val="FFFFFF"/>
                </a:solidFill>
              </a:rPr>
              <a:t>(</a:t>
            </a: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>
                <a:solidFill>
                  <a:srgbClr val="FFFFFF"/>
                </a:solidFill>
              </a:rPr>
              <a:t> log </a:t>
            </a: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>
                <a:solidFill>
                  <a:srgbClr val="FFFFFF"/>
                </a:solidFill>
              </a:rPr>
              <a:t>)</a:t>
            </a:r>
            <a:endParaRPr>
              <a:solidFill>
                <a:srgbClr val="FFFFFF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i="1">
                <a:solidFill>
                  <a:srgbClr val="FFFFFF"/>
                </a:solidFill>
              </a:rPr>
              <a:t>O</a:t>
            </a:r>
            <a:r>
              <a:rPr lang="en">
                <a:solidFill>
                  <a:srgbClr val="FFFFFF"/>
                </a:solidFill>
              </a:rPr>
              <a:t>(</a:t>
            </a: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>
                <a:solidFill>
                  <a:srgbClr val="FFFFFF"/>
                </a:solidFill>
              </a:rPr>
              <a:t>)              </a:t>
            </a:r>
            <a:r>
              <a:rPr lang="en">
                <a:solidFill>
                  <a:srgbClr val="666666"/>
                </a:solidFill>
              </a:rPr>
              <a:t>linear search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i="1">
                <a:solidFill>
                  <a:srgbClr val="FFFFFF"/>
                </a:solidFill>
              </a:rPr>
              <a:t>O</a:t>
            </a:r>
            <a:r>
              <a:rPr lang="en">
                <a:solidFill>
                  <a:srgbClr val="FFFFFF"/>
                </a:solidFill>
              </a:rPr>
              <a:t>(log </a:t>
            </a: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>
                <a:solidFill>
                  <a:srgbClr val="FFFFFF"/>
                </a:solidFill>
              </a:rPr>
              <a:t>)</a:t>
            </a:r>
            <a:r>
              <a:rPr lang="en">
                <a:solidFill>
                  <a:schemeClr val="dk1"/>
                </a:solidFill>
              </a:rPr>
              <a:t>        </a:t>
            </a:r>
            <a:r>
              <a:rPr lang="en">
                <a:solidFill>
                  <a:srgbClr val="666666"/>
                </a:solidFill>
              </a:rPr>
              <a:t>binary search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r>
              <a:rPr lang="en" i="1">
                <a:solidFill>
                  <a:srgbClr val="FFFFFF"/>
                </a:solidFill>
              </a:rPr>
              <a:t>O</a:t>
            </a:r>
            <a:r>
              <a:rPr lang="en">
                <a:solidFill>
                  <a:srgbClr val="FFFFFF"/>
                </a:solidFill>
              </a:rPr>
              <a:t>(1)</a:t>
            </a:r>
            <a:endParaRPr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3" name="Google Shape;483;p80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0"/>
              <a:t>Ω</a:t>
            </a:r>
            <a:endParaRPr sz="600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8" name="Google Shape;488;p8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Ω(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 baseline="30000">
                <a:solidFill>
                  <a:schemeClr val="dk1"/>
                </a:solidFill>
              </a:rPr>
              <a:t>2</a:t>
            </a:r>
            <a:r>
              <a:rPr lang="en">
                <a:solidFill>
                  <a:schemeClr val="dk1"/>
                </a:solidFill>
              </a:rPr>
              <a:t>)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Ω(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>
                <a:solidFill>
                  <a:schemeClr val="dk1"/>
                </a:solidFill>
              </a:rPr>
              <a:t> log 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>
                <a:solidFill>
                  <a:schemeClr val="dk1"/>
                </a:solidFill>
              </a:rPr>
              <a:t>)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Ω(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>
                <a:solidFill>
                  <a:schemeClr val="dk1"/>
                </a:solidFill>
              </a:rPr>
              <a:t>)          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Ω(log 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>
                <a:solidFill>
                  <a:schemeClr val="dk1"/>
                </a:solidFill>
              </a:rPr>
              <a:t>)    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r>
              <a:rPr lang="en">
                <a:solidFill>
                  <a:srgbClr val="FFFFFF"/>
                </a:solidFill>
              </a:rPr>
              <a:t>Ω(1)              </a:t>
            </a:r>
            <a:endParaRPr>
              <a:solidFill>
                <a:srgbClr val="666666"/>
              </a:solidFill>
            </a:endParaRP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3" name="Google Shape;493;p82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Ω(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 baseline="30000">
                <a:solidFill>
                  <a:schemeClr val="dk1"/>
                </a:solidFill>
              </a:rPr>
              <a:t>2</a:t>
            </a:r>
            <a:r>
              <a:rPr lang="en">
                <a:solidFill>
                  <a:schemeClr val="dk1"/>
                </a:solidFill>
              </a:rPr>
              <a:t>)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Ω(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>
                <a:solidFill>
                  <a:schemeClr val="dk1"/>
                </a:solidFill>
              </a:rPr>
              <a:t> log 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>
                <a:solidFill>
                  <a:schemeClr val="dk1"/>
                </a:solidFill>
              </a:rPr>
              <a:t>)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Ω(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>
                <a:solidFill>
                  <a:schemeClr val="dk1"/>
                </a:solidFill>
              </a:rPr>
              <a:t>)          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Ω(log 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>
                <a:solidFill>
                  <a:schemeClr val="dk1"/>
                </a:solidFill>
              </a:rPr>
              <a:t>)    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r>
              <a:rPr lang="en">
                <a:solidFill>
                  <a:srgbClr val="FFFFFF"/>
                </a:solidFill>
              </a:rPr>
              <a:t>Ω(1)              </a:t>
            </a:r>
            <a:r>
              <a:rPr lang="en">
                <a:solidFill>
                  <a:srgbClr val="666666"/>
                </a:solidFill>
              </a:rPr>
              <a:t>linear search</a:t>
            </a:r>
            <a:endParaRPr>
              <a:solidFill>
                <a:srgbClr val="666666"/>
              </a:solidFill>
            </a:endParaRP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8" name="Google Shape;498;p83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Ω(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 baseline="30000">
                <a:solidFill>
                  <a:schemeClr val="dk1"/>
                </a:solidFill>
              </a:rPr>
              <a:t>2</a:t>
            </a:r>
            <a:r>
              <a:rPr lang="en">
                <a:solidFill>
                  <a:schemeClr val="dk1"/>
                </a:solidFill>
              </a:rPr>
              <a:t>)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Ω(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>
                <a:solidFill>
                  <a:schemeClr val="dk1"/>
                </a:solidFill>
              </a:rPr>
              <a:t> log 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>
                <a:solidFill>
                  <a:schemeClr val="dk1"/>
                </a:solidFill>
              </a:rPr>
              <a:t>)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Ω(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>
                <a:solidFill>
                  <a:schemeClr val="dk1"/>
                </a:solidFill>
              </a:rPr>
              <a:t>)          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Ω(log 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>
                <a:solidFill>
                  <a:schemeClr val="dk1"/>
                </a:solidFill>
              </a:rPr>
              <a:t>)    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r>
              <a:rPr lang="en">
                <a:solidFill>
                  <a:srgbClr val="FFFFFF"/>
                </a:solidFill>
              </a:rPr>
              <a:t>Ω(1)              </a:t>
            </a:r>
            <a:r>
              <a:rPr lang="en">
                <a:solidFill>
                  <a:srgbClr val="666666"/>
                </a:solidFill>
              </a:rPr>
              <a:t>linear search, binary search</a:t>
            </a:r>
            <a:endParaRPr>
              <a:solidFill>
                <a:srgbClr val="666666"/>
              </a:solidFill>
            </a:endParaRP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3" name="Google Shape;503;p84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0"/>
              <a:t>Θ</a:t>
            </a:r>
            <a:endParaRPr sz="600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8" name="Google Shape;508;p8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Θ(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 baseline="30000">
                <a:solidFill>
                  <a:schemeClr val="dk1"/>
                </a:solidFill>
              </a:rPr>
              <a:t>2</a:t>
            </a:r>
            <a:r>
              <a:rPr lang="en">
                <a:solidFill>
                  <a:schemeClr val="dk1"/>
                </a:solidFill>
              </a:rPr>
              <a:t>)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Θ(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>
                <a:solidFill>
                  <a:schemeClr val="dk1"/>
                </a:solidFill>
              </a:rPr>
              <a:t> log 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>
                <a:solidFill>
                  <a:schemeClr val="dk1"/>
                </a:solidFill>
              </a:rPr>
              <a:t>)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Θ(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>
                <a:solidFill>
                  <a:schemeClr val="dk1"/>
                </a:solidFill>
              </a:rPr>
              <a:t>)          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Θ(log 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>
                <a:solidFill>
                  <a:schemeClr val="dk1"/>
                </a:solidFill>
              </a:rPr>
              <a:t>)    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r>
              <a:rPr lang="en">
                <a:solidFill>
                  <a:srgbClr val="FFFFFF"/>
                </a:solidFill>
              </a:rPr>
              <a:t>Θ(1)          </a:t>
            </a:r>
            <a:endParaRPr>
              <a:solidFill>
                <a:srgbClr val="666666"/>
              </a:solidFill>
            </a:endParaRP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3" name="Google Shape;513;p86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asymptotic notation</a:t>
            </a:r>
            <a:endParaRPr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8" name="Google Shape;518;p87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linear search</a:t>
            </a:r>
            <a:endParaRPr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3" name="Google Shape;523;p88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Consolas"/>
                <a:ea typeface="Consolas"/>
                <a:cs typeface="Consolas"/>
                <a:sym typeface="Consolas"/>
              </a:rPr>
              <a:t>string.h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8" name="Google Shape;528;p89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uFill>
                  <a:noFill/>
                </a:uFill>
                <a:hlinkClick r:id="rId3"/>
              </a:rPr>
              <a:t>manual.cs50.io/#string.h</a:t>
            </a:r>
            <a:endParaRPr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3" name="Google Shape;533;p90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Consolas"/>
                <a:ea typeface="Consolas"/>
                <a:cs typeface="Consolas"/>
                <a:sym typeface="Consolas"/>
              </a:rPr>
              <a:t>strcmp</a:t>
            </a:r>
            <a:endParaRPr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8" name="Google Shape;538;p91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data structures</a:t>
            </a:r>
            <a:endParaRPr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3" name="Google Shape;543;p92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person people[]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8" name="Google Shape;548;p93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string name;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string number;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3" name="Google Shape;553;p9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typedef struct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{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string name;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string number;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}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person;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8" name="Google Shape;558;p9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typedef struct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{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string name;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string number;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} person;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3" name="Google Shape;563;p96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sorting</a:t>
            </a:r>
            <a:endParaRPr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8" name="Google Shape;568;p97"/>
          <p:cNvSpPr/>
          <p:nvPr/>
        </p:nvSpPr>
        <p:spPr>
          <a:xfrm>
            <a:off x="3209457" y="1232100"/>
            <a:ext cx="2676600" cy="2679300"/>
          </a:xfrm>
          <a:prstGeom prst="rect">
            <a:avLst/>
          </a:prstGeom>
          <a:noFill/>
          <a:ln w="38100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9" name="Google Shape;569;p97"/>
          <p:cNvSpPr txBox="1"/>
          <p:nvPr/>
        </p:nvSpPr>
        <p:spPr>
          <a:xfrm>
            <a:off x="1283157" y="2195550"/>
            <a:ext cx="1926300" cy="75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>
                <a:solidFill>
                  <a:srgbClr val="FFFFFF"/>
                </a:solidFill>
              </a:rPr>
              <a:t>input →  </a:t>
            </a:r>
            <a:endParaRPr sz="3600">
              <a:solidFill>
                <a:srgbClr val="FFFFFF"/>
              </a:solidFill>
            </a:endParaRPr>
          </a:p>
        </p:txBody>
      </p:sp>
      <p:sp>
        <p:nvSpPr>
          <p:cNvPr id="570" name="Google Shape;570;p97"/>
          <p:cNvSpPr txBox="1"/>
          <p:nvPr/>
        </p:nvSpPr>
        <p:spPr>
          <a:xfrm>
            <a:off x="5886057" y="2195550"/>
            <a:ext cx="2220300" cy="75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>
                <a:solidFill>
                  <a:srgbClr val="FFFFFF"/>
                </a:solidFill>
              </a:rPr>
              <a:t> → output</a:t>
            </a:r>
            <a:endParaRPr sz="3600"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5" name="Google Shape;575;p98"/>
          <p:cNvSpPr/>
          <p:nvPr/>
        </p:nvSpPr>
        <p:spPr>
          <a:xfrm>
            <a:off x="3209457" y="1232100"/>
            <a:ext cx="2676600" cy="2679300"/>
          </a:xfrm>
          <a:prstGeom prst="rect">
            <a:avLst/>
          </a:prstGeom>
          <a:noFill/>
          <a:ln w="38100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6" name="Google Shape;576;p98"/>
          <p:cNvSpPr txBox="1"/>
          <p:nvPr/>
        </p:nvSpPr>
        <p:spPr>
          <a:xfrm>
            <a:off x="532847" y="2195550"/>
            <a:ext cx="2676600" cy="75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>
                <a:solidFill>
                  <a:srgbClr val="FFFFFF"/>
                </a:solidFill>
              </a:rPr>
              <a:t>unsorted →  </a:t>
            </a:r>
            <a:endParaRPr sz="3600">
              <a:solidFill>
                <a:srgbClr val="FFFFFF"/>
              </a:solidFill>
            </a:endParaRPr>
          </a:p>
        </p:txBody>
      </p:sp>
      <p:sp>
        <p:nvSpPr>
          <p:cNvPr id="577" name="Google Shape;577;p98"/>
          <p:cNvSpPr txBox="1"/>
          <p:nvPr/>
        </p:nvSpPr>
        <p:spPr>
          <a:xfrm>
            <a:off x="5886057" y="2195550"/>
            <a:ext cx="2220300" cy="75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>
                <a:solidFill>
                  <a:srgbClr val="FFFFFF"/>
                </a:solidFill>
              </a:rPr>
              <a:t> → output</a:t>
            </a:r>
            <a:endParaRPr sz="3600"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2" name="Google Shape;582;p99"/>
          <p:cNvSpPr/>
          <p:nvPr/>
        </p:nvSpPr>
        <p:spPr>
          <a:xfrm>
            <a:off x="3209457" y="1232100"/>
            <a:ext cx="2676600" cy="2679300"/>
          </a:xfrm>
          <a:prstGeom prst="rect">
            <a:avLst/>
          </a:prstGeom>
          <a:noFill/>
          <a:ln w="38100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83" name="Google Shape;583;p99"/>
          <p:cNvSpPr txBox="1"/>
          <p:nvPr/>
        </p:nvSpPr>
        <p:spPr>
          <a:xfrm>
            <a:off x="479547" y="2195550"/>
            <a:ext cx="2730000" cy="75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>
                <a:solidFill>
                  <a:srgbClr val="FFFFFF"/>
                </a:solidFill>
              </a:rPr>
              <a:t>unsorted →  </a:t>
            </a:r>
            <a:endParaRPr sz="3600">
              <a:solidFill>
                <a:srgbClr val="FFFFFF"/>
              </a:solidFill>
            </a:endParaRPr>
          </a:p>
        </p:txBody>
      </p:sp>
      <p:sp>
        <p:nvSpPr>
          <p:cNvPr id="584" name="Google Shape;584;p99"/>
          <p:cNvSpPr txBox="1"/>
          <p:nvPr/>
        </p:nvSpPr>
        <p:spPr>
          <a:xfrm>
            <a:off x="5886057" y="2195550"/>
            <a:ext cx="2220300" cy="75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>
                <a:solidFill>
                  <a:srgbClr val="FFFFFF"/>
                </a:solidFill>
              </a:rPr>
              <a:t> → sorted</a:t>
            </a:r>
            <a:endParaRPr sz="3600"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9" name="Google Shape;589;p100"/>
          <p:cNvSpPr/>
          <p:nvPr/>
        </p:nvSpPr>
        <p:spPr>
          <a:xfrm>
            <a:off x="3209457" y="1232100"/>
            <a:ext cx="2676600" cy="2679300"/>
          </a:xfrm>
          <a:prstGeom prst="rect">
            <a:avLst/>
          </a:prstGeom>
          <a:noFill/>
          <a:ln w="38100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90" name="Google Shape;590;p100"/>
          <p:cNvSpPr txBox="1"/>
          <p:nvPr/>
        </p:nvSpPr>
        <p:spPr>
          <a:xfrm>
            <a:off x="0" y="2195550"/>
            <a:ext cx="3209400" cy="75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>
                <a:solidFill>
                  <a:srgbClr val="FFFFFF"/>
                </a:solidFill>
              </a:rPr>
              <a:t>→  </a:t>
            </a:r>
            <a:endParaRPr sz="3600">
              <a:solidFill>
                <a:srgbClr val="FFFFFF"/>
              </a:solidFill>
            </a:endParaRPr>
          </a:p>
        </p:txBody>
      </p:sp>
      <p:sp>
        <p:nvSpPr>
          <p:cNvPr id="591" name="Google Shape;591;p100"/>
          <p:cNvSpPr txBox="1"/>
          <p:nvPr/>
        </p:nvSpPr>
        <p:spPr>
          <a:xfrm>
            <a:off x="5886057" y="2195550"/>
            <a:ext cx="2220300" cy="75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>
                <a:solidFill>
                  <a:srgbClr val="FFFFFF"/>
                </a:solidFill>
              </a:rPr>
              <a:t> → sorted</a:t>
            </a:r>
            <a:endParaRPr sz="3600">
              <a:solidFill>
                <a:srgbClr val="FFFFFF"/>
              </a:solidFill>
            </a:endParaRPr>
          </a:p>
        </p:txBody>
      </p:sp>
      <p:sp>
        <p:nvSpPr>
          <p:cNvPr id="592" name="Google Shape;592;p100"/>
          <p:cNvSpPr txBox="1"/>
          <p:nvPr/>
        </p:nvSpPr>
        <p:spPr>
          <a:xfrm>
            <a:off x="164425" y="2358150"/>
            <a:ext cx="2220300" cy="42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7 2 5 4 1 6 0 3</a:t>
            </a:r>
            <a:endParaRPr sz="18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7" name="Google Shape;597;p101"/>
          <p:cNvSpPr/>
          <p:nvPr/>
        </p:nvSpPr>
        <p:spPr>
          <a:xfrm>
            <a:off x="3209457" y="1232100"/>
            <a:ext cx="2676600" cy="2679300"/>
          </a:xfrm>
          <a:prstGeom prst="rect">
            <a:avLst/>
          </a:prstGeom>
          <a:noFill/>
          <a:ln w="38100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98" name="Google Shape;598;p101"/>
          <p:cNvSpPr txBox="1"/>
          <p:nvPr/>
        </p:nvSpPr>
        <p:spPr>
          <a:xfrm>
            <a:off x="0" y="2195550"/>
            <a:ext cx="3209400" cy="75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>
                <a:solidFill>
                  <a:srgbClr val="FFFFFF"/>
                </a:solidFill>
              </a:rPr>
              <a:t>→  </a:t>
            </a:r>
            <a:endParaRPr sz="3600">
              <a:solidFill>
                <a:srgbClr val="FFFFFF"/>
              </a:solidFill>
            </a:endParaRPr>
          </a:p>
        </p:txBody>
      </p:sp>
      <p:sp>
        <p:nvSpPr>
          <p:cNvPr id="599" name="Google Shape;599;p101"/>
          <p:cNvSpPr txBox="1"/>
          <p:nvPr/>
        </p:nvSpPr>
        <p:spPr>
          <a:xfrm>
            <a:off x="5886057" y="2195550"/>
            <a:ext cx="2220300" cy="75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>
                <a:solidFill>
                  <a:srgbClr val="FFFFFF"/>
                </a:solidFill>
              </a:rPr>
              <a:t> → </a:t>
            </a:r>
            <a:endParaRPr sz="3600">
              <a:solidFill>
                <a:srgbClr val="FFFFFF"/>
              </a:solidFill>
            </a:endParaRPr>
          </a:p>
        </p:txBody>
      </p:sp>
      <p:sp>
        <p:nvSpPr>
          <p:cNvPr id="600" name="Google Shape;600;p101"/>
          <p:cNvSpPr txBox="1"/>
          <p:nvPr/>
        </p:nvSpPr>
        <p:spPr>
          <a:xfrm>
            <a:off x="164425" y="2358150"/>
            <a:ext cx="2220300" cy="42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7 2 5 4 1 6 0 3</a:t>
            </a:r>
            <a:endParaRPr sz="18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01" name="Google Shape;601;p101"/>
          <p:cNvSpPr txBox="1"/>
          <p:nvPr/>
        </p:nvSpPr>
        <p:spPr>
          <a:xfrm>
            <a:off x="6691151" y="2358150"/>
            <a:ext cx="2220300" cy="42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0 1 2 3 4 5 6 7</a:t>
            </a:r>
            <a:endParaRPr sz="18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6" name="Google Shape;606;p102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Consolas"/>
                <a:ea typeface="Consolas"/>
                <a:cs typeface="Consolas"/>
                <a:sym typeface="Consolas"/>
              </a:rPr>
              <a:t>7  2  5  4  1  6  0  3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67C30E6-BDB4-B935-E1F3-462B3FE951A4}"/>
              </a:ext>
            </a:extLst>
          </p:cNvPr>
          <p:cNvSpPr txBox="1"/>
          <p:nvPr/>
        </p:nvSpPr>
        <p:spPr>
          <a:xfrm>
            <a:off x="2765503" y="1226633"/>
            <a:ext cx="3382657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400" b="1" dirty="0">
                <a:solidFill>
                  <a:schemeClr val="tx1"/>
                </a:solidFill>
              </a:rPr>
              <a:t>Bubble Sort</a:t>
            </a:r>
            <a:endParaRPr lang="en-GB" sz="4400" dirty="0">
              <a:solidFill>
                <a:schemeClr val="tx1"/>
              </a:solidFill>
            </a:endParaRP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6" name="Google Shape;616;p104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selection sort</a:t>
            </a:r>
            <a:endParaRPr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21" name="Google Shape;621;p105"/>
          <p:cNvGraphicFramePr/>
          <p:nvPr/>
        </p:nvGraphicFramePr>
        <p:xfrm>
          <a:off x="-571500" y="-304800"/>
          <a:ext cx="10287000" cy="571500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1143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[0]</a:t>
                      </a: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[1]</a:t>
                      </a: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[2]</a:t>
                      </a: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...</a:t>
                      </a: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[n-3]</a:t>
                      </a: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[n-2]</a:t>
                      </a: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[n-1]</a:t>
                      </a: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22" name="Google Shape;622;p105"/>
          <p:cNvSpPr/>
          <p:nvPr/>
        </p:nvSpPr>
        <p:spPr>
          <a:xfrm>
            <a:off x="663324" y="2494200"/>
            <a:ext cx="117000" cy="117000"/>
          </a:xfrm>
          <a:prstGeom prst="ellipse">
            <a:avLst/>
          </a:prstGeom>
          <a:solidFill>
            <a:schemeClr val="lt1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23" name="Google Shape;623;p105"/>
          <p:cNvSpPr/>
          <p:nvPr/>
        </p:nvSpPr>
        <p:spPr>
          <a:xfrm>
            <a:off x="1842774" y="2494200"/>
            <a:ext cx="117000" cy="117000"/>
          </a:xfrm>
          <a:prstGeom prst="ellipse">
            <a:avLst/>
          </a:prstGeom>
          <a:solidFill>
            <a:schemeClr val="lt1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24" name="Google Shape;624;p105"/>
          <p:cNvSpPr/>
          <p:nvPr/>
        </p:nvSpPr>
        <p:spPr>
          <a:xfrm>
            <a:off x="2988825" y="2513250"/>
            <a:ext cx="117000" cy="117000"/>
          </a:xfrm>
          <a:prstGeom prst="ellipse">
            <a:avLst/>
          </a:prstGeom>
          <a:solidFill>
            <a:schemeClr val="lt1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25" name="Google Shape;625;p105"/>
          <p:cNvSpPr/>
          <p:nvPr/>
        </p:nvSpPr>
        <p:spPr>
          <a:xfrm>
            <a:off x="4168275" y="2513250"/>
            <a:ext cx="117000" cy="117000"/>
          </a:xfrm>
          <a:prstGeom prst="ellipse">
            <a:avLst/>
          </a:prstGeom>
          <a:solidFill>
            <a:schemeClr val="lt1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26" name="Google Shape;626;p105"/>
          <p:cNvSpPr/>
          <p:nvPr/>
        </p:nvSpPr>
        <p:spPr>
          <a:xfrm>
            <a:off x="5257824" y="2503725"/>
            <a:ext cx="117000" cy="117000"/>
          </a:xfrm>
          <a:prstGeom prst="ellipse">
            <a:avLst/>
          </a:prstGeom>
          <a:solidFill>
            <a:schemeClr val="lt1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27" name="Google Shape;627;p105"/>
          <p:cNvSpPr/>
          <p:nvPr/>
        </p:nvSpPr>
        <p:spPr>
          <a:xfrm>
            <a:off x="6437274" y="2503725"/>
            <a:ext cx="117000" cy="117000"/>
          </a:xfrm>
          <a:prstGeom prst="ellipse">
            <a:avLst/>
          </a:prstGeom>
          <a:solidFill>
            <a:schemeClr val="lt1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28" name="Google Shape;628;p105"/>
          <p:cNvSpPr/>
          <p:nvPr/>
        </p:nvSpPr>
        <p:spPr>
          <a:xfrm>
            <a:off x="7583325" y="2522775"/>
            <a:ext cx="117000" cy="117000"/>
          </a:xfrm>
          <a:prstGeom prst="ellipse">
            <a:avLst/>
          </a:prstGeom>
          <a:solidFill>
            <a:schemeClr val="lt1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3" name="Google Shape;633;p106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For i from 0 to n-1</a:t>
            </a:r>
            <a:endParaRPr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   Find smallest number between numbers[i] and numbers[n-1]</a:t>
            </a:r>
            <a:endParaRPr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   Swap smallest number with numbers[i]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8" name="Google Shape;638;p107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Consolas"/>
                <a:ea typeface="Consolas"/>
                <a:cs typeface="Consolas"/>
                <a:sym typeface="Consolas"/>
              </a:rPr>
              <a:t>7  2  5  4  1  6  0  3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3" name="Google Shape;643;p108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Consolas"/>
                <a:ea typeface="Consolas"/>
                <a:cs typeface="Consolas"/>
                <a:sym typeface="Consolas"/>
              </a:rPr>
              <a:t>7  2  5  4  1  6  0  3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44" name="Google Shape;644;p108"/>
          <p:cNvSpPr txBox="1"/>
          <p:nvPr/>
        </p:nvSpPr>
        <p:spPr>
          <a:xfrm>
            <a:off x="1559328" y="2980675"/>
            <a:ext cx="698700" cy="5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[i]</a:t>
            </a:r>
            <a:endParaRPr sz="18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9" name="Google Shape;649;p109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Consolas"/>
                <a:ea typeface="Consolas"/>
                <a:cs typeface="Consolas"/>
                <a:sym typeface="Consolas"/>
              </a:rPr>
              <a:t>7  2  5  4  1  6  0  3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50" name="Google Shape;650;p109"/>
          <p:cNvSpPr txBox="1"/>
          <p:nvPr/>
        </p:nvSpPr>
        <p:spPr>
          <a:xfrm>
            <a:off x="1559328" y="2980675"/>
            <a:ext cx="698700" cy="5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[i]</a:t>
            </a:r>
            <a:endParaRPr sz="18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51" name="Google Shape;651;p109"/>
          <p:cNvSpPr txBox="1"/>
          <p:nvPr/>
        </p:nvSpPr>
        <p:spPr>
          <a:xfrm>
            <a:off x="1559328" y="2980675"/>
            <a:ext cx="698700" cy="5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[i]</a:t>
            </a:r>
            <a:endParaRPr sz="18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52" name="Google Shape;652;p109"/>
          <p:cNvSpPr txBox="1"/>
          <p:nvPr/>
        </p:nvSpPr>
        <p:spPr>
          <a:xfrm>
            <a:off x="6802697" y="2980675"/>
            <a:ext cx="822300" cy="5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[n-1]</a:t>
            </a:r>
            <a:endParaRPr sz="18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7" name="Google Shape;657;p110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000000"/>
                </a:solidFill>
                <a:highlight>
                  <a:schemeClr val="dk1"/>
                </a:highlight>
                <a:latin typeface="Consolas"/>
                <a:ea typeface="Consolas"/>
                <a:cs typeface="Consolas"/>
                <a:sym typeface="Consolas"/>
              </a:rPr>
              <a:t>7</a:t>
            </a:r>
            <a:r>
              <a:rPr lang="en">
                <a:latin typeface="Consolas"/>
                <a:ea typeface="Consolas"/>
                <a:cs typeface="Consolas"/>
                <a:sym typeface="Consolas"/>
              </a:rPr>
              <a:t>  2  5  4  1  6  0  3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58" name="Google Shape;658;p110"/>
          <p:cNvSpPr txBox="1"/>
          <p:nvPr/>
        </p:nvSpPr>
        <p:spPr>
          <a:xfrm>
            <a:off x="1559328" y="2980675"/>
            <a:ext cx="698700" cy="5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[i]</a:t>
            </a:r>
            <a:endParaRPr sz="18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59" name="Google Shape;659;p110"/>
          <p:cNvSpPr txBox="1"/>
          <p:nvPr/>
        </p:nvSpPr>
        <p:spPr>
          <a:xfrm>
            <a:off x="1559328" y="2980675"/>
            <a:ext cx="698700" cy="5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[i]</a:t>
            </a:r>
            <a:endParaRPr sz="18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60" name="Google Shape;660;p110"/>
          <p:cNvSpPr txBox="1"/>
          <p:nvPr/>
        </p:nvSpPr>
        <p:spPr>
          <a:xfrm>
            <a:off x="6802697" y="2980675"/>
            <a:ext cx="822300" cy="5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[n-1]</a:t>
            </a:r>
            <a:endParaRPr sz="18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5" name="Google Shape;665;p111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Consolas"/>
                <a:ea typeface="Consolas"/>
                <a:cs typeface="Consolas"/>
                <a:sym typeface="Consolas"/>
              </a:rPr>
              <a:t>7  </a:t>
            </a:r>
            <a:r>
              <a:rPr lang="en">
                <a:solidFill>
                  <a:srgbClr val="000000"/>
                </a:solidFill>
                <a:highlight>
                  <a:schemeClr val="dk1"/>
                </a:highlight>
                <a:latin typeface="Consolas"/>
                <a:ea typeface="Consolas"/>
                <a:cs typeface="Consolas"/>
                <a:sym typeface="Consolas"/>
              </a:rPr>
              <a:t>2</a:t>
            </a:r>
            <a:r>
              <a:rPr lang="en">
                <a:latin typeface="Consolas"/>
                <a:ea typeface="Consolas"/>
                <a:cs typeface="Consolas"/>
                <a:sym typeface="Consolas"/>
              </a:rPr>
              <a:t>  5  4  1  6  0  3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66" name="Google Shape;666;p111"/>
          <p:cNvSpPr txBox="1"/>
          <p:nvPr/>
        </p:nvSpPr>
        <p:spPr>
          <a:xfrm>
            <a:off x="1559328" y="2980675"/>
            <a:ext cx="698700" cy="5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[i]</a:t>
            </a:r>
            <a:endParaRPr sz="18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67" name="Google Shape;667;p111"/>
          <p:cNvSpPr txBox="1"/>
          <p:nvPr/>
        </p:nvSpPr>
        <p:spPr>
          <a:xfrm>
            <a:off x="1559328" y="2980675"/>
            <a:ext cx="698700" cy="5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[i]</a:t>
            </a:r>
            <a:endParaRPr sz="18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68" name="Google Shape;668;p111"/>
          <p:cNvSpPr txBox="1"/>
          <p:nvPr/>
        </p:nvSpPr>
        <p:spPr>
          <a:xfrm>
            <a:off x="6802697" y="2980675"/>
            <a:ext cx="822300" cy="5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[n-1]</a:t>
            </a:r>
            <a:endParaRPr sz="18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3" name="Google Shape;673;p112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Consolas"/>
                <a:ea typeface="Consolas"/>
                <a:cs typeface="Consolas"/>
                <a:sym typeface="Consolas"/>
              </a:rPr>
              <a:t>7  2  5  4  </a:t>
            </a:r>
            <a:r>
              <a:rPr lang="en">
                <a:solidFill>
                  <a:srgbClr val="000000"/>
                </a:solidFill>
                <a:highlight>
                  <a:schemeClr val="dk1"/>
                </a:highlight>
                <a:latin typeface="Consolas"/>
                <a:ea typeface="Consolas"/>
                <a:cs typeface="Consolas"/>
                <a:sym typeface="Consolas"/>
              </a:rPr>
              <a:t>1</a:t>
            </a:r>
            <a:r>
              <a:rPr lang="en">
                <a:latin typeface="Consolas"/>
                <a:ea typeface="Consolas"/>
                <a:cs typeface="Consolas"/>
                <a:sym typeface="Consolas"/>
              </a:rPr>
              <a:t>  6  0  3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74" name="Google Shape;674;p112"/>
          <p:cNvSpPr txBox="1"/>
          <p:nvPr/>
        </p:nvSpPr>
        <p:spPr>
          <a:xfrm>
            <a:off x="1559328" y="2980675"/>
            <a:ext cx="698700" cy="5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[i]</a:t>
            </a:r>
            <a:endParaRPr sz="18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75" name="Google Shape;675;p112"/>
          <p:cNvSpPr txBox="1"/>
          <p:nvPr/>
        </p:nvSpPr>
        <p:spPr>
          <a:xfrm>
            <a:off x="1559328" y="2980675"/>
            <a:ext cx="698700" cy="5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[i]</a:t>
            </a:r>
            <a:endParaRPr sz="18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76" name="Google Shape;676;p112"/>
          <p:cNvSpPr txBox="1"/>
          <p:nvPr/>
        </p:nvSpPr>
        <p:spPr>
          <a:xfrm>
            <a:off x="6802697" y="2980675"/>
            <a:ext cx="822300" cy="5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[n-1]</a:t>
            </a:r>
            <a:endParaRPr sz="18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1" name="Google Shape;681;p11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Consolas"/>
                <a:ea typeface="Consolas"/>
                <a:cs typeface="Consolas"/>
                <a:sym typeface="Consolas"/>
              </a:rPr>
              <a:t>7  2  5  4  1  6  </a:t>
            </a:r>
            <a:r>
              <a:rPr lang="en">
                <a:solidFill>
                  <a:srgbClr val="000000"/>
                </a:solidFill>
                <a:highlight>
                  <a:schemeClr val="dk1"/>
                </a:highlight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lang="en">
                <a:latin typeface="Consolas"/>
                <a:ea typeface="Consolas"/>
                <a:cs typeface="Consolas"/>
                <a:sym typeface="Consolas"/>
              </a:rPr>
              <a:t>  3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82" name="Google Shape;682;p113"/>
          <p:cNvSpPr txBox="1"/>
          <p:nvPr/>
        </p:nvSpPr>
        <p:spPr>
          <a:xfrm>
            <a:off x="1559328" y="2980675"/>
            <a:ext cx="698700" cy="5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[i]</a:t>
            </a:r>
            <a:endParaRPr sz="18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83" name="Google Shape;683;p113"/>
          <p:cNvSpPr txBox="1"/>
          <p:nvPr/>
        </p:nvSpPr>
        <p:spPr>
          <a:xfrm>
            <a:off x="1559328" y="2980675"/>
            <a:ext cx="698700" cy="5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[i]</a:t>
            </a:r>
            <a:endParaRPr sz="18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84" name="Google Shape;684;p113"/>
          <p:cNvSpPr txBox="1"/>
          <p:nvPr/>
        </p:nvSpPr>
        <p:spPr>
          <a:xfrm>
            <a:off x="6802697" y="2980675"/>
            <a:ext cx="822300" cy="5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[n-1]</a:t>
            </a:r>
            <a:endParaRPr sz="18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9" name="Google Shape;689;p114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7</a:t>
            </a:r>
            <a:r>
              <a:rPr lang="en">
                <a:latin typeface="Consolas"/>
                <a:ea typeface="Consolas"/>
                <a:cs typeface="Consolas"/>
                <a:sym typeface="Consolas"/>
              </a:rPr>
              <a:t>  2  5  4  1  6  </a:t>
            </a:r>
            <a:r>
              <a:rPr lang="en">
                <a:solidFill>
                  <a:srgbClr val="000000"/>
                </a:solidFill>
                <a:highlight>
                  <a:schemeClr val="dk1"/>
                </a:highlight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lang="en">
                <a:latin typeface="Consolas"/>
                <a:ea typeface="Consolas"/>
                <a:cs typeface="Consolas"/>
                <a:sym typeface="Consolas"/>
              </a:rPr>
              <a:t>  3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90" name="Google Shape;690;p114"/>
          <p:cNvSpPr txBox="1"/>
          <p:nvPr/>
        </p:nvSpPr>
        <p:spPr>
          <a:xfrm>
            <a:off x="1559328" y="2980675"/>
            <a:ext cx="698700" cy="5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[i]</a:t>
            </a:r>
            <a:endParaRPr sz="18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91" name="Google Shape;691;p114"/>
          <p:cNvSpPr txBox="1"/>
          <p:nvPr/>
        </p:nvSpPr>
        <p:spPr>
          <a:xfrm>
            <a:off x="1559328" y="2980675"/>
            <a:ext cx="698700" cy="5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[i]</a:t>
            </a:r>
            <a:endParaRPr sz="18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92" name="Google Shape;692;p114"/>
          <p:cNvSpPr txBox="1"/>
          <p:nvPr/>
        </p:nvSpPr>
        <p:spPr>
          <a:xfrm>
            <a:off x="6802697" y="2980675"/>
            <a:ext cx="822300" cy="5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[n-1]</a:t>
            </a:r>
            <a:endParaRPr sz="18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7" name="Google Shape;697;p115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  <a:highlight>
                  <a:schemeClr val="dk1"/>
                </a:highlight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lang="en">
                <a:latin typeface="Consolas"/>
                <a:ea typeface="Consolas"/>
                <a:cs typeface="Consolas"/>
                <a:sym typeface="Consolas"/>
              </a:rPr>
              <a:t>  2  5  4  1  6  </a:t>
            </a:r>
            <a:r>
              <a:rPr lang="en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7</a:t>
            </a:r>
            <a:r>
              <a:rPr lang="en">
                <a:latin typeface="Consolas"/>
                <a:ea typeface="Consolas"/>
                <a:cs typeface="Consolas"/>
                <a:sym typeface="Consolas"/>
              </a:rPr>
              <a:t>  3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98" name="Google Shape;698;p115"/>
          <p:cNvSpPr txBox="1"/>
          <p:nvPr/>
        </p:nvSpPr>
        <p:spPr>
          <a:xfrm>
            <a:off x="1559328" y="2980675"/>
            <a:ext cx="698700" cy="5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[i]</a:t>
            </a:r>
            <a:endParaRPr sz="18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99" name="Google Shape;699;p115"/>
          <p:cNvSpPr txBox="1"/>
          <p:nvPr/>
        </p:nvSpPr>
        <p:spPr>
          <a:xfrm>
            <a:off x="1559328" y="2980675"/>
            <a:ext cx="698700" cy="5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[i]</a:t>
            </a:r>
            <a:endParaRPr sz="18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00" name="Google Shape;700;p115"/>
          <p:cNvSpPr txBox="1"/>
          <p:nvPr/>
        </p:nvSpPr>
        <p:spPr>
          <a:xfrm>
            <a:off x="6802697" y="2980675"/>
            <a:ext cx="822300" cy="5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[n-1]</a:t>
            </a:r>
            <a:endParaRPr sz="18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5" name="Google Shape;705;p116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  <a:highlight>
                  <a:schemeClr val="dk1"/>
                </a:highlight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lang="en">
                <a:latin typeface="Consolas"/>
                <a:ea typeface="Consolas"/>
                <a:cs typeface="Consolas"/>
                <a:sym typeface="Consolas"/>
              </a:rPr>
              <a:t>  2  5  4  1  6  7  3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06" name="Google Shape;706;p116"/>
          <p:cNvSpPr txBox="1"/>
          <p:nvPr/>
        </p:nvSpPr>
        <p:spPr>
          <a:xfrm>
            <a:off x="1559328" y="2980675"/>
            <a:ext cx="698700" cy="5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[i]</a:t>
            </a:r>
            <a:endParaRPr sz="18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07" name="Google Shape;707;p116"/>
          <p:cNvSpPr txBox="1"/>
          <p:nvPr/>
        </p:nvSpPr>
        <p:spPr>
          <a:xfrm>
            <a:off x="1559328" y="2980675"/>
            <a:ext cx="698700" cy="5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[i]</a:t>
            </a:r>
            <a:endParaRPr sz="18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08" name="Google Shape;708;p116"/>
          <p:cNvSpPr txBox="1"/>
          <p:nvPr/>
        </p:nvSpPr>
        <p:spPr>
          <a:xfrm>
            <a:off x="6802697" y="2980675"/>
            <a:ext cx="822300" cy="5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[n-1]</a:t>
            </a:r>
            <a:endParaRPr sz="18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3" name="Google Shape;713;p117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highlight>
                  <a:srgbClr val="000000"/>
                </a:highlight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lang="en">
                <a:latin typeface="Consolas"/>
                <a:ea typeface="Consolas"/>
                <a:cs typeface="Consolas"/>
                <a:sym typeface="Consolas"/>
              </a:rPr>
              <a:t>  2  5  4  1  6  7  3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14" name="Google Shape;714;p117"/>
          <p:cNvSpPr txBox="1"/>
          <p:nvPr/>
        </p:nvSpPr>
        <p:spPr>
          <a:xfrm>
            <a:off x="1559328" y="2980675"/>
            <a:ext cx="698700" cy="5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[i]</a:t>
            </a:r>
            <a:endParaRPr sz="18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15" name="Google Shape;715;p117"/>
          <p:cNvSpPr txBox="1"/>
          <p:nvPr/>
        </p:nvSpPr>
        <p:spPr>
          <a:xfrm>
            <a:off x="1559328" y="2980675"/>
            <a:ext cx="698700" cy="5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[i]</a:t>
            </a:r>
            <a:endParaRPr sz="18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16" name="Google Shape;716;p117"/>
          <p:cNvSpPr txBox="1"/>
          <p:nvPr/>
        </p:nvSpPr>
        <p:spPr>
          <a:xfrm>
            <a:off x="6802697" y="2980675"/>
            <a:ext cx="822300" cy="5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[n-1]</a:t>
            </a:r>
            <a:endParaRPr sz="18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1" name="Google Shape;721;p118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highlight>
                  <a:srgbClr val="000000"/>
                </a:highlight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lang="en">
                <a:latin typeface="Consolas"/>
                <a:ea typeface="Consolas"/>
                <a:cs typeface="Consolas"/>
                <a:sym typeface="Consolas"/>
              </a:rPr>
              <a:t>  2  5  4  1  6  7  3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22" name="Google Shape;722;p118"/>
          <p:cNvSpPr txBox="1"/>
          <p:nvPr/>
        </p:nvSpPr>
        <p:spPr>
          <a:xfrm>
            <a:off x="2321328" y="2980675"/>
            <a:ext cx="698700" cy="5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[i]</a:t>
            </a:r>
            <a:endParaRPr sz="18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23" name="Google Shape;723;p118"/>
          <p:cNvSpPr txBox="1"/>
          <p:nvPr/>
        </p:nvSpPr>
        <p:spPr>
          <a:xfrm>
            <a:off x="6802697" y="2980675"/>
            <a:ext cx="822300" cy="5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[n-1]</a:t>
            </a:r>
            <a:endParaRPr sz="18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8" name="Google Shape;728;p119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</a:rPr>
              <a:t>(</a:t>
            </a: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>
                <a:solidFill>
                  <a:srgbClr val="FFFFFF"/>
                </a:solidFill>
              </a:rPr>
              <a:t> – 1)</a:t>
            </a:r>
            <a:endParaRPr>
              <a:solidFill>
                <a:srgbClr val="FFFFFF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endParaRPr>
              <a:solidFill>
                <a:srgbClr val="FFFFFF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endParaRPr>
              <a:solidFill>
                <a:srgbClr val="FFFFFF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endParaRPr>
              <a:solidFill>
                <a:srgbClr val="FFFFFF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endParaRPr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3" name="Google Shape;733;p120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</a:rPr>
              <a:t>(</a:t>
            </a: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>
                <a:solidFill>
                  <a:srgbClr val="FFFFFF"/>
                </a:solidFill>
              </a:rPr>
              <a:t> – 1) + (</a:t>
            </a: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>
                <a:solidFill>
                  <a:srgbClr val="FFFFFF"/>
                </a:solidFill>
              </a:rPr>
              <a:t> – 2)</a:t>
            </a:r>
            <a:endParaRPr>
              <a:solidFill>
                <a:srgbClr val="FFFFFF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endParaRPr>
              <a:solidFill>
                <a:srgbClr val="FFFFFF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endParaRPr>
              <a:solidFill>
                <a:srgbClr val="FFFFFF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endParaRPr>
              <a:solidFill>
                <a:srgbClr val="FFFFFF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endParaRPr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8" name="Google Shape;738;p12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</a:rPr>
              <a:t>(</a:t>
            </a: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>
                <a:solidFill>
                  <a:srgbClr val="FFFFFF"/>
                </a:solidFill>
              </a:rPr>
              <a:t> – 1) + (</a:t>
            </a: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>
                <a:solidFill>
                  <a:srgbClr val="FFFFFF"/>
                </a:solidFill>
              </a:rPr>
              <a:t> – 2)</a:t>
            </a:r>
            <a:r>
              <a:rPr lang="en">
                <a:solidFill>
                  <a:schemeClr val="dk1"/>
                </a:solidFill>
              </a:rPr>
              <a:t> + (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>
                <a:solidFill>
                  <a:schemeClr val="dk1"/>
                </a:solidFill>
              </a:rPr>
              <a:t> – 3)</a:t>
            </a:r>
            <a:endParaRPr>
              <a:solidFill>
                <a:srgbClr val="FFFFFF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endParaRPr>
              <a:solidFill>
                <a:srgbClr val="FFFFFF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endParaRPr>
              <a:solidFill>
                <a:srgbClr val="FFFFFF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endParaRPr>
              <a:solidFill>
                <a:srgbClr val="FFFFFF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endParaRPr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3" name="Google Shape;743;p122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</a:rPr>
              <a:t>(</a:t>
            </a: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>
                <a:solidFill>
                  <a:srgbClr val="FFFFFF"/>
                </a:solidFill>
              </a:rPr>
              <a:t> – 1) + (</a:t>
            </a: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>
                <a:solidFill>
                  <a:srgbClr val="FFFFFF"/>
                </a:solidFill>
              </a:rPr>
              <a:t> – 2)</a:t>
            </a:r>
            <a:r>
              <a:rPr lang="en">
                <a:solidFill>
                  <a:schemeClr val="dk1"/>
                </a:solidFill>
              </a:rPr>
              <a:t> + (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>
                <a:solidFill>
                  <a:schemeClr val="dk1"/>
                </a:solidFill>
              </a:rPr>
              <a:t> – 3)</a:t>
            </a:r>
            <a:r>
              <a:rPr lang="en">
                <a:solidFill>
                  <a:srgbClr val="FFFFFF"/>
                </a:solidFill>
              </a:rPr>
              <a:t> + ... + 1</a:t>
            </a:r>
            <a:endParaRPr>
              <a:solidFill>
                <a:srgbClr val="FFFFFF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endParaRPr>
              <a:solidFill>
                <a:srgbClr val="FFFFFF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endParaRPr>
              <a:solidFill>
                <a:srgbClr val="FFFFFF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endParaRPr>
              <a:solidFill>
                <a:srgbClr val="FFFFFF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endParaRPr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8" name="Google Shape;748;p123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666666"/>
                </a:solidFill>
              </a:rPr>
              <a:t>(</a:t>
            </a:r>
            <a:r>
              <a:rPr lang="en" i="1">
                <a:solidFill>
                  <a:srgbClr val="666666"/>
                </a:solidFill>
              </a:rPr>
              <a:t>n</a:t>
            </a:r>
            <a:r>
              <a:rPr lang="en">
                <a:solidFill>
                  <a:srgbClr val="666666"/>
                </a:solidFill>
              </a:rPr>
              <a:t> – 1) + (</a:t>
            </a:r>
            <a:r>
              <a:rPr lang="en" i="1">
                <a:solidFill>
                  <a:srgbClr val="666666"/>
                </a:solidFill>
              </a:rPr>
              <a:t>n</a:t>
            </a:r>
            <a:r>
              <a:rPr lang="en">
                <a:solidFill>
                  <a:srgbClr val="666666"/>
                </a:solidFill>
              </a:rPr>
              <a:t> – 2) + (</a:t>
            </a:r>
            <a:r>
              <a:rPr lang="en" i="1">
                <a:solidFill>
                  <a:srgbClr val="666666"/>
                </a:solidFill>
              </a:rPr>
              <a:t>n</a:t>
            </a:r>
            <a:r>
              <a:rPr lang="en">
                <a:solidFill>
                  <a:srgbClr val="666666"/>
                </a:solidFill>
              </a:rPr>
              <a:t> – 3) + ... + 1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>
                <a:solidFill>
                  <a:srgbClr val="FFFFFF"/>
                </a:solidFill>
              </a:rPr>
              <a:t>(</a:t>
            </a: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>
                <a:solidFill>
                  <a:srgbClr val="FFFFFF"/>
                </a:solidFill>
              </a:rPr>
              <a:t> – 1)/2</a:t>
            </a:r>
            <a:endParaRPr>
              <a:solidFill>
                <a:srgbClr val="FFFFFF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endParaRPr>
              <a:solidFill>
                <a:srgbClr val="FFFFFF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endParaRPr>
              <a:solidFill>
                <a:srgbClr val="FFFFFF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endParaRPr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3" name="Google Shape;753;p12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666666"/>
                </a:solidFill>
              </a:rPr>
              <a:t>(</a:t>
            </a:r>
            <a:r>
              <a:rPr lang="en" i="1">
                <a:solidFill>
                  <a:srgbClr val="666666"/>
                </a:solidFill>
              </a:rPr>
              <a:t>n</a:t>
            </a:r>
            <a:r>
              <a:rPr lang="en">
                <a:solidFill>
                  <a:srgbClr val="666666"/>
                </a:solidFill>
              </a:rPr>
              <a:t> – 1) + (</a:t>
            </a:r>
            <a:r>
              <a:rPr lang="en" i="1">
                <a:solidFill>
                  <a:srgbClr val="666666"/>
                </a:solidFill>
              </a:rPr>
              <a:t>n</a:t>
            </a:r>
            <a:r>
              <a:rPr lang="en">
                <a:solidFill>
                  <a:srgbClr val="666666"/>
                </a:solidFill>
              </a:rPr>
              <a:t> – 2) + (</a:t>
            </a:r>
            <a:r>
              <a:rPr lang="en" i="1">
                <a:solidFill>
                  <a:srgbClr val="666666"/>
                </a:solidFill>
              </a:rPr>
              <a:t>n</a:t>
            </a:r>
            <a:r>
              <a:rPr lang="en">
                <a:solidFill>
                  <a:srgbClr val="666666"/>
                </a:solidFill>
              </a:rPr>
              <a:t> – 3) + ... + 1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i="1">
                <a:solidFill>
                  <a:srgbClr val="666666"/>
                </a:solidFill>
              </a:rPr>
              <a:t>n</a:t>
            </a:r>
            <a:r>
              <a:rPr lang="en">
                <a:solidFill>
                  <a:srgbClr val="666666"/>
                </a:solidFill>
              </a:rPr>
              <a:t>(</a:t>
            </a:r>
            <a:r>
              <a:rPr lang="en" i="1">
                <a:solidFill>
                  <a:srgbClr val="666666"/>
                </a:solidFill>
              </a:rPr>
              <a:t>n</a:t>
            </a:r>
            <a:r>
              <a:rPr lang="en">
                <a:solidFill>
                  <a:srgbClr val="666666"/>
                </a:solidFill>
              </a:rPr>
              <a:t> – 1)/2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</a:rPr>
              <a:t>(</a:t>
            </a: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 baseline="30000">
                <a:solidFill>
                  <a:srgbClr val="FFFFFF"/>
                </a:solidFill>
              </a:rPr>
              <a:t>2</a:t>
            </a:r>
            <a:r>
              <a:rPr lang="en">
                <a:solidFill>
                  <a:srgbClr val="FFFFFF"/>
                </a:solidFill>
              </a:rPr>
              <a:t> – n)/2</a:t>
            </a:r>
            <a:endParaRPr>
              <a:solidFill>
                <a:srgbClr val="FFFFFF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endParaRPr>
              <a:solidFill>
                <a:srgbClr val="FFFFFF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endParaRPr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8" name="Google Shape;758;p12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666666"/>
                </a:solidFill>
              </a:rPr>
              <a:t>(</a:t>
            </a:r>
            <a:r>
              <a:rPr lang="en" i="1">
                <a:solidFill>
                  <a:srgbClr val="666666"/>
                </a:solidFill>
              </a:rPr>
              <a:t>n</a:t>
            </a:r>
            <a:r>
              <a:rPr lang="en">
                <a:solidFill>
                  <a:srgbClr val="666666"/>
                </a:solidFill>
              </a:rPr>
              <a:t> – 1) + (</a:t>
            </a:r>
            <a:r>
              <a:rPr lang="en" i="1">
                <a:solidFill>
                  <a:srgbClr val="666666"/>
                </a:solidFill>
              </a:rPr>
              <a:t>n</a:t>
            </a:r>
            <a:r>
              <a:rPr lang="en">
                <a:solidFill>
                  <a:srgbClr val="666666"/>
                </a:solidFill>
              </a:rPr>
              <a:t> – 2) + (</a:t>
            </a:r>
            <a:r>
              <a:rPr lang="en" i="1">
                <a:solidFill>
                  <a:srgbClr val="666666"/>
                </a:solidFill>
              </a:rPr>
              <a:t>n</a:t>
            </a:r>
            <a:r>
              <a:rPr lang="en">
                <a:solidFill>
                  <a:srgbClr val="666666"/>
                </a:solidFill>
              </a:rPr>
              <a:t> – 3) + ... + 1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i="1">
                <a:solidFill>
                  <a:srgbClr val="666666"/>
                </a:solidFill>
              </a:rPr>
              <a:t>n</a:t>
            </a:r>
            <a:r>
              <a:rPr lang="en">
                <a:solidFill>
                  <a:srgbClr val="666666"/>
                </a:solidFill>
              </a:rPr>
              <a:t>(</a:t>
            </a:r>
            <a:r>
              <a:rPr lang="en" i="1">
                <a:solidFill>
                  <a:srgbClr val="666666"/>
                </a:solidFill>
              </a:rPr>
              <a:t>n</a:t>
            </a:r>
            <a:r>
              <a:rPr lang="en">
                <a:solidFill>
                  <a:srgbClr val="666666"/>
                </a:solidFill>
              </a:rPr>
              <a:t> – 1)/2</a:t>
            </a:r>
            <a:endParaRPr i="1"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666666"/>
                </a:solidFill>
              </a:rPr>
              <a:t>(</a:t>
            </a:r>
            <a:r>
              <a:rPr lang="en" i="1">
                <a:solidFill>
                  <a:srgbClr val="666666"/>
                </a:solidFill>
              </a:rPr>
              <a:t>n</a:t>
            </a:r>
            <a:r>
              <a:rPr lang="en" baseline="30000">
                <a:solidFill>
                  <a:srgbClr val="666666"/>
                </a:solidFill>
              </a:rPr>
              <a:t>2</a:t>
            </a:r>
            <a:r>
              <a:rPr lang="en">
                <a:solidFill>
                  <a:srgbClr val="666666"/>
                </a:solidFill>
              </a:rPr>
              <a:t> – n)/2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 baseline="30000">
                <a:solidFill>
                  <a:srgbClr val="FFFFFF"/>
                </a:solidFill>
              </a:rPr>
              <a:t>2</a:t>
            </a:r>
            <a:r>
              <a:rPr lang="en">
                <a:solidFill>
                  <a:srgbClr val="FFFFFF"/>
                </a:solidFill>
              </a:rPr>
              <a:t>/2 – </a:t>
            </a: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>
                <a:solidFill>
                  <a:srgbClr val="FFFFFF"/>
                </a:solidFill>
              </a:rPr>
              <a:t>/2</a:t>
            </a:r>
            <a:endParaRPr>
              <a:solidFill>
                <a:srgbClr val="FFFFFF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endParaRPr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3" name="Google Shape;763;p126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666666"/>
                </a:solidFill>
              </a:rPr>
              <a:t>(</a:t>
            </a:r>
            <a:r>
              <a:rPr lang="en" i="1">
                <a:solidFill>
                  <a:srgbClr val="666666"/>
                </a:solidFill>
              </a:rPr>
              <a:t>n</a:t>
            </a:r>
            <a:r>
              <a:rPr lang="en">
                <a:solidFill>
                  <a:srgbClr val="666666"/>
                </a:solidFill>
              </a:rPr>
              <a:t> – 1) + (</a:t>
            </a:r>
            <a:r>
              <a:rPr lang="en" i="1">
                <a:solidFill>
                  <a:srgbClr val="666666"/>
                </a:solidFill>
              </a:rPr>
              <a:t>n</a:t>
            </a:r>
            <a:r>
              <a:rPr lang="en">
                <a:solidFill>
                  <a:srgbClr val="666666"/>
                </a:solidFill>
              </a:rPr>
              <a:t> – 2) + (</a:t>
            </a:r>
            <a:r>
              <a:rPr lang="en" i="1">
                <a:solidFill>
                  <a:srgbClr val="666666"/>
                </a:solidFill>
              </a:rPr>
              <a:t>n</a:t>
            </a:r>
            <a:r>
              <a:rPr lang="en">
                <a:solidFill>
                  <a:srgbClr val="666666"/>
                </a:solidFill>
              </a:rPr>
              <a:t> – 3) + ... + 1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i="1">
                <a:solidFill>
                  <a:srgbClr val="666666"/>
                </a:solidFill>
              </a:rPr>
              <a:t>n</a:t>
            </a:r>
            <a:r>
              <a:rPr lang="en">
                <a:solidFill>
                  <a:srgbClr val="666666"/>
                </a:solidFill>
              </a:rPr>
              <a:t>(</a:t>
            </a:r>
            <a:r>
              <a:rPr lang="en" i="1">
                <a:solidFill>
                  <a:srgbClr val="666666"/>
                </a:solidFill>
              </a:rPr>
              <a:t>n</a:t>
            </a:r>
            <a:r>
              <a:rPr lang="en">
                <a:solidFill>
                  <a:srgbClr val="666666"/>
                </a:solidFill>
              </a:rPr>
              <a:t> – 1)/2</a:t>
            </a:r>
            <a:endParaRPr i="1"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666666"/>
                </a:solidFill>
              </a:rPr>
              <a:t>(</a:t>
            </a:r>
            <a:r>
              <a:rPr lang="en" i="1">
                <a:solidFill>
                  <a:srgbClr val="666666"/>
                </a:solidFill>
              </a:rPr>
              <a:t>n</a:t>
            </a:r>
            <a:r>
              <a:rPr lang="en" baseline="30000">
                <a:solidFill>
                  <a:srgbClr val="666666"/>
                </a:solidFill>
              </a:rPr>
              <a:t>2</a:t>
            </a:r>
            <a:r>
              <a:rPr lang="en">
                <a:solidFill>
                  <a:srgbClr val="666666"/>
                </a:solidFill>
              </a:rPr>
              <a:t> – n)/2</a:t>
            </a:r>
            <a:endParaRPr i="1"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i="1">
                <a:solidFill>
                  <a:srgbClr val="666666"/>
                </a:solidFill>
              </a:rPr>
              <a:t>n</a:t>
            </a:r>
            <a:r>
              <a:rPr lang="en" baseline="30000">
                <a:solidFill>
                  <a:srgbClr val="666666"/>
                </a:solidFill>
              </a:rPr>
              <a:t>2</a:t>
            </a:r>
            <a:r>
              <a:rPr lang="en">
                <a:solidFill>
                  <a:srgbClr val="666666"/>
                </a:solidFill>
              </a:rPr>
              <a:t>/2 – </a:t>
            </a:r>
            <a:r>
              <a:rPr lang="en" i="1">
                <a:solidFill>
                  <a:srgbClr val="666666"/>
                </a:solidFill>
              </a:rPr>
              <a:t>n</a:t>
            </a:r>
            <a:r>
              <a:rPr lang="en">
                <a:solidFill>
                  <a:srgbClr val="666666"/>
                </a:solidFill>
              </a:rPr>
              <a:t>/2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r>
              <a:rPr lang="en" i="1">
                <a:solidFill>
                  <a:srgbClr val="FFFFFF"/>
                </a:solidFill>
              </a:rPr>
              <a:t>O</a:t>
            </a:r>
            <a:r>
              <a:rPr lang="en">
                <a:solidFill>
                  <a:srgbClr val="FFFFFF"/>
                </a:solidFill>
              </a:rPr>
              <a:t>(</a:t>
            </a: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 baseline="30000">
                <a:solidFill>
                  <a:schemeClr val="dk1"/>
                </a:solidFill>
              </a:rPr>
              <a:t>2</a:t>
            </a:r>
            <a:r>
              <a:rPr lang="en">
                <a:solidFill>
                  <a:srgbClr val="FFFFFF"/>
                </a:solidFill>
              </a:rPr>
              <a:t>)</a:t>
            </a:r>
            <a:endParaRPr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8" name="Google Shape;768;p127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i="1">
                <a:solidFill>
                  <a:schemeClr val="dk1"/>
                </a:solidFill>
              </a:rPr>
              <a:t>O</a:t>
            </a:r>
            <a:r>
              <a:rPr lang="en">
                <a:solidFill>
                  <a:schemeClr val="dk1"/>
                </a:solidFill>
              </a:rPr>
              <a:t>(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 baseline="30000">
                <a:solidFill>
                  <a:schemeClr val="dk1"/>
                </a:solidFill>
              </a:rPr>
              <a:t>2</a:t>
            </a:r>
            <a:r>
              <a:rPr lang="en">
                <a:solidFill>
                  <a:schemeClr val="dk1"/>
                </a:solidFill>
              </a:rPr>
              <a:t>)             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i="1">
                <a:solidFill>
                  <a:srgbClr val="FFFFFF"/>
                </a:solidFill>
              </a:rPr>
              <a:t>O</a:t>
            </a:r>
            <a:r>
              <a:rPr lang="en">
                <a:solidFill>
                  <a:srgbClr val="FFFFFF"/>
                </a:solidFill>
              </a:rPr>
              <a:t>(</a:t>
            </a: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>
                <a:solidFill>
                  <a:srgbClr val="FFFFFF"/>
                </a:solidFill>
              </a:rPr>
              <a:t> log </a:t>
            </a: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>
                <a:solidFill>
                  <a:srgbClr val="FFFFFF"/>
                </a:solidFill>
              </a:rPr>
              <a:t>)</a:t>
            </a:r>
            <a:endParaRPr>
              <a:solidFill>
                <a:srgbClr val="FFFFFF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i="1">
                <a:solidFill>
                  <a:srgbClr val="FFFFFF"/>
                </a:solidFill>
              </a:rPr>
              <a:t>O</a:t>
            </a:r>
            <a:r>
              <a:rPr lang="en">
                <a:solidFill>
                  <a:srgbClr val="FFFFFF"/>
                </a:solidFill>
              </a:rPr>
              <a:t>(</a:t>
            </a: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>
                <a:solidFill>
                  <a:srgbClr val="FFFFFF"/>
                </a:solidFill>
              </a:rPr>
              <a:t>)              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i="1">
                <a:solidFill>
                  <a:srgbClr val="FFFFFF"/>
                </a:solidFill>
              </a:rPr>
              <a:t>O</a:t>
            </a:r>
            <a:r>
              <a:rPr lang="en">
                <a:solidFill>
                  <a:srgbClr val="FFFFFF"/>
                </a:solidFill>
              </a:rPr>
              <a:t>(log </a:t>
            </a: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>
                <a:solidFill>
                  <a:srgbClr val="FFFFFF"/>
                </a:solidFill>
              </a:rPr>
              <a:t>)        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r>
              <a:rPr lang="en" i="1">
                <a:solidFill>
                  <a:srgbClr val="FFFFFF"/>
                </a:solidFill>
              </a:rPr>
              <a:t>O</a:t>
            </a:r>
            <a:r>
              <a:rPr lang="en">
                <a:solidFill>
                  <a:srgbClr val="FFFFFF"/>
                </a:solidFill>
              </a:rPr>
              <a:t>(1)</a:t>
            </a:r>
            <a:endParaRPr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3" name="Google Shape;773;p128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i="1">
                <a:solidFill>
                  <a:schemeClr val="dk1"/>
                </a:solidFill>
              </a:rPr>
              <a:t>O</a:t>
            </a:r>
            <a:r>
              <a:rPr lang="en">
                <a:solidFill>
                  <a:schemeClr val="dk1"/>
                </a:solidFill>
              </a:rPr>
              <a:t>(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 baseline="30000">
                <a:solidFill>
                  <a:schemeClr val="dk1"/>
                </a:solidFill>
              </a:rPr>
              <a:t>2</a:t>
            </a:r>
            <a:r>
              <a:rPr lang="en">
                <a:solidFill>
                  <a:schemeClr val="dk1"/>
                </a:solidFill>
              </a:rPr>
              <a:t>)             </a:t>
            </a:r>
            <a:r>
              <a:rPr lang="en">
                <a:solidFill>
                  <a:srgbClr val="666666"/>
                </a:solidFill>
              </a:rPr>
              <a:t>selection sort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i="1">
                <a:solidFill>
                  <a:srgbClr val="FFFFFF"/>
                </a:solidFill>
              </a:rPr>
              <a:t>O</a:t>
            </a:r>
            <a:r>
              <a:rPr lang="en">
                <a:solidFill>
                  <a:srgbClr val="FFFFFF"/>
                </a:solidFill>
              </a:rPr>
              <a:t>(</a:t>
            </a: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>
                <a:solidFill>
                  <a:srgbClr val="FFFFFF"/>
                </a:solidFill>
              </a:rPr>
              <a:t> log </a:t>
            </a: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>
                <a:solidFill>
                  <a:srgbClr val="FFFFFF"/>
                </a:solidFill>
              </a:rPr>
              <a:t>)</a:t>
            </a:r>
            <a:endParaRPr>
              <a:solidFill>
                <a:srgbClr val="FFFFFF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i="1">
                <a:solidFill>
                  <a:srgbClr val="FFFFFF"/>
                </a:solidFill>
              </a:rPr>
              <a:t>O</a:t>
            </a:r>
            <a:r>
              <a:rPr lang="en">
                <a:solidFill>
                  <a:srgbClr val="FFFFFF"/>
                </a:solidFill>
              </a:rPr>
              <a:t>(</a:t>
            </a: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>
                <a:solidFill>
                  <a:srgbClr val="FFFFFF"/>
                </a:solidFill>
              </a:rPr>
              <a:t>)              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i="1">
                <a:solidFill>
                  <a:srgbClr val="FFFFFF"/>
                </a:solidFill>
              </a:rPr>
              <a:t>O</a:t>
            </a:r>
            <a:r>
              <a:rPr lang="en">
                <a:solidFill>
                  <a:srgbClr val="FFFFFF"/>
                </a:solidFill>
              </a:rPr>
              <a:t>(log </a:t>
            </a: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>
                <a:solidFill>
                  <a:srgbClr val="FFFFFF"/>
                </a:solidFill>
              </a:rPr>
              <a:t>)        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r>
              <a:rPr lang="en" i="1">
                <a:solidFill>
                  <a:srgbClr val="FFFFFF"/>
                </a:solidFill>
              </a:rPr>
              <a:t>O</a:t>
            </a:r>
            <a:r>
              <a:rPr lang="en">
                <a:solidFill>
                  <a:srgbClr val="FFFFFF"/>
                </a:solidFill>
              </a:rPr>
              <a:t>(1)</a:t>
            </a:r>
            <a:endParaRPr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8" name="Google Shape;778;p129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For i from 0 to n-1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Find smallest number between numbers[i] and numbers[n-1]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Swap smallest number with numbers[i]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83" name="Google Shape;783;p130"/>
          <p:cNvGraphicFramePr/>
          <p:nvPr/>
        </p:nvGraphicFramePr>
        <p:xfrm>
          <a:off x="-571500" y="-304800"/>
          <a:ext cx="10287000" cy="571500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1143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[0]</a:t>
                      </a: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[1]</a:t>
                      </a: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[2]</a:t>
                      </a: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...</a:t>
                      </a: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[n-3]</a:t>
                      </a: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[n-2]</a:t>
                      </a: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[n-1]</a:t>
                      </a: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784" name="Google Shape;784;p130"/>
          <p:cNvSpPr/>
          <p:nvPr/>
        </p:nvSpPr>
        <p:spPr>
          <a:xfrm>
            <a:off x="663324" y="2494200"/>
            <a:ext cx="117000" cy="117000"/>
          </a:xfrm>
          <a:prstGeom prst="ellipse">
            <a:avLst/>
          </a:prstGeom>
          <a:solidFill>
            <a:schemeClr val="lt1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85" name="Google Shape;785;p130"/>
          <p:cNvSpPr/>
          <p:nvPr/>
        </p:nvSpPr>
        <p:spPr>
          <a:xfrm>
            <a:off x="1842774" y="2494200"/>
            <a:ext cx="117000" cy="117000"/>
          </a:xfrm>
          <a:prstGeom prst="ellipse">
            <a:avLst/>
          </a:prstGeom>
          <a:solidFill>
            <a:schemeClr val="lt1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86" name="Google Shape;786;p130"/>
          <p:cNvSpPr/>
          <p:nvPr/>
        </p:nvSpPr>
        <p:spPr>
          <a:xfrm>
            <a:off x="2988825" y="2513250"/>
            <a:ext cx="117000" cy="117000"/>
          </a:xfrm>
          <a:prstGeom prst="ellipse">
            <a:avLst/>
          </a:prstGeom>
          <a:solidFill>
            <a:schemeClr val="lt1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87" name="Google Shape;787;p130"/>
          <p:cNvSpPr/>
          <p:nvPr/>
        </p:nvSpPr>
        <p:spPr>
          <a:xfrm>
            <a:off x="4168275" y="2513250"/>
            <a:ext cx="117000" cy="117000"/>
          </a:xfrm>
          <a:prstGeom prst="ellipse">
            <a:avLst/>
          </a:prstGeom>
          <a:solidFill>
            <a:schemeClr val="lt1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88" name="Google Shape;788;p130"/>
          <p:cNvSpPr/>
          <p:nvPr/>
        </p:nvSpPr>
        <p:spPr>
          <a:xfrm>
            <a:off x="5257824" y="2503725"/>
            <a:ext cx="117000" cy="117000"/>
          </a:xfrm>
          <a:prstGeom prst="ellipse">
            <a:avLst/>
          </a:prstGeom>
          <a:solidFill>
            <a:schemeClr val="lt1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89" name="Google Shape;789;p130"/>
          <p:cNvSpPr/>
          <p:nvPr/>
        </p:nvSpPr>
        <p:spPr>
          <a:xfrm>
            <a:off x="6437274" y="2503725"/>
            <a:ext cx="117000" cy="117000"/>
          </a:xfrm>
          <a:prstGeom prst="ellipse">
            <a:avLst/>
          </a:prstGeom>
          <a:solidFill>
            <a:schemeClr val="lt1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90" name="Google Shape;790;p130"/>
          <p:cNvSpPr/>
          <p:nvPr/>
        </p:nvSpPr>
        <p:spPr>
          <a:xfrm>
            <a:off x="7583325" y="2522775"/>
            <a:ext cx="117000" cy="117000"/>
          </a:xfrm>
          <a:prstGeom prst="ellipse">
            <a:avLst/>
          </a:prstGeom>
          <a:solidFill>
            <a:schemeClr val="lt1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5" name="Google Shape;795;p13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Ω(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 baseline="30000">
                <a:solidFill>
                  <a:schemeClr val="dk1"/>
                </a:solidFill>
              </a:rPr>
              <a:t>2</a:t>
            </a:r>
            <a:r>
              <a:rPr lang="en">
                <a:solidFill>
                  <a:schemeClr val="dk1"/>
                </a:solidFill>
              </a:rPr>
              <a:t>)             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Ω(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>
                <a:solidFill>
                  <a:schemeClr val="dk1"/>
                </a:solidFill>
              </a:rPr>
              <a:t> log 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>
                <a:solidFill>
                  <a:schemeClr val="dk1"/>
                </a:solidFill>
              </a:rPr>
              <a:t>)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Ω(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>
                <a:solidFill>
                  <a:schemeClr val="dk1"/>
                </a:solidFill>
              </a:rPr>
              <a:t>)          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Ω(log 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>
                <a:solidFill>
                  <a:schemeClr val="dk1"/>
                </a:solidFill>
              </a:rPr>
              <a:t>)    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r>
              <a:rPr lang="en">
                <a:solidFill>
                  <a:srgbClr val="FFFFFF"/>
                </a:solidFill>
              </a:rPr>
              <a:t>Ω(1)              </a:t>
            </a:r>
            <a:endParaRPr>
              <a:solidFill>
                <a:srgbClr val="666666"/>
              </a:solidFill>
            </a:endParaRP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0" name="Google Shape;800;p132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Ω(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 baseline="30000">
                <a:solidFill>
                  <a:schemeClr val="dk1"/>
                </a:solidFill>
              </a:rPr>
              <a:t>2</a:t>
            </a:r>
            <a:r>
              <a:rPr lang="en">
                <a:solidFill>
                  <a:schemeClr val="dk1"/>
                </a:solidFill>
              </a:rPr>
              <a:t>)             </a:t>
            </a:r>
            <a:r>
              <a:rPr lang="en">
                <a:solidFill>
                  <a:srgbClr val="666666"/>
                </a:solidFill>
              </a:rPr>
              <a:t>selection sort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Ω(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>
                <a:solidFill>
                  <a:schemeClr val="dk1"/>
                </a:solidFill>
              </a:rPr>
              <a:t> log 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>
                <a:solidFill>
                  <a:schemeClr val="dk1"/>
                </a:solidFill>
              </a:rPr>
              <a:t>)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Ω(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>
                <a:solidFill>
                  <a:schemeClr val="dk1"/>
                </a:solidFill>
              </a:rPr>
              <a:t>)          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Ω(log 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>
                <a:solidFill>
                  <a:schemeClr val="dk1"/>
                </a:solidFill>
              </a:rPr>
              <a:t>)    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r>
              <a:rPr lang="en">
                <a:solidFill>
                  <a:srgbClr val="FFFFFF"/>
                </a:solidFill>
              </a:rPr>
              <a:t>Ω(1)              </a:t>
            </a:r>
            <a:endParaRPr>
              <a:solidFill>
                <a:srgbClr val="666666"/>
              </a:solidFill>
            </a:endParaRP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5" name="Google Shape;805;p133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Θ(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 baseline="30000">
                <a:solidFill>
                  <a:schemeClr val="dk1"/>
                </a:solidFill>
              </a:rPr>
              <a:t>2</a:t>
            </a:r>
            <a:r>
              <a:rPr lang="en">
                <a:solidFill>
                  <a:schemeClr val="dk1"/>
                </a:solidFill>
              </a:rPr>
              <a:t>)             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Θ(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>
                <a:solidFill>
                  <a:schemeClr val="dk1"/>
                </a:solidFill>
              </a:rPr>
              <a:t> log 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>
                <a:solidFill>
                  <a:schemeClr val="dk1"/>
                </a:solidFill>
              </a:rPr>
              <a:t>)     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Θ(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>
                <a:solidFill>
                  <a:schemeClr val="dk1"/>
                </a:solidFill>
              </a:rPr>
              <a:t>)          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Θ(log 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>
                <a:solidFill>
                  <a:schemeClr val="dk1"/>
                </a:solidFill>
              </a:rPr>
              <a:t>)    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r>
              <a:rPr lang="en">
                <a:solidFill>
                  <a:srgbClr val="FFFFFF"/>
                </a:solidFill>
              </a:rPr>
              <a:t>Θ(1)              </a:t>
            </a:r>
            <a:endParaRPr>
              <a:solidFill>
                <a:srgbClr val="666666"/>
              </a:solidFill>
            </a:endParaRP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0" name="Google Shape;810;p13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Θ(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 baseline="30000">
                <a:solidFill>
                  <a:schemeClr val="dk1"/>
                </a:solidFill>
              </a:rPr>
              <a:t>2</a:t>
            </a:r>
            <a:r>
              <a:rPr lang="en">
                <a:solidFill>
                  <a:schemeClr val="dk1"/>
                </a:solidFill>
              </a:rPr>
              <a:t>)             </a:t>
            </a:r>
            <a:r>
              <a:rPr lang="en">
                <a:solidFill>
                  <a:srgbClr val="666666"/>
                </a:solidFill>
              </a:rPr>
              <a:t>selection sort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Θ(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>
                <a:solidFill>
                  <a:schemeClr val="dk1"/>
                </a:solidFill>
              </a:rPr>
              <a:t> log 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>
                <a:solidFill>
                  <a:schemeClr val="dk1"/>
                </a:solidFill>
              </a:rPr>
              <a:t>)     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Θ(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>
                <a:solidFill>
                  <a:schemeClr val="dk1"/>
                </a:solidFill>
              </a:rPr>
              <a:t>)          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Θ(log 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>
                <a:solidFill>
                  <a:schemeClr val="dk1"/>
                </a:solidFill>
              </a:rPr>
              <a:t>)    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r>
              <a:rPr lang="en">
                <a:solidFill>
                  <a:srgbClr val="FFFFFF"/>
                </a:solidFill>
              </a:rPr>
              <a:t>Θ(1)              </a:t>
            </a:r>
            <a:endParaRPr>
              <a:solidFill>
                <a:srgbClr val="666666"/>
              </a:solidFill>
            </a:endParaRP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5" name="Google Shape;815;p135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bubble sort</a:t>
            </a:r>
            <a:endParaRPr/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20" name="Google Shape;820;p136"/>
          <p:cNvGraphicFramePr/>
          <p:nvPr/>
        </p:nvGraphicFramePr>
        <p:xfrm>
          <a:off x="-571500" y="-304800"/>
          <a:ext cx="10287000" cy="571500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1143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[0]</a:t>
                      </a: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[1]</a:t>
                      </a: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[2]</a:t>
                      </a: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...</a:t>
                      </a: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[n-3]</a:t>
                      </a: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[n-2]</a:t>
                      </a: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[n-1]</a:t>
                      </a: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21" name="Google Shape;821;p136"/>
          <p:cNvSpPr/>
          <p:nvPr/>
        </p:nvSpPr>
        <p:spPr>
          <a:xfrm>
            <a:off x="663324" y="2494200"/>
            <a:ext cx="117000" cy="117000"/>
          </a:xfrm>
          <a:prstGeom prst="ellipse">
            <a:avLst/>
          </a:prstGeom>
          <a:solidFill>
            <a:schemeClr val="lt1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2" name="Google Shape;822;p136"/>
          <p:cNvSpPr/>
          <p:nvPr/>
        </p:nvSpPr>
        <p:spPr>
          <a:xfrm>
            <a:off x="1842774" y="2494200"/>
            <a:ext cx="117000" cy="117000"/>
          </a:xfrm>
          <a:prstGeom prst="ellipse">
            <a:avLst/>
          </a:prstGeom>
          <a:solidFill>
            <a:schemeClr val="lt1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3" name="Google Shape;823;p136"/>
          <p:cNvSpPr/>
          <p:nvPr/>
        </p:nvSpPr>
        <p:spPr>
          <a:xfrm>
            <a:off x="2988825" y="2513250"/>
            <a:ext cx="117000" cy="117000"/>
          </a:xfrm>
          <a:prstGeom prst="ellipse">
            <a:avLst/>
          </a:prstGeom>
          <a:solidFill>
            <a:schemeClr val="lt1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4" name="Google Shape;824;p136"/>
          <p:cNvSpPr/>
          <p:nvPr/>
        </p:nvSpPr>
        <p:spPr>
          <a:xfrm>
            <a:off x="4168275" y="2513250"/>
            <a:ext cx="117000" cy="117000"/>
          </a:xfrm>
          <a:prstGeom prst="ellipse">
            <a:avLst/>
          </a:prstGeom>
          <a:solidFill>
            <a:schemeClr val="lt1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5" name="Google Shape;825;p136"/>
          <p:cNvSpPr/>
          <p:nvPr/>
        </p:nvSpPr>
        <p:spPr>
          <a:xfrm>
            <a:off x="5257824" y="2503725"/>
            <a:ext cx="117000" cy="117000"/>
          </a:xfrm>
          <a:prstGeom prst="ellipse">
            <a:avLst/>
          </a:prstGeom>
          <a:solidFill>
            <a:schemeClr val="lt1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6" name="Google Shape;826;p136"/>
          <p:cNvSpPr/>
          <p:nvPr/>
        </p:nvSpPr>
        <p:spPr>
          <a:xfrm>
            <a:off x="6437274" y="2503725"/>
            <a:ext cx="117000" cy="117000"/>
          </a:xfrm>
          <a:prstGeom prst="ellipse">
            <a:avLst/>
          </a:prstGeom>
          <a:solidFill>
            <a:schemeClr val="lt1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7" name="Google Shape;827;p136"/>
          <p:cNvSpPr/>
          <p:nvPr/>
        </p:nvSpPr>
        <p:spPr>
          <a:xfrm>
            <a:off x="7583325" y="2522775"/>
            <a:ext cx="117000" cy="117000"/>
          </a:xfrm>
          <a:prstGeom prst="ellipse">
            <a:avLst/>
          </a:prstGeom>
          <a:solidFill>
            <a:schemeClr val="lt1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2" name="Google Shape;832;p137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Repeat n times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For i from 0 to n-2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    If numbers[i] and numbers[i+1] out of order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        Swap them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7" name="Google Shape;837;p138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Repeat n-1 times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For i from 0 to n-2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    If numbers[i] and numbers[i+1] out of order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        Swap them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2" name="Google Shape;842;p139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Consolas"/>
                <a:ea typeface="Consolas"/>
                <a:cs typeface="Consolas"/>
                <a:sym typeface="Consolas"/>
              </a:rPr>
              <a:t>7  2  5  4  1  6  0  3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7" name="Google Shape;847;p140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Consolas"/>
                <a:ea typeface="Consolas"/>
                <a:cs typeface="Consolas"/>
                <a:sym typeface="Consolas"/>
              </a:rPr>
              <a:t>7  2  5  4  1  6  0  3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48" name="Google Shape;848;p140"/>
          <p:cNvSpPr txBox="1"/>
          <p:nvPr/>
        </p:nvSpPr>
        <p:spPr>
          <a:xfrm>
            <a:off x="1544900" y="2980676"/>
            <a:ext cx="1653900" cy="5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[i]  [i+1]</a:t>
            </a:r>
            <a:endParaRPr sz="18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3" name="Google Shape;853;p141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Consolas"/>
                <a:ea typeface="Consolas"/>
                <a:cs typeface="Consolas"/>
                <a:sym typeface="Consolas"/>
              </a:rPr>
              <a:t>2  7  5  4  1  6  0  3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54" name="Google Shape;854;p141"/>
          <p:cNvSpPr txBox="1"/>
          <p:nvPr/>
        </p:nvSpPr>
        <p:spPr>
          <a:xfrm>
            <a:off x="1544900" y="2980676"/>
            <a:ext cx="1653900" cy="5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[i]  [i+1]</a:t>
            </a:r>
            <a:endParaRPr sz="18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9" name="Google Shape;859;p142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Consolas"/>
                <a:ea typeface="Consolas"/>
                <a:cs typeface="Consolas"/>
                <a:sym typeface="Consolas"/>
              </a:rPr>
              <a:t>2  7  5  4  1  6  0  3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60" name="Google Shape;860;p142"/>
          <p:cNvSpPr txBox="1"/>
          <p:nvPr/>
        </p:nvSpPr>
        <p:spPr>
          <a:xfrm>
            <a:off x="2288725" y="2980676"/>
            <a:ext cx="1653900" cy="5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[i]  [i+1]</a:t>
            </a:r>
            <a:endParaRPr sz="18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5" name="Google Shape;865;p14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Consolas"/>
                <a:ea typeface="Consolas"/>
                <a:cs typeface="Consolas"/>
                <a:sym typeface="Consolas"/>
              </a:rPr>
              <a:t>2  5  7  4  1  6  0  3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66" name="Google Shape;866;p143"/>
          <p:cNvSpPr txBox="1"/>
          <p:nvPr/>
        </p:nvSpPr>
        <p:spPr>
          <a:xfrm>
            <a:off x="2288725" y="2980676"/>
            <a:ext cx="1653900" cy="5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[i]  [i+1]</a:t>
            </a:r>
            <a:endParaRPr sz="18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1" name="Google Shape;871;p144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Consolas"/>
                <a:ea typeface="Consolas"/>
                <a:cs typeface="Consolas"/>
                <a:sym typeface="Consolas"/>
              </a:rPr>
              <a:t>2  5  7  4  1  6  0  3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72" name="Google Shape;872;p144"/>
          <p:cNvSpPr txBox="1"/>
          <p:nvPr/>
        </p:nvSpPr>
        <p:spPr>
          <a:xfrm>
            <a:off x="3036050" y="2980676"/>
            <a:ext cx="1653900" cy="5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[i]  [i+1]</a:t>
            </a:r>
            <a:endParaRPr sz="18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7" name="Google Shape;877;p145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Consolas"/>
                <a:ea typeface="Consolas"/>
                <a:cs typeface="Consolas"/>
                <a:sym typeface="Consolas"/>
              </a:rPr>
              <a:t>2  5  4  7  1  6  0  3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78" name="Google Shape;878;p145"/>
          <p:cNvSpPr txBox="1"/>
          <p:nvPr/>
        </p:nvSpPr>
        <p:spPr>
          <a:xfrm>
            <a:off x="3036050" y="2980676"/>
            <a:ext cx="1653900" cy="5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[i]  [i+1]</a:t>
            </a:r>
            <a:endParaRPr sz="18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3" name="Google Shape;883;p146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Consolas"/>
                <a:ea typeface="Consolas"/>
                <a:cs typeface="Consolas"/>
                <a:sym typeface="Consolas"/>
              </a:rPr>
              <a:t>2  5  4  7  1  6  0  3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84" name="Google Shape;884;p146"/>
          <p:cNvSpPr txBox="1"/>
          <p:nvPr/>
        </p:nvSpPr>
        <p:spPr>
          <a:xfrm>
            <a:off x="3798050" y="2980676"/>
            <a:ext cx="1653900" cy="5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[i]  [i+1]</a:t>
            </a:r>
            <a:endParaRPr sz="18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9" name="Google Shape;889;p147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Consolas"/>
                <a:ea typeface="Consolas"/>
                <a:cs typeface="Consolas"/>
                <a:sym typeface="Consolas"/>
              </a:rPr>
              <a:t>2  5  4  1  7  6  0  3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90" name="Google Shape;890;p147"/>
          <p:cNvSpPr txBox="1"/>
          <p:nvPr/>
        </p:nvSpPr>
        <p:spPr>
          <a:xfrm>
            <a:off x="3798050" y="2980676"/>
            <a:ext cx="1653900" cy="5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[i]  [i+1]</a:t>
            </a:r>
            <a:endParaRPr sz="18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5" name="Google Shape;895;p148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Consolas"/>
                <a:ea typeface="Consolas"/>
                <a:cs typeface="Consolas"/>
                <a:sym typeface="Consolas"/>
              </a:rPr>
              <a:t>2  5  4  1  7  6  0  3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96" name="Google Shape;896;p148"/>
          <p:cNvSpPr txBox="1"/>
          <p:nvPr/>
        </p:nvSpPr>
        <p:spPr>
          <a:xfrm>
            <a:off x="4560050" y="2980676"/>
            <a:ext cx="1653900" cy="5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[i]  [i+1]</a:t>
            </a:r>
            <a:endParaRPr sz="18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1" name="Google Shape;901;p149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Consolas"/>
                <a:ea typeface="Consolas"/>
                <a:cs typeface="Consolas"/>
                <a:sym typeface="Consolas"/>
              </a:rPr>
              <a:t>2  5  4  1  6  7  0  3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02" name="Google Shape;902;p149"/>
          <p:cNvSpPr txBox="1"/>
          <p:nvPr/>
        </p:nvSpPr>
        <p:spPr>
          <a:xfrm>
            <a:off x="4560050" y="2980676"/>
            <a:ext cx="1653900" cy="5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[i]  [i+1]</a:t>
            </a:r>
            <a:endParaRPr sz="18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7" name="Google Shape;907;p150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Consolas"/>
                <a:ea typeface="Consolas"/>
                <a:cs typeface="Consolas"/>
                <a:sym typeface="Consolas"/>
              </a:rPr>
              <a:t>2  5  4  1  6  7  0  3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08" name="Google Shape;908;p150"/>
          <p:cNvSpPr txBox="1"/>
          <p:nvPr/>
        </p:nvSpPr>
        <p:spPr>
          <a:xfrm>
            <a:off x="5303875" y="2980676"/>
            <a:ext cx="1653900" cy="5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[i]  [i+1]</a:t>
            </a:r>
            <a:endParaRPr sz="18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3" name="Google Shape;913;p151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Consolas"/>
                <a:ea typeface="Consolas"/>
                <a:cs typeface="Consolas"/>
                <a:sym typeface="Consolas"/>
              </a:rPr>
              <a:t>2  5  4  1  6  0  7  3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14" name="Google Shape;914;p151"/>
          <p:cNvSpPr txBox="1"/>
          <p:nvPr/>
        </p:nvSpPr>
        <p:spPr>
          <a:xfrm>
            <a:off x="5303875" y="2980676"/>
            <a:ext cx="1653900" cy="5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[i]  [i+1]</a:t>
            </a:r>
            <a:endParaRPr sz="18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9" name="Google Shape;919;p152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Consolas"/>
                <a:ea typeface="Consolas"/>
                <a:cs typeface="Consolas"/>
                <a:sym typeface="Consolas"/>
              </a:rPr>
              <a:t>2  5  4  1  6  0  7  3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20" name="Google Shape;920;p152"/>
          <p:cNvSpPr txBox="1"/>
          <p:nvPr/>
        </p:nvSpPr>
        <p:spPr>
          <a:xfrm>
            <a:off x="6065875" y="2980676"/>
            <a:ext cx="1653900" cy="5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[i]  [i+1]</a:t>
            </a:r>
            <a:endParaRPr sz="18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5" name="Google Shape;925;p15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Consolas"/>
                <a:ea typeface="Consolas"/>
                <a:cs typeface="Consolas"/>
                <a:sym typeface="Consolas"/>
              </a:rPr>
              <a:t>2  5  4  1  6  0  3  7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26" name="Google Shape;926;p153"/>
          <p:cNvSpPr txBox="1"/>
          <p:nvPr/>
        </p:nvSpPr>
        <p:spPr>
          <a:xfrm>
            <a:off x="6065875" y="2980676"/>
            <a:ext cx="1653900" cy="5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[i]  [i+1]</a:t>
            </a:r>
            <a:endParaRPr sz="18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1" name="Google Shape;931;p154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Consolas"/>
                <a:ea typeface="Consolas"/>
                <a:cs typeface="Consolas"/>
                <a:sym typeface="Consolas"/>
              </a:rPr>
              <a:t>2  5  4  1  6  0  3  7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32" name="Google Shape;932;p154"/>
          <p:cNvSpPr txBox="1"/>
          <p:nvPr/>
        </p:nvSpPr>
        <p:spPr>
          <a:xfrm>
            <a:off x="1544900" y="2980676"/>
            <a:ext cx="1653900" cy="5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[i]  [i+1]</a:t>
            </a:r>
            <a:endParaRPr sz="18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7" name="Google Shape;937;p15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Repeat n-1 times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For i from 0 to n-2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    If numbers[i] and numbers[i+1] out of order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        Swap them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2" name="Google Shape;942;p156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Repeat n-1 times  </a:t>
            </a:r>
            <a:r>
              <a:rPr lang="en">
                <a:solidFill>
                  <a:srgbClr val="000000"/>
                </a:solidFill>
                <a:highlight>
                  <a:schemeClr val="dk1"/>
                </a:highlight>
                <a:latin typeface="Consolas"/>
                <a:ea typeface="Consolas"/>
                <a:cs typeface="Consolas"/>
                <a:sym typeface="Consolas"/>
              </a:rPr>
              <a:t>n-1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For i from 0 to n-2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    If numbers[i] and numbers[i+1] out of order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        Swap them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7" name="Google Shape;947;p157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Repeat n-1 times  </a:t>
            </a:r>
            <a:r>
              <a:rPr lang="en">
                <a:solidFill>
                  <a:srgbClr val="000000"/>
                </a:solidFill>
                <a:highlight>
                  <a:schemeClr val="dk1"/>
                </a:highlight>
                <a:latin typeface="Consolas"/>
                <a:ea typeface="Consolas"/>
                <a:cs typeface="Consolas"/>
                <a:sym typeface="Consolas"/>
              </a:rPr>
              <a:t>n-1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For i from 0 to n-2  </a:t>
            </a:r>
            <a:r>
              <a:rPr lang="en">
                <a:solidFill>
                  <a:srgbClr val="000000"/>
                </a:solidFill>
                <a:highlight>
                  <a:schemeClr val="dk1"/>
                </a:highlight>
                <a:latin typeface="Consolas"/>
                <a:ea typeface="Consolas"/>
                <a:cs typeface="Consolas"/>
                <a:sym typeface="Consolas"/>
              </a:rPr>
              <a:t>n-1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    If numbers[i] and numbers[i+1] out of order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        Swap them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2" name="Google Shape;952;p158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Repeat n-1 times  </a:t>
            </a:r>
            <a:r>
              <a:rPr lang="en">
                <a:solidFill>
                  <a:srgbClr val="000000"/>
                </a:solidFill>
                <a:highlight>
                  <a:schemeClr val="dk1"/>
                </a:highlight>
                <a:latin typeface="Consolas"/>
                <a:ea typeface="Consolas"/>
                <a:cs typeface="Consolas"/>
                <a:sym typeface="Consolas"/>
              </a:rPr>
              <a:t>n-1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For i from 0 to n-2  </a:t>
            </a:r>
            <a:r>
              <a:rPr lang="en">
                <a:solidFill>
                  <a:srgbClr val="000000"/>
                </a:solidFill>
                <a:highlight>
                  <a:schemeClr val="dk1"/>
                </a:highlight>
                <a:latin typeface="Consolas"/>
                <a:ea typeface="Consolas"/>
                <a:cs typeface="Consolas"/>
                <a:sym typeface="Consolas"/>
              </a:rPr>
              <a:t>n-1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    If numbers[i] and numbers[i+1] out of order  </a:t>
            </a:r>
            <a:r>
              <a:rPr lang="en">
                <a:solidFill>
                  <a:srgbClr val="000000"/>
                </a:solidFill>
                <a:highlight>
                  <a:schemeClr val="dk1"/>
                </a:highlight>
                <a:latin typeface="Consolas"/>
                <a:ea typeface="Consolas"/>
                <a:cs typeface="Consolas"/>
                <a:sym typeface="Consolas"/>
              </a:rPr>
              <a:t>1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        Swap them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7" name="Google Shape;957;p159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Repeat n-1 times  </a:t>
            </a:r>
            <a:r>
              <a:rPr lang="en">
                <a:solidFill>
                  <a:srgbClr val="000000"/>
                </a:solidFill>
                <a:highlight>
                  <a:schemeClr val="dk1"/>
                </a:highlight>
                <a:latin typeface="Consolas"/>
                <a:ea typeface="Consolas"/>
                <a:cs typeface="Consolas"/>
                <a:sym typeface="Consolas"/>
              </a:rPr>
              <a:t>n-1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For i from 0 to n-2  </a:t>
            </a:r>
            <a:r>
              <a:rPr lang="en">
                <a:solidFill>
                  <a:srgbClr val="000000"/>
                </a:solidFill>
                <a:highlight>
                  <a:schemeClr val="dk1"/>
                </a:highlight>
                <a:latin typeface="Consolas"/>
                <a:ea typeface="Consolas"/>
                <a:cs typeface="Consolas"/>
                <a:sym typeface="Consolas"/>
              </a:rPr>
              <a:t>n-1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    If numbers[i] and numbers[i+1] out of order  </a:t>
            </a:r>
            <a:r>
              <a:rPr lang="en">
                <a:solidFill>
                  <a:srgbClr val="000000"/>
                </a:solidFill>
                <a:highlight>
                  <a:schemeClr val="dk1"/>
                </a:highlight>
                <a:latin typeface="Consolas"/>
                <a:ea typeface="Consolas"/>
                <a:cs typeface="Consolas"/>
                <a:sym typeface="Consolas"/>
              </a:rPr>
              <a:t>4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        Swap them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2" name="Google Shape;962;p160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Repeat n-1 times  </a:t>
            </a:r>
            <a:r>
              <a:rPr lang="en">
                <a:solidFill>
                  <a:srgbClr val="000000"/>
                </a:solidFill>
                <a:highlight>
                  <a:schemeClr val="dk1"/>
                </a:highlight>
                <a:latin typeface="Consolas"/>
                <a:ea typeface="Consolas"/>
                <a:cs typeface="Consolas"/>
                <a:sym typeface="Consolas"/>
              </a:rPr>
              <a:t>n-1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For i from 0 to n-2  </a:t>
            </a:r>
            <a:r>
              <a:rPr lang="en">
                <a:solidFill>
                  <a:srgbClr val="000000"/>
                </a:solidFill>
                <a:highlight>
                  <a:schemeClr val="dk1"/>
                </a:highlight>
                <a:latin typeface="Consolas"/>
                <a:ea typeface="Consolas"/>
                <a:cs typeface="Consolas"/>
                <a:sym typeface="Consolas"/>
              </a:rPr>
              <a:t>n-1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    If numbers[i] and numbers[i+1] out of order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        Swap them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7" name="Google Shape;967;p16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</a:rPr>
              <a:t>(</a:t>
            </a: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>
                <a:solidFill>
                  <a:srgbClr val="FFFFFF"/>
                </a:solidFill>
              </a:rPr>
              <a:t> – 1) × (</a:t>
            </a: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>
                <a:solidFill>
                  <a:srgbClr val="FFFFFF"/>
                </a:solidFill>
              </a:rPr>
              <a:t> – 1)</a:t>
            </a:r>
            <a:endParaRPr>
              <a:solidFill>
                <a:srgbClr val="FFFFFF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endParaRPr>
              <a:solidFill>
                <a:srgbClr val="FFFFFF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endParaRPr>
              <a:solidFill>
                <a:srgbClr val="FFFFFF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endParaRPr>
              <a:solidFill>
                <a:srgbClr val="FFFFFF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endParaRPr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2" name="Google Shape;972;p162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666666"/>
                </a:solidFill>
              </a:rPr>
              <a:t>(</a:t>
            </a:r>
            <a:r>
              <a:rPr lang="en" i="1">
                <a:solidFill>
                  <a:srgbClr val="666666"/>
                </a:solidFill>
              </a:rPr>
              <a:t>n</a:t>
            </a:r>
            <a:r>
              <a:rPr lang="en">
                <a:solidFill>
                  <a:srgbClr val="666666"/>
                </a:solidFill>
              </a:rPr>
              <a:t> – 1) × (</a:t>
            </a:r>
            <a:r>
              <a:rPr lang="en" i="1">
                <a:solidFill>
                  <a:srgbClr val="666666"/>
                </a:solidFill>
              </a:rPr>
              <a:t>n</a:t>
            </a:r>
            <a:r>
              <a:rPr lang="en">
                <a:solidFill>
                  <a:srgbClr val="666666"/>
                </a:solidFill>
              </a:rPr>
              <a:t> – 1)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 baseline="30000">
                <a:solidFill>
                  <a:srgbClr val="FFFFFF"/>
                </a:solidFill>
              </a:rPr>
              <a:t>2</a:t>
            </a:r>
            <a:r>
              <a:rPr lang="en">
                <a:solidFill>
                  <a:srgbClr val="FFFFFF"/>
                </a:solidFill>
              </a:rPr>
              <a:t> – 1</a:t>
            </a: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>
                <a:solidFill>
                  <a:srgbClr val="FFFFFF"/>
                </a:solidFill>
              </a:rPr>
              <a:t> – 1</a:t>
            </a: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>
                <a:solidFill>
                  <a:srgbClr val="FFFFFF"/>
                </a:solidFill>
              </a:rPr>
              <a:t> + 1</a:t>
            </a:r>
            <a:endParaRPr>
              <a:solidFill>
                <a:srgbClr val="FFFFFF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endParaRPr>
              <a:solidFill>
                <a:srgbClr val="FFFFFF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endParaRPr>
              <a:solidFill>
                <a:srgbClr val="FFFFFF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endParaRPr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7" name="Google Shape;977;p163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666666"/>
                </a:solidFill>
              </a:rPr>
              <a:t>(</a:t>
            </a:r>
            <a:r>
              <a:rPr lang="en" i="1">
                <a:solidFill>
                  <a:srgbClr val="666666"/>
                </a:solidFill>
              </a:rPr>
              <a:t>n</a:t>
            </a:r>
            <a:r>
              <a:rPr lang="en">
                <a:solidFill>
                  <a:srgbClr val="666666"/>
                </a:solidFill>
              </a:rPr>
              <a:t> – 1) × (</a:t>
            </a:r>
            <a:r>
              <a:rPr lang="en" i="1">
                <a:solidFill>
                  <a:srgbClr val="666666"/>
                </a:solidFill>
              </a:rPr>
              <a:t>n</a:t>
            </a:r>
            <a:r>
              <a:rPr lang="en">
                <a:solidFill>
                  <a:srgbClr val="666666"/>
                </a:solidFill>
              </a:rPr>
              <a:t> – 1)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i="1">
                <a:solidFill>
                  <a:srgbClr val="666666"/>
                </a:solidFill>
              </a:rPr>
              <a:t>n</a:t>
            </a:r>
            <a:r>
              <a:rPr lang="en" baseline="30000">
                <a:solidFill>
                  <a:srgbClr val="666666"/>
                </a:solidFill>
              </a:rPr>
              <a:t>2</a:t>
            </a:r>
            <a:r>
              <a:rPr lang="en">
                <a:solidFill>
                  <a:srgbClr val="666666"/>
                </a:solidFill>
              </a:rPr>
              <a:t> – 1</a:t>
            </a:r>
            <a:r>
              <a:rPr lang="en" i="1">
                <a:solidFill>
                  <a:srgbClr val="666666"/>
                </a:solidFill>
              </a:rPr>
              <a:t>n</a:t>
            </a:r>
            <a:r>
              <a:rPr lang="en">
                <a:solidFill>
                  <a:srgbClr val="666666"/>
                </a:solidFill>
              </a:rPr>
              <a:t> – 1</a:t>
            </a:r>
            <a:r>
              <a:rPr lang="en" i="1">
                <a:solidFill>
                  <a:srgbClr val="666666"/>
                </a:solidFill>
              </a:rPr>
              <a:t>n</a:t>
            </a:r>
            <a:r>
              <a:rPr lang="en">
                <a:solidFill>
                  <a:srgbClr val="666666"/>
                </a:solidFill>
              </a:rPr>
              <a:t> + 1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 baseline="30000">
                <a:solidFill>
                  <a:srgbClr val="FFFFFF"/>
                </a:solidFill>
              </a:rPr>
              <a:t>2</a:t>
            </a:r>
            <a:r>
              <a:rPr lang="en">
                <a:solidFill>
                  <a:srgbClr val="FFFFFF"/>
                </a:solidFill>
              </a:rPr>
              <a:t> – 2</a:t>
            </a: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>
                <a:solidFill>
                  <a:srgbClr val="FFFFFF"/>
                </a:solidFill>
              </a:rPr>
              <a:t> + 1</a:t>
            </a:r>
            <a:endParaRPr>
              <a:solidFill>
                <a:srgbClr val="FFFFFF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endParaRPr>
              <a:solidFill>
                <a:srgbClr val="FFFFFF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endParaRPr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2" name="Google Shape;982;p16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666666"/>
                </a:solidFill>
              </a:rPr>
              <a:t>(</a:t>
            </a:r>
            <a:r>
              <a:rPr lang="en" i="1">
                <a:solidFill>
                  <a:srgbClr val="666666"/>
                </a:solidFill>
              </a:rPr>
              <a:t>n</a:t>
            </a:r>
            <a:r>
              <a:rPr lang="en">
                <a:solidFill>
                  <a:srgbClr val="666666"/>
                </a:solidFill>
              </a:rPr>
              <a:t> – 1) × (</a:t>
            </a:r>
            <a:r>
              <a:rPr lang="en" i="1">
                <a:solidFill>
                  <a:srgbClr val="666666"/>
                </a:solidFill>
              </a:rPr>
              <a:t>n</a:t>
            </a:r>
            <a:r>
              <a:rPr lang="en">
                <a:solidFill>
                  <a:srgbClr val="666666"/>
                </a:solidFill>
              </a:rPr>
              <a:t> – 1)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i="1">
                <a:solidFill>
                  <a:srgbClr val="666666"/>
                </a:solidFill>
              </a:rPr>
              <a:t>n</a:t>
            </a:r>
            <a:r>
              <a:rPr lang="en" baseline="30000">
                <a:solidFill>
                  <a:srgbClr val="666666"/>
                </a:solidFill>
              </a:rPr>
              <a:t>2</a:t>
            </a:r>
            <a:r>
              <a:rPr lang="en">
                <a:solidFill>
                  <a:srgbClr val="666666"/>
                </a:solidFill>
              </a:rPr>
              <a:t> – 1</a:t>
            </a:r>
            <a:r>
              <a:rPr lang="en" i="1">
                <a:solidFill>
                  <a:srgbClr val="666666"/>
                </a:solidFill>
              </a:rPr>
              <a:t>n</a:t>
            </a:r>
            <a:r>
              <a:rPr lang="en">
                <a:solidFill>
                  <a:srgbClr val="666666"/>
                </a:solidFill>
              </a:rPr>
              <a:t> – 1</a:t>
            </a:r>
            <a:r>
              <a:rPr lang="en" i="1">
                <a:solidFill>
                  <a:srgbClr val="666666"/>
                </a:solidFill>
              </a:rPr>
              <a:t>n</a:t>
            </a:r>
            <a:r>
              <a:rPr lang="en">
                <a:solidFill>
                  <a:srgbClr val="666666"/>
                </a:solidFill>
              </a:rPr>
              <a:t> + 1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i="1">
                <a:solidFill>
                  <a:srgbClr val="666666"/>
                </a:solidFill>
              </a:rPr>
              <a:t>n</a:t>
            </a:r>
            <a:r>
              <a:rPr lang="en" baseline="30000">
                <a:solidFill>
                  <a:srgbClr val="666666"/>
                </a:solidFill>
              </a:rPr>
              <a:t>2</a:t>
            </a:r>
            <a:r>
              <a:rPr lang="en">
                <a:solidFill>
                  <a:srgbClr val="666666"/>
                </a:solidFill>
              </a:rPr>
              <a:t> – 2</a:t>
            </a:r>
            <a:r>
              <a:rPr lang="en" i="1">
                <a:solidFill>
                  <a:srgbClr val="666666"/>
                </a:solidFill>
              </a:rPr>
              <a:t>n</a:t>
            </a:r>
            <a:r>
              <a:rPr lang="en">
                <a:solidFill>
                  <a:srgbClr val="666666"/>
                </a:solidFill>
              </a:rPr>
              <a:t> + 1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i="1">
                <a:solidFill>
                  <a:srgbClr val="FFFFFF"/>
                </a:solidFill>
              </a:rPr>
              <a:t>O</a:t>
            </a:r>
            <a:r>
              <a:rPr lang="en">
                <a:solidFill>
                  <a:srgbClr val="FFFFFF"/>
                </a:solidFill>
              </a:rPr>
              <a:t>(</a:t>
            </a: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 baseline="30000">
                <a:solidFill>
                  <a:srgbClr val="FFFFFF"/>
                </a:solidFill>
              </a:rPr>
              <a:t>2</a:t>
            </a:r>
            <a:r>
              <a:rPr lang="en">
                <a:solidFill>
                  <a:srgbClr val="FFFFFF"/>
                </a:solidFill>
              </a:rPr>
              <a:t>)</a:t>
            </a:r>
            <a:endParaRPr>
              <a:solidFill>
                <a:srgbClr val="FFFFFF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endParaRPr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7" name="Google Shape;987;p16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i="1">
                <a:solidFill>
                  <a:schemeClr val="dk1"/>
                </a:solidFill>
              </a:rPr>
              <a:t>O</a:t>
            </a:r>
            <a:r>
              <a:rPr lang="en">
                <a:solidFill>
                  <a:schemeClr val="dk1"/>
                </a:solidFill>
              </a:rPr>
              <a:t>(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 baseline="30000">
                <a:solidFill>
                  <a:schemeClr val="dk1"/>
                </a:solidFill>
              </a:rPr>
              <a:t>2</a:t>
            </a:r>
            <a:r>
              <a:rPr lang="en">
                <a:solidFill>
                  <a:schemeClr val="dk1"/>
                </a:solidFill>
              </a:rPr>
              <a:t>)             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i="1">
                <a:solidFill>
                  <a:srgbClr val="FFFFFF"/>
                </a:solidFill>
              </a:rPr>
              <a:t>O</a:t>
            </a:r>
            <a:r>
              <a:rPr lang="en">
                <a:solidFill>
                  <a:srgbClr val="FFFFFF"/>
                </a:solidFill>
              </a:rPr>
              <a:t>(</a:t>
            </a: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>
                <a:solidFill>
                  <a:srgbClr val="FFFFFF"/>
                </a:solidFill>
              </a:rPr>
              <a:t> log </a:t>
            </a: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>
                <a:solidFill>
                  <a:srgbClr val="FFFFFF"/>
                </a:solidFill>
              </a:rPr>
              <a:t>)</a:t>
            </a:r>
            <a:endParaRPr>
              <a:solidFill>
                <a:srgbClr val="FFFFFF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i="1">
                <a:solidFill>
                  <a:srgbClr val="FFFFFF"/>
                </a:solidFill>
              </a:rPr>
              <a:t>O</a:t>
            </a:r>
            <a:r>
              <a:rPr lang="en">
                <a:solidFill>
                  <a:srgbClr val="FFFFFF"/>
                </a:solidFill>
              </a:rPr>
              <a:t>(</a:t>
            </a: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>
                <a:solidFill>
                  <a:srgbClr val="FFFFFF"/>
                </a:solidFill>
              </a:rPr>
              <a:t>)              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i="1">
                <a:solidFill>
                  <a:srgbClr val="FFFFFF"/>
                </a:solidFill>
              </a:rPr>
              <a:t>O</a:t>
            </a:r>
            <a:r>
              <a:rPr lang="en">
                <a:solidFill>
                  <a:srgbClr val="FFFFFF"/>
                </a:solidFill>
              </a:rPr>
              <a:t>(log </a:t>
            </a: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>
                <a:solidFill>
                  <a:srgbClr val="FFFFFF"/>
                </a:solidFill>
              </a:rPr>
              <a:t>)        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r>
              <a:rPr lang="en" i="1">
                <a:solidFill>
                  <a:srgbClr val="FFFFFF"/>
                </a:solidFill>
              </a:rPr>
              <a:t>O</a:t>
            </a:r>
            <a:r>
              <a:rPr lang="en">
                <a:solidFill>
                  <a:srgbClr val="FFFFFF"/>
                </a:solidFill>
              </a:rPr>
              <a:t>(1)</a:t>
            </a:r>
            <a:endParaRPr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2" name="Google Shape;992;p166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i="1">
                <a:solidFill>
                  <a:schemeClr val="dk1"/>
                </a:solidFill>
              </a:rPr>
              <a:t>O</a:t>
            </a:r>
            <a:r>
              <a:rPr lang="en">
                <a:solidFill>
                  <a:schemeClr val="dk1"/>
                </a:solidFill>
              </a:rPr>
              <a:t>(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 baseline="30000">
                <a:solidFill>
                  <a:schemeClr val="dk1"/>
                </a:solidFill>
              </a:rPr>
              <a:t>2</a:t>
            </a:r>
            <a:r>
              <a:rPr lang="en">
                <a:solidFill>
                  <a:schemeClr val="dk1"/>
                </a:solidFill>
              </a:rPr>
              <a:t>)             </a:t>
            </a:r>
            <a:r>
              <a:rPr lang="en">
                <a:solidFill>
                  <a:srgbClr val="666666"/>
                </a:solidFill>
              </a:rPr>
              <a:t>bubble sort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i="1">
                <a:solidFill>
                  <a:srgbClr val="FFFFFF"/>
                </a:solidFill>
              </a:rPr>
              <a:t>O</a:t>
            </a:r>
            <a:r>
              <a:rPr lang="en">
                <a:solidFill>
                  <a:srgbClr val="FFFFFF"/>
                </a:solidFill>
              </a:rPr>
              <a:t>(</a:t>
            </a: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>
                <a:solidFill>
                  <a:srgbClr val="FFFFFF"/>
                </a:solidFill>
              </a:rPr>
              <a:t> log </a:t>
            </a: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>
                <a:solidFill>
                  <a:srgbClr val="FFFFFF"/>
                </a:solidFill>
              </a:rPr>
              <a:t>)</a:t>
            </a:r>
            <a:endParaRPr>
              <a:solidFill>
                <a:srgbClr val="FFFFFF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i="1">
                <a:solidFill>
                  <a:srgbClr val="FFFFFF"/>
                </a:solidFill>
              </a:rPr>
              <a:t>O</a:t>
            </a:r>
            <a:r>
              <a:rPr lang="en">
                <a:solidFill>
                  <a:srgbClr val="FFFFFF"/>
                </a:solidFill>
              </a:rPr>
              <a:t>(</a:t>
            </a: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>
                <a:solidFill>
                  <a:srgbClr val="FFFFFF"/>
                </a:solidFill>
              </a:rPr>
              <a:t>)              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i="1">
                <a:solidFill>
                  <a:srgbClr val="FFFFFF"/>
                </a:solidFill>
              </a:rPr>
              <a:t>O</a:t>
            </a:r>
            <a:r>
              <a:rPr lang="en">
                <a:solidFill>
                  <a:srgbClr val="FFFFFF"/>
                </a:solidFill>
              </a:rPr>
              <a:t>(log </a:t>
            </a: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>
                <a:solidFill>
                  <a:srgbClr val="FFFFFF"/>
                </a:solidFill>
              </a:rPr>
              <a:t>)        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r>
              <a:rPr lang="en" i="1">
                <a:solidFill>
                  <a:srgbClr val="FFFFFF"/>
                </a:solidFill>
              </a:rPr>
              <a:t>O</a:t>
            </a:r>
            <a:r>
              <a:rPr lang="en">
                <a:solidFill>
                  <a:srgbClr val="FFFFFF"/>
                </a:solidFill>
              </a:rPr>
              <a:t>(1)</a:t>
            </a:r>
            <a:endParaRPr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7" name="Google Shape;997;p167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Repeat n-1 times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For i from 0 to n-2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    If numbers[i] and numbers[i+1] out of order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        Swap them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Google Shape;1002;p168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Repeat n-1 times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For i from 0 to n-2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    If numbers[i] and numbers[i+1] out of order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        Swap them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If no swaps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    Quit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7" name="Google Shape;1007;p169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Ω(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 baseline="30000">
                <a:solidFill>
                  <a:schemeClr val="dk1"/>
                </a:solidFill>
              </a:rPr>
              <a:t>2</a:t>
            </a:r>
            <a:r>
              <a:rPr lang="en">
                <a:solidFill>
                  <a:schemeClr val="dk1"/>
                </a:solidFill>
              </a:rPr>
              <a:t>)             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Ω(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>
                <a:solidFill>
                  <a:schemeClr val="dk1"/>
                </a:solidFill>
              </a:rPr>
              <a:t> log 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>
                <a:solidFill>
                  <a:schemeClr val="dk1"/>
                </a:solidFill>
              </a:rPr>
              <a:t>)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Ω(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>
                <a:solidFill>
                  <a:schemeClr val="dk1"/>
                </a:solidFill>
              </a:rPr>
              <a:t>)          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Ω(log 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>
                <a:solidFill>
                  <a:schemeClr val="dk1"/>
                </a:solidFill>
              </a:rPr>
              <a:t>)    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r>
              <a:rPr lang="en">
                <a:solidFill>
                  <a:srgbClr val="FFFFFF"/>
                </a:solidFill>
              </a:rPr>
              <a:t>Ω(1)              </a:t>
            </a:r>
            <a:endParaRPr>
              <a:solidFill>
                <a:srgbClr val="666666"/>
              </a:solidFill>
            </a:endParaRP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2" name="Google Shape;1012;p170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Ω(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 baseline="30000">
                <a:solidFill>
                  <a:schemeClr val="dk1"/>
                </a:solidFill>
              </a:rPr>
              <a:t>2</a:t>
            </a:r>
            <a:r>
              <a:rPr lang="en">
                <a:solidFill>
                  <a:schemeClr val="dk1"/>
                </a:solidFill>
              </a:rPr>
              <a:t>)             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Ω(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>
                <a:solidFill>
                  <a:schemeClr val="dk1"/>
                </a:solidFill>
              </a:rPr>
              <a:t> log 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>
                <a:solidFill>
                  <a:schemeClr val="dk1"/>
                </a:solidFill>
              </a:rPr>
              <a:t>)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Ω(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>
                <a:solidFill>
                  <a:schemeClr val="dk1"/>
                </a:solidFill>
              </a:rPr>
              <a:t>)              </a:t>
            </a:r>
            <a:r>
              <a:rPr lang="en">
                <a:solidFill>
                  <a:srgbClr val="666666"/>
                </a:solidFill>
              </a:rPr>
              <a:t>bubble sort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Ω(log 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>
                <a:solidFill>
                  <a:schemeClr val="dk1"/>
                </a:solidFill>
              </a:rPr>
              <a:t>)    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r>
              <a:rPr lang="en">
                <a:solidFill>
                  <a:srgbClr val="FFFFFF"/>
                </a:solidFill>
              </a:rPr>
              <a:t>Ω(1)              </a:t>
            </a:r>
            <a:endParaRPr>
              <a:solidFill>
                <a:srgbClr val="666666"/>
              </a:solidFill>
            </a:endParaRP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7" name="Google Shape;1017;p171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recursion</a:t>
            </a:r>
            <a:endParaRPr/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2" name="Google Shape;1022;p172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If no doors left</a:t>
            </a:r>
            <a:endParaRPr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   Return false</a:t>
            </a:r>
            <a:endParaRPr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If number behind middle door</a:t>
            </a:r>
            <a:endParaRPr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   Return true</a:t>
            </a:r>
            <a:endParaRPr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Else if number &lt; middle door</a:t>
            </a:r>
            <a:endParaRPr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   Search left half</a:t>
            </a:r>
            <a:endParaRPr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Else if number &gt; middle door</a:t>
            </a:r>
            <a:endParaRPr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   Search right half</a:t>
            </a:r>
            <a:endParaRPr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7" name="Google Shape;1027;p173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If no doors left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Return false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If number behind middle door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Return true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Else if number &lt; middle door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>
                <a:solidFill>
                  <a:srgbClr val="000000"/>
                </a:solidFill>
                <a:highlight>
                  <a:schemeClr val="dk1"/>
                </a:highlight>
                <a:latin typeface="Consolas"/>
                <a:ea typeface="Consolas"/>
                <a:cs typeface="Consolas"/>
                <a:sym typeface="Consolas"/>
              </a:rPr>
              <a:t>Search left half</a:t>
            </a:r>
            <a:endParaRPr>
              <a:solidFill>
                <a:srgbClr val="000000"/>
              </a:solidFill>
              <a:highlight>
                <a:schemeClr val="dk1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Else if number &gt; middle door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>
                <a:solidFill>
                  <a:srgbClr val="000000"/>
                </a:solidFill>
                <a:highlight>
                  <a:schemeClr val="dk1"/>
                </a:highlight>
                <a:latin typeface="Consolas"/>
                <a:ea typeface="Consolas"/>
                <a:cs typeface="Consolas"/>
                <a:sym typeface="Consolas"/>
              </a:rPr>
              <a:t>Search right half</a:t>
            </a:r>
            <a:endParaRPr>
              <a:solidFill>
                <a:srgbClr val="000000"/>
              </a:solidFill>
              <a:highlight>
                <a:schemeClr val="dk1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2" name="Google Shape;1032;p174"/>
          <p:cNvSpPr txBox="1">
            <a:spLocks noGrp="1"/>
          </p:cNvSpPr>
          <p:nvPr>
            <p:ph type="body" idx="1"/>
          </p:nvPr>
        </p:nvSpPr>
        <p:spPr>
          <a:xfrm>
            <a:off x="311700" y="287850"/>
            <a:ext cx="8520600" cy="4567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1   Pick up phone book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2   Open to middle of phone book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3   Look at page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4   If person is on page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5       Call person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6   Else if </a:t>
            </a:r>
            <a:r>
              <a:rPr lang="en" sz="22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person</a:t>
            </a: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is earlier in book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7       Open to middle of left half of book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8       Go back to line 3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9   Else if </a:t>
            </a:r>
            <a:r>
              <a:rPr lang="en" sz="22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person</a:t>
            </a: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is later in book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10      Open to middle of right half of book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11      Go back to line 3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12  Else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13      Quit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7" name="Google Shape;1037;p175"/>
          <p:cNvSpPr txBox="1">
            <a:spLocks noGrp="1"/>
          </p:cNvSpPr>
          <p:nvPr>
            <p:ph type="body" idx="1"/>
          </p:nvPr>
        </p:nvSpPr>
        <p:spPr>
          <a:xfrm>
            <a:off x="311700" y="287850"/>
            <a:ext cx="8520600" cy="4567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1   Pick up phone book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2   Open to middle of phone book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3   Look at page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4   If person is on page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5       Call person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6   Else if </a:t>
            </a:r>
            <a:r>
              <a:rPr lang="en" sz="22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person</a:t>
            </a: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is earlier in book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7       Open to middle of left half of book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8       </a:t>
            </a:r>
            <a:r>
              <a:rPr lang="en" sz="2200">
                <a:solidFill>
                  <a:srgbClr val="000000"/>
                </a:solidFill>
                <a:highlight>
                  <a:schemeClr val="dk1"/>
                </a:highlight>
                <a:latin typeface="Consolas"/>
                <a:ea typeface="Consolas"/>
                <a:cs typeface="Consolas"/>
                <a:sym typeface="Consolas"/>
              </a:rPr>
              <a:t>Go back to line 3</a:t>
            </a:r>
            <a:endParaRPr sz="2200">
              <a:solidFill>
                <a:srgbClr val="000000"/>
              </a:solidFill>
              <a:highlight>
                <a:schemeClr val="dk1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9   Else if </a:t>
            </a:r>
            <a:r>
              <a:rPr lang="en" sz="22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person</a:t>
            </a: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is later in book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10      Open to middle of right half of book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11      </a:t>
            </a:r>
            <a:r>
              <a:rPr lang="en" sz="2200">
                <a:solidFill>
                  <a:srgbClr val="000000"/>
                </a:solidFill>
                <a:highlight>
                  <a:schemeClr val="dk1"/>
                </a:highlight>
                <a:latin typeface="Consolas"/>
                <a:ea typeface="Consolas"/>
                <a:cs typeface="Consolas"/>
                <a:sym typeface="Consolas"/>
              </a:rPr>
              <a:t>Go back to line 3</a:t>
            </a:r>
            <a:endParaRPr sz="2200">
              <a:solidFill>
                <a:srgbClr val="000000"/>
              </a:solidFill>
              <a:highlight>
                <a:schemeClr val="dk1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12  Else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13      Quit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2" name="Google Shape;1042;p176"/>
          <p:cNvSpPr txBox="1">
            <a:spLocks noGrp="1"/>
          </p:cNvSpPr>
          <p:nvPr>
            <p:ph type="body" idx="1"/>
          </p:nvPr>
        </p:nvSpPr>
        <p:spPr>
          <a:xfrm>
            <a:off x="311700" y="287850"/>
            <a:ext cx="8520600" cy="4567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1   Pick up phone book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2   Open to middle of phone book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3   Look at page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4   If person is on page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5       Call person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6   Else if </a:t>
            </a:r>
            <a:r>
              <a:rPr lang="en" sz="22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person</a:t>
            </a: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is earlier in book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7       </a:t>
            </a:r>
            <a:r>
              <a:rPr lang="en" sz="2200">
                <a:solidFill>
                  <a:srgbClr val="000000"/>
                </a:solidFill>
                <a:highlight>
                  <a:schemeClr val="dk1"/>
                </a:highlight>
                <a:latin typeface="Consolas"/>
                <a:ea typeface="Consolas"/>
                <a:cs typeface="Consolas"/>
                <a:sym typeface="Consolas"/>
              </a:rPr>
              <a:t>Open to middle of left half of book</a:t>
            </a:r>
            <a:endParaRPr sz="2200">
              <a:solidFill>
                <a:srgbClr val="000000"/>
              </a:solidFill>
              <a:highlight>
                <a:schemeClr val="dk1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8       </a:t>
            </a:r>
            <a:r>
              <a:rPr lang="en" sz="2200">
                <a:solidFill>
                  <a:srgbClr val="000000"/>
                </a:solidFill>
                <a:highlight>
                  <a:schemeClr val="dk1"/>
                </a:highlight>
                <a:latin typeface="Consolas"/>
                <a:ea typeface="Consolas"/>
                <a:cs typeface="Consolas"/>
                <a:sym typeface="Consolas"/>
              </a:rPr>
              <a:t>Go back to line 3</a:t>
            </a:r>
            <a:endParaRPr sz="2200">
              <a:solidFill>
                <a:srgbClr val="000000"/>
              </a:solidFill>
              <a:highlight>
                <a:schemeClr val="dk1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9   Else if </a:t>
            </a:r>
            <a:r>
              <a:rPr lang="en" sz="22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person</a:t>
            </a: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is later in book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10      </a:t>
            </a:r>
            <a:r>
              <a:rPr lang="en" sz="2200">
                <a:solidFill>
                  <a:srgbClr val="000000"/>
                </a:solidFill>
                <a:highlight>
                  <a:schemeClr val="dk1"/>
                </a:highlight>
                <a:latin typeface="Consolas"/>
                <a:ea typeface="Consolas"/>
                <a:cs typeface="Consolas"/>
                <a:sym typeface="Consolas"/>
              </a:rPr>
              <a:t>Open to middle of right half of book</a:t>
            </a:r>
            <a:endParaRPr sz="2200">
              <a:solidFill>
                <a:srgbClr val="000000"/>
              </a:solidFill>
              <a:highlight>
                <a:schemeClr val="dk1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11    </a:t>
            </a:r>
            <a:r>
              <a:rPr lang="en" sz="2200">
                <a:solidFill>
                  <a:srgbClr val="FFFFFF"/>
                </a:solidFill>
                <a:highlight>
                  <a:srgbClr val="000000"/>
                </a:highlight>
                <a:latin typeface="Consolas"/>
                <a:ea typeface="Consolas"/>
                <a:cs typeface="Consolas"/>
                <a:sym typeface="Consolas"/>
              </a:rPr>
              <a:t>  </a:t>
            </a:r>
            <a:r>
              <a:rPr lang="en" sz="2200">
                <a:solidFill>
                  <a:srgbClr val="000000"/>
                </a:solidFill>
                <a:highlight>
                  <a:schemeClr val="dk1"/>
                </a:highlight>
                <a:latin typeface="Consolas"/>
                <a:ea typeface="Consolas"/>
                <a:cs typeface="Consolas"/>
                <a:sym typeface="Consolas"/>
              </a:rPr>
              <a:t>Go back to line 3</a:t>
            </a:r>
            <a:endParaRPr sz="2200">
              <a:solidFill>
                <a:srgbClr val="000000"/>
              </a:solidFill>
              <a:highlight>
                <a:schemeClr val="dk1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12  Else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13      Quit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7" name="Google Shape;1047;p177"/>
          <p:cNvSpPr txBox="1">
            <a:spLocks noGrp="1"/>
          </p:cNvSpPr>
          <p:nvPr>
            <p:ph type="body" idx="1"/>
          </p:nvPr>
        </p:nvSpPr>
        <p:spPr>
          <a:xfrm>
            <a:off x="311700" y="287850"/>
            <a:ext cx="8520600" cy="4567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1   Pick up phone book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2   Open to middle of phone book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3   Look at page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4   If person is on page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5       Call person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6   Else if </a:t>
            </a:r>
            <a:r>
              <a:rPr lang="en" sz="22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person</a:t>
            </a: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is earlier in book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7       </a:t>
            </a:r>
            <a:r>
              <a:rPr lang="en" sz="2200">
                <a:solidFill>
                  <a:srgbClr val="000000"/>
                </a:solidFill>
                <a:highlight>
                  <a:schemeClr val="dk1"/>
                </a:highlight>
                <a:latin typeface="Consolas"/>
                <a:ea typeface="Consolas"/>
                <a:cs typeface="Consolas"/>
                <a:sym typeface="Consolas"/>
              </a:rPr>
              <a:t>Search left half of book</a:t>
            </a:r>
            <a:endParaRPr sz="2200">
              <a:solidFill>
                <a:srgbClr val="000000"/>
              </a:solidFill>
              <a:highlight>
                <a:schemeClr val="dk1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8       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9   Else if </a:t>
            </a:r>
            <a:r>
              <a:rPr lang="en" sz="22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person</a:t>
            </a: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is later in book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10      </a:t>
            </a:r>
            <a:r>
              <a:rPr lang="en" sz="2200">
                <a:solidFill>
                  <a:srgbClr val="000000"/>
                </a:solidFill>
                <a:highlight>
                  <a:schemeClr val="dk1"/>
                </a:highlight>
                <a:latin typeface="Consolas"/>
                <a:ea typeface="Consolas"/>
                <a:cs typeface="Consolas"/>
                <a:sym typeface="Consolas"/>
              </a:rPr>
              <a:t>Search right half of book</a:t>
            </a:r>
            <a:endParaRPr sz="2200">
              <a:solidFill>
                <a:srgbClr val="000000"/>
              </a:solidFill>
              <a:highlight>
                <a:schemeClr val="dk1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11      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12  Else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13      Quit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2" name="Google Shape;1052;p178"/>
          <p:cNvSpPr txBox="1">
            <a:spLocks noGrp="1"/>
          </p:cNvSpPr>
          <p:nvPr>
            <p:ph type="body" idx="1"/>
          </p:nvPr>
        </p:nvSpPr>
        <p:spPr>
          <a:xfrm>
            <a:off x="311700" y="287850"/>
            <a:ext cx="8520600" cy="4567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1   Pick up phone book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2   Open to middle of phone book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3   Look at page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4   If person is on page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5       Call person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6   Else if </a:t>
            </a:r>
            <a:r>
              <a:rPr lang="en" sz="22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person</a:t>
            </a: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is earlier in book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7       </a:t>
            </a:r>
            <a:r>
              <a:rPr lang="en" sz="2200">
                <a:solidFill>
                  <a:schemeClr val="lt1"/>
                </a:solidFill>
                <a:highlight>
                  <a:schemeClr val="dk1"/>
                </a:highlight>
                <a:latin typeface="Consolas"/>
                <a:ea typeface="Consolas"/>
                <a:cs typeface="Consolas"/>
                <a:sym typeface="Consolas"/>
              </a:rPr>
              <a:t>Search left half of book</a:t>
            </a:r>
            <a:endParaRPr sz="2200">
              <a:solidFill>
                <a:schemeClr val="lt1"/>
              </a:solidFill>
              <a:highlight>
                <a:schemeClr val="dk1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8   Else if </a:t>
            </a:r>
            <a:r>
              <a:rPr lang="en" sz="22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person</a:t>
            </a: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is later in book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9       </a:t>
            </a:r>
            <a:r>
              <a:rPr lang="en" sz="2200">
                <a:solidFill>
                  <a:schemeClr val="lt1"/>
                </a:solidFill>
                <a:highlight>
                  <a:schemeClr val="dk1"/>
                </a:highlight>
                <a:latin typeface="Consolas"/>
                <a:ea typeface="Consolas"/>
                <a:cs typeface="Consolas"/>
                <a:sym typeface="Consolas"/>
              </a:rPr>
              <a:t>Search right half of book</a:t>
            </a:r>
            <a:endParaRPr sz="2200">
              <a:solidFill>
                <a:schemeClr val="lt1"/>
              </a:solidFill>
              <a:highlight>
                <a:schemeClr val="dk1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10  Else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11      Quit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57" name="Google Shape;1057;p17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000250" y="0"/>
            <a:ext cx="5143500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62" name="Google Shape;1062;p18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000250" y="0"/>
            <a:ext cx="5143500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67" name="Google Shape;1067;p18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000250" y="0"/>
            <a:ext cx="5143500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72" name="Google Shape;1072;p18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000250" y="0"/>
            <a:ext cx="5143500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77" name="Google Shape;1077;p18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000250" y="0"/>
            <a:ext cx="5143500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82" name="Google Shape;1082;p18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000250" y="0"/>
            <a:ext cx="5143500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7" name="Google Shape;1087;p185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uFill>
                  <a:noFill/>
                </a:uFill>
                <a:hlinkClick r:id="rId3"/>
              </a:rPr>
              <a:t>google.com/search?q=recursion</a:t>
            </a:r>
            <a:r>
              <a:rPr lang="en"/>
              <a:t> </a:t>
            </a:r>
            <a:endParaRPr/>
          </a:p>
        </p:txBody>
      </p:sp>
    </p:spTree>
  </p:cSld>
  <p:clrMapOvr>
    <a:masterClrMapping/>
  </p:clrMapOvr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2" name="Google Shape;1092;p186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merge sort</a:t>
            </a:r>
            <a:endParaRPr/>
          </a:p>
        </p:txBody>
      </p:sp>
    </p:spTree>
  </p:cSld>
  <p:clrMapOvr>
    <a:masterClrMapping/>
  </p:clrMapOvr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7" name="Google Shape;1097;p187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Sort left half of numbers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Sort right half of </a:t>
            </a:r>
            <a:r>
              <a:rPr lang="en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numbers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Merge sorted halves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2" name="Google Shape;1102;p188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If only one number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Quit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Else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Sort left half of numbers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Sort right half of </a:t>
            </a:r>
            <a:r>
              <a:rPr lang="en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numbers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Merge sorted halves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7" name="Google Shape;1107;p189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If only one number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Quit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Else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Sort left half of numbers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Sort right half of </a:t>
            </a:r>
            <a:r>
              <a:rPr lang="en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numbers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>
                <a:solidFill>
                  <a:srgbClr val="000000"/>
                </a:solidFill>
                <a:highlight>
                  <a:schemeClr val="dk1"/>
                </a:highlight>
                <a:latin typeface="Consolas"/>
                <a:ea typeface="Consolas"/>
                <a:cs typeface="Consolas"/>
                <a:sym typeface="Consolas"/>
              </a:rPr>
              <a:t>Merge sorted halves</a:t>
            </a:r>
            <a:endParaRPr>
              <a:solidFill>
                <a:srgbClr val="000000"/>
              </a:solidFill>
              <a:highlight>
                <a:schemeClr val="dk1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2" name="Google Shape;1112;p190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Consolas"/>
                <a:ea typeface="Consolas"/>
                <a:cs typeface="Consolas"/>
                <a:sym typeface="Consolas"/>
              </a:rPr>
              <a:t>1  3  4  6        0  2  5  7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7" name="Google Shape;1117;p19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If only one number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Quit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Else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>
                <a:solidFill>
                  <a:srgbClr val="000000"/>
                </a:solidFill>
                <a:highlight>
                  <a:schemeClr val="dk1"/>
                </a:highlight>
                <a:latin typeface="Consolas"/>
                <a:ea typeface="Consolas"/>
                <a:cs typeface="Consolas"/>
                <a:sym typeface="Consolas"/>
              </a:rPr>
              <a:t>Sort left half of numbers</a:t>
            </a:r>
            <a:endParaRPr>
              <a:solidFill>
                <a:srgbClr val="000000"/>
              </a:solidFill>
              <a:highlight>
                <a:schemeClr val="dk1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00"/>
                </a:solidFill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>
                <a:solidFill>
                  <a:srgbClr val="000000"/>
                </a:solidFill>
                <a:highlight>
                  <a:schemeClr val="dk1"/>
                </a:highlight>
                <a:latin typeface="Consolas"/>
                <a:ea typeface="Consolas"/>
                <a:cs typeface="Consolas"/>
                <a:sym typeface="Consolas"/>
              </a:rPr>
              <a:t>Sort right half of numbers</a:t>
            </a:r>
            <a:endParaRPr>
              <a:solidFill>
                <a:srgbClr val="000000"/>
              </a:solidFill>
              <a:highlight>
                <a:schemeClr val="dk1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00"/>
                </a:solidFill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>
                <a:solidFill>
                  <a:srgbClr val="000000"/>
                </a:solidFill>
                <a:highlight>
                  <a:schemeClr val="dk1"/>
                </a:highlight>
                <a:latin typeface="Consolas"/>
                <a:ea typeface="Consolas"/>
                <a:cs typeface="Consolas"/>
                <a:sym typeface="Consolas"/>
              </a:rPr>
              <a:t>Merge sorted halves</a:t>
            </a:r>
            <a:endParaRPr>
              <a:solidFill>
                <a:srgbClr val="000000"/>
              </a:solidFill>
              <a:highlight>
                <a:schemeClr val="dk1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2" name="Google Shape;1122;p192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Consolas"/>
                <a:ea typeface="Consolas"/>
                <a:cs typeface="Consolas"/>
                <a:sym typeface="Consolas"/>
              </a:rPr>
              <a:t>6  3  4  1  5  2  7  0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27" name="Google Shape;1127;p193"/>
          <p:cNvGraphicFramePr/>
          <p:nvPr/>
        </p:nvGraphicFramePr>
        <p:xfrm>
          <a:off x="3040600" y="777175"/>
          <a:ext cx="30628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6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4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5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7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32" name="Google Shape;1132;p194"/>
          <p:cNvGraphicFramePr/>
          <p:nvPr/>
        </p:nvGraphicFramePr>
        <p:xfrm>
          <a:off x="3040600" y="777175"/>
          <a:ext cx="30628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6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4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5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7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37" name="Google Shape;1137;p195"/>
          <p:cNvGraphicFramePr/>
          <p:nvPr/>
        </p:nvGraphicFramePr>
        <p:xfrm>
          <a:off x="3040600" y="777175"/>
          <a:ext cx="30628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5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7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138" name="Google Shape;1138;p195"/>
          <p:cNvGraphicFramePr/>
          <p:nvPr/>
        </p:nvGraphicFramePr>
        <p:xfrm>
          <a:off x="1509200" y="1664875"/>
          <a:ext cx="15314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6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4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43" name="Google Shape;1143;p196"/>
          <p:cNvGraphicFramePr/>
          <p:nvPr/>
        </p:nvGraphicFramePr>
        <p:xfrm>
          <a:off x="3040600" y="777175"/>
          <a:ext cx="30628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5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7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144" name="Google Shape;1144;p196"/>
          <p:cNvGraphicFramePr/>
          <p:nvPr/>
        </p:nvGraphicFramePr>
        <p:xfrm>
          <a:off x="1509200" y="1664875"/>
          <a:ext cx="15314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4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145" name="Google Shape;1145;p196"/>
          <p:cNvGraphicFramePr/>
          <p:nvPr/>
        </p:nvGraphicFramePr>
        <p:xfrm>
          <a:off x="743500" y="2590925"/>
          <a:ext cx="7657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6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50" name="Google Shape;1150;p197"/>
          <p:cNvGraphicFramePr/>
          <p:nvPr/>
        </p:nvGraphicFramePr>
        <p:xfrm>
          <a:off x="3040600" y="777175"/>
          <a:ext cx="30628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5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7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151" name="Google Shape;1151;p197"/>
          <p:cNvGraphicFramePr/>
          <p:nvPr/>
        </p:nvGraphicFramePr>
        <p:xfrm>
          <a:off x="1509200" y="1664875"/>
          <a:ext cx="15314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4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152" name="Google Shape;1152;p197"/>
          <p:cNvGraphicFramePr/>
          <p:nvPr/>
        </p:nvGraphicFramePr>
        <p:xfrm>
          <a:off x="743500" y="2590925"/>
          <a:ext cx="7657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153" name="Google Shape;1153;p197"/>
          <p:cNvGraphicFramePr/>
          <p:nvPr/>
        </p:nvGraphicFramePr>
        <p:xfrm>
          <a:off x="360650" y="3631025"/>
          <a:ext cx="38285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6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58" name="Google Shape;1158;p198"/>
          <p:cNvGraphicFramePr/>
          <p:nvPr/>
        </p:nvGraphicFramePr>
        <p:xfrm>
          <a:off x="3040600" y="777175"/>
          <a:ext cx="30628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5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7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159" name="Google Shape;1159;p198"/>
          <p:cNvGraphicFramePr/>
          <p:nvPr/>
        </p:nvGraphicFramePr>
        <p:xfrm>
          <a:off x="1509200" y="1664875"/>
          <a:ext cx="15314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4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160" name="Google Shape;1160;p198"/>
          <p:cNvGraphicFramePr/>
          <p:nvPr/>
        </p:nvGraphicFramePr>
        <p:xfrm>
          <a:off x="743500" y="2590925"/>
          <a:ext cx="7657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161" name="Google Shape;1161;p198"/>
          <p:cNvGraphicFramePr/>
          <p:nvPr/>
        </p:nvGraphicFramePr>
        <p:xfrm>
          <a:off x="360650" y="3631025"/>
          <a:ext cx="38285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6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162" name="Google Shape;1162;p198"/>
          <p:cNvGraphicFramePr/>
          <p:nvPr/>
        </p:nvGraphicFramePr>
        <p:xfrm>
          <a:off x="1509200" y="3631025"/>
          <a:ext cx="38285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67" name="Google Shape;1167;p199"/>
          <p:cNvGraphicFramePr/>
          <p:nvPr/>
        </p:nvGraphicFramePr>
        <p:xfrm>
          <a:off x="3040600" y="777175"/>
          <a:ext cx="30628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5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7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168" name="Google Shape;1168;p199"/>
          <p:cNvGraphicFramePr/>
          <p:nvPr/>
        </p:nvGraphicFramePr>
        <p:xfrm>
          <a:off x="1509200" y="1664875"/>
          <a:ext cx="15314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4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169" name="Google Shape;1169;p199"/>
          <p:cNvGraphicFramePr/>
          <p:nvPr/>
        </p:nvGraphicFramePr>
        <p:xfrm>
          <a:off x="743500" y="2590925"/>
          <a:ext cx="7657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170" name="Google Shape;1170;p199"/>
          <p:cNvGraphicFramePr/>
          <p:nvPr/>
        </p:nvGraphicFramePr>
        <p:xfrm>
          <a:off x="360650" y="3631025"/>
          <a:ext cx="38285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6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75" name="Google Shape;1175;p200"/>
          <p:cNvGraphicFramePr/>
          <p:nvPr/>
        </p:nvGraphicFramePr>
        <p:xfrm>
          <a:off x="3040600" y="777175"/>
          <a:ext cx="30628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5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7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176" name="Google Shape;1176;p200"/>
          <p:cNvGraphicFramePr/>
          <p:nvPr/>
        </p:nvGraphicFramePr>
        <p:xfrm>
          <a:off x="1509200" y="1664875"/>
          <a:ext cx="15314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4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177" name="Google Shape;1177;p200"/>
          <p:cNvGraphicFramePr/>
          <p:nvPr/>
        </p:nvGraphicFramePr>
        <p:xfrm>
          <a:off x="743500" y="2590925"/>
          <a:ext cx="7657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6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82" name="Google Shape;1182;p201"/>
          <p:cNvGraphicFramePr/>
          <p:nvPr/>
        </p:nvGraphicFramePr>
        <p:xfrm>
          <a:off x="3040600" y="777175"/>
          <a:ext cx="30628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5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7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183" name="Google Shape;1183;p201"/>
          <p:cNvGraphicFramePr/>
          <p:nvPr/>
        </p:nvGraphicFramePr>
        <p:xfrm>
          <a:off x="1509200" y="1664875"/>
          <a:ext cx="15314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184" name="Google Shape;1184;p201"/>
          <p:cNvGraphicFramePr/>
          <p:nvPr/>
        </p:nvGraphicFramePr>
        <p:xfrm>
          <a:off x="743500" y="2590925"/>
          <a:ext cx="7657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6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185" name="Google Shape;1185;p201"/>
          <p:cNvGraphicFramePr/>
          <p:nvPr/>
        </p:nvGraphicFramePr>
        <p:xfrm>
          <a:off x="3040600" y="2590925"/>
          <a:ext cx="7657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4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90" name="Google Shape;1190;p202"/>
          <p:cNvGraphicFramePr/>
          <p:nvPr/>
        </p:nvGraphicFramePr>
        <p:xfrm>
          <a:off x="3040600" y="777175"/>
          <a:ext cx="30628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5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7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191" name="Google Shape;1191;p202"/>
          <p:cNvGraphicFramePr/>
          <p:nvPr/>
        </p:nvGraphicFramePr>
        <p:xfrm>
          <a:off x="1509200" y="1664875"/>
          <a:ext cx="15314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192" name="Google Shape;1192;p202"/>
          <p:cNvGraphicFramePr/>
          <p:nvPr/>
        </p:nvGraphicFramePr>
        <p:xfrm>
          <a:off x="743500" y="2590925"/>
          <a:ext cx="7657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6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193" name="Google Shape;1193;p202"/>
          <p:cNvGraphicFramePr/>
          <p:nvPr/>
        </p:nvGraphicFramePr>
        <p:xfrm>
          <a:off x="3040600" y="2590925"/>
          <a:ext cx="7657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194" name="Google Shape;1194;p202"/>
          <p:cNvGraphicFramePr/>
          <p:nvPr/>
        </p:nvGraphicFramePr>
        <p:xfrm>
          <a:off x="2657750" y="3631025"/>
          <a:ext cx="38285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4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99" name="Google Shape;1199;p203"/>
          <p:cNvGraphicFramePr/>
          <p:nvPr/>
        </p:nvGraphicFramePr>
        <p:xfrm>
          <a:off x="3040600" y="777175"/>
          <a:ext cx="30628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5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7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200" name="Google Shape;1200;p203"/>
          <p:cNvGraphicFramePr/>
          <p:nvPr/>
        </p:nvGraphicFramePr>
        <p:xfrm>
          <a:off x="1509200" y="1664875"/>
          <a:ext cx="15314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201" name="Google Shape;1201;p203"/>
          <p:cNvGraphicFramePr/>
          <p:nvPr/>
        </p:nvGraphicFramePr>
        <p:xfrm>
          <a:off x="743500" y="2590925"/>
          <a:ext cx="7657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6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202" name="Google Shape;1202;p203"/>
          <p:cNvGraphicFramePr/>
          <p:nvPr/>
        </p:nvGraphicFramePr>
        <p:xfrm>
          <a:off x="3040600" y="2590925"/>
          <a:ext cx="7657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203" name="Google Shape;1203;p203"/>
          <p:cNvGraphicFramePr/>
          <p:nvPr/>
        </p:nvGraphicFramePr>
        <p:xfrm>
          <a:off x="2657750" y="3631025"/>
          <a:ext cx="38285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4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204" name="Google Shape;1204;p203"/>
          <p:cNvGraphicFramePr/>
          <p:nvPr/>
        </p:nvGraphicFramePr>
        <p:xfrm>
          <a:off x="3806300" y="3631025"/>
          <a:ext cx="38285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09" name="Google Shape;1209;p204"/>
          <p:cNvGraphicFramePr/>
          <p:nvPr/>
        </p:nvGraphicFramePr>
        <p:xfrm>
          <a:off x="3040600" y="777175"/>
          <a:ext cx="30628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5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7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210" name="Google Shape;1210;p204"/>
          <p:cNvGraphicFramePr/>
          <p:nvPr/>
        </p:nvGraphicFramePr>
        <p:xfrm>
          <a:off x="1509200" y="1664875"/>
          <a:ext cx="15314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211" name="Google Shape;1211;p204"/>
          <p:cNvGraphicFramePr/>
          <p:nvPr/>
        </p:nvGraphicFramePr>
        <p:xfrm>
          <a:off x="743500" y="2590925"/>
          <a:ext cx="7657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6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212" name="Google Shape;1212;p204"/>
          <p:cNvGraphicFramePr/>
          <p:nvPr/>
        </p:nvGraphicFramePr>
        <p:xfrm>
          <a:off x="3040600" y="2590925"/>
          <a:ext cx="7657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213" name="Google Shape;1213;p204"/>
          <p:cNvGraphicFramePr/>
          <p:nvPr/>
        </p:nvGraphicFramePr>
        <p:xfrm>
          <a:off x="2657750" y="3631025"/>
          <a:ext cx="38285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4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18" name="Google Shape;1218;p205"/>
          <p:cNvGraphicFramePr/>
          <p:nvPr/>
        </p:nvGraphicFramePr>
        <p:xfrm>
          <a:off x="3040600" y="777175"/>
          <a:ext cx="30628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5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7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219" name="Google Shape;1219;p205"/>
          <p:cNvGraphicFramePr/>
          <p:nvPr/>
        </p:nvGraphicFramePr>
        <p:xfrm>
          <a:off x="1509200" y="1664875"/>
          <a:ext cx="15314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220" name="Google Shape;1220;p205"/>
          <p:cNvGraphicFramePr/>
          <p:nvPr/>
        </p:nvGraphicFramePr>
        <p:xfrm>
          <a:off x="743500" y="2590925"/>
          <a:ext cx="7657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6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221" name="Google Shape;1221;p205"/>
          <p:cNvGraphicFramePr/>
          <p:nvPr/>
        </p:nvGraphicFramePr>
        <p:xfrm>
          <a:off x="3040600" y="2590925"/>
          <a:ext cx="7657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4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26" name="Google Shape;1226;p206"/>
          <p:cNvGraphicFramePr/>
          <p:nvPr/>
        </p:nvGraphicFramePr>
        <p:xfrm>
          <a:off x="3040600" y="777175"/>
          <a:ext cx="30628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5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7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227" name="Google Shape;1227;p206"/>
          <p:cNvGraphicFramePr/>
          <p:nvPr/>
        </p:nvGraphicFramePr>
        <p:xfrm>
          <a:off x="1509200" y="1664875"/>
          <a:ext cx="15314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228" name="Google Shape;1228;p206"/>
          <p:cNvGraphicFramePr/>
          <p:nvPr/>
        </p:nvGraphicFramePr>
        <p:xfrm>
          <a:off x="743500" y="2590925"/>
          <a:ext cx="7657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6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229" name="Google Shape;1229;p206"/>
          <p:cNvGraphicFramePr/>
          <p:nvPr/>
        </p:nvGraphicFramePr>
        <p:xfrm>
          <a:off x="3040600" y="2590925"/>
          <a:ext cx="7657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4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34" name="Google Shape;1234;p207"/>
          <p:cNvGraphicFramePr/>
          <p:nvPr/>
        </p:nvGraphicFramePr>
        <p:xfrm>
          <a:off x="3040600" y="777175"/>
          <a:ext cx="30628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5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7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235" name="Google Shape;1235;p207"/>
          <p:cNvGraphicFramePr/>
          <p:nvPr/>
        </p:nvGraphicFramePr>
        <p:xfrm>
          <a:off x="1509200" y="1664875"/>
          <a:ext cx="15314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236" name="Google Shape;1236;p207"/>
          <p:cNvGraphicFramePr/>
          <p:nvPr/>
        </p:nvGraphicFramePr>
        <p:xfrm>
          <a:off x="743500" y="2590925"/>
          <a:ext cx="7657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6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237" name="Google Shape;1237;p207"/>
          <p:cNvGraphicFramePr/>
          <p:nvPr/>
        </p:nvGraphicFramePr>
        <p:xfrm>
          <a:off x="3040600" y="2590925"/>
          <a:ext cx="7657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4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42" name="Google Shape;1242;p208"/>
          <p:cNvGraphicFramePr/>
          <p:nvPr/>
        </p:nvGraphicFramePr>
        <p:xfrm>
          <a:off x="3040600" y="777175"/>
          <a:ext cx="30628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5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7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243" name="Google Shape;1243;p208"/>
          <p:cNvGraphicFramePr/>
          <p:nvPr/>
        </p:nvGraphicFramePr>
        <p:xfrm>
          <a:off x="1509200" y="1664875"/>
          <a:ext cx="15314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4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244" name="Google Shape;1244;p208"/>
          <p:cNvGraphicFramePr/>
          <p:nvPr/>
        </p:nvGraphicFramePr>
        <p:xfrm>
          <a:off x="743500" y="2590925"/>
          <a:ext cx="7657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6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49" name="Google Shape;1249;p209"/>
          <p:cNvGraphicFramePr/>
          <p:nvPr/>
        </p:nvGraphicFramePr>
        <p:xfrm>
          <a:off x="3040600" y="777175"/>
          <a:ext cx="30628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5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7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250" name="Google Shape;1250;p209"/>
          <p:cNvGraphicFramePr/>
          <p:nvPr/>
        </p:nvGraphicFramePr>
        <p:xfrm>
          <a:off x="1509200" y="1664875"/>
          <a:ext cx="15314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4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6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55" name="Google Shape;1255;p210"/>
          <p:cNvGraphicFramePr/>
          <p:nvPr/>
        </p:nvGraphicFramePr>
        <p:xfrm>
          <a:off x="3040600" y="777175"/>
          <a:ext cx="30628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256" name="Google Shape;1256;p210"/>
          <p:cNvGraphicFramePr/>
          <p:nvPr/>
        </p:nvGraphicFramePr>
        <p:xfrm>
          <a:off x="1509200" y="1664875"/>
          <a:ext cx="15314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4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6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257" name="Google Shape;1257;p210"/>
          <p:cNvGraphicFramePr/>
          <p:nvPr/>
        </p:nvGraphicFramePr>
        <p:xfrm>
          <a:off x="6103400" y="1664875"/>
          <a:ext cx="15314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5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7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62" name="Google Shape;1262;p211"/>
          <p:cNvGraphicFramePr/>
          <p:nvPr/>
        </p:nvGraphicFramePr>
        <p:xfrm>
          <a:off x="3040600" y="777175"/>
          <a:ext cx="30628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263" name="Google Shape;1263;p211"/>
          <p:cNvGraphicFramePr/>
          <p:nvPr/>
        </p:nvGraphicFramePr>
        <p:xfrm>
          <a:off x="1509200" y="1664875"/>
          <a:ext cx="15314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4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6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264" name="Google Shape;1264;p211"/>
          <p:cNvGraphicFramePr/>
          <p:nvPr/>
        </p:nvGraphicFramePr>
        <p:xfrm>
          <a:off x="6103400" y="1664875"/>
          <a:ext cx="15314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7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265" name="Google Shape;1265;p211"/>
          <p:cNvGraphicFramePr/>
          <p:nvPr/>
        </p:nvGraphicFramePr>
        <p:xfrm>
          <a:off x="5337700" y="2590925"/>
          <a:ext cx="7657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5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70" name="Google Shape;1270;p212"/>
          <p:cNvGraphicFramePr/>
          <p:nvPr/>
        </p:nvGraphicFramePr>
        <p:xfrm>
          <a:off x="3040600" y="777175"/>
          <a:ext cx="30628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271" name="Google Shape;1271;p212"/>
          <p:cNvGraphicFramePr/>
          <p:nvPr/>
        </p:nvGraphicFramePr>
        <p:xfrm>
          <a:off x="1509200" y="1664875"/>
          <a:ext cx="15314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4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6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272" name="Google Shape;1272;p212"/>
          <p:cNvGraphicFramePr/>
          <p:nvPr/>
        </p:nvGraphicFramePr>
        <p:xfrm>
          <a:off x="6103400" y="1664875"/>
          <a:ext cx="15314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7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273" name="Google Shape;1273;p212"/>
          <p:cNvGraphicFramePr/>
          <p:nvPr/>
        </p:nvGraphicFramePr>
        <p:xfrm>
          <a:off x="5337700" y="2590925"/>
          <a:ext cx="7657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274" name="Google Shape;1274;p212"/>
          <p:cNvGraphicFramePr/>
          <p:nvPr/>
        </p:nvGraphicFramePr>
        <p:xfrm>
          <a:off x="4954850" y="3631025"/>
          <a:ext cx="38285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5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79" name="Google Shape;1279;p213"/>
          <p:cNvGraphicFramePr/>
          <p:nvPr/>
        </p:nvGraphicFramePr>
        <p:xfrm>
          <a:off x="3040600" y="777175"/>
          <a:ext cx="30628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280" name="Google Shape;1280;p213"/>
          <p:cNvGraphicFramePr/>
          <p:nvPr/>
        </p:nvGraphicFramePr>
        <p:xfrm>
          <a:off x="1509200" y="1664875"/>
          <a:ext cx="15314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4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6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281" name="Google Shape;1281;p213"/>
          <p:cNvGraphicFramePr/>
          <p:nvPr/>
        </p:nvGraphicFramePr>
        <p:xfrm>
          <a:off x="6103400" y="1664875"/>
          <a:ext cx="15314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7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282" name="Google Shape;1282;p213"/>
          <p:cNvGraphicFramePr/>
          <p:nvPr/>
        </p:nvGraphicFramePr>
        <p:xfrm>
          <a:off x="5337700" y="2590925"/>
          <a:ext cx="7657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283" name="Google Shape;1283;p213"/>
          <p:cNvGraphicFramePr/>
          <p:nvPr/>
        </p:nvGraphicFramePr>
        <p:xfrm>
          <a:off x="4954850" y="3631025"/>
          <a:ext cx="38285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5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284" name="Google Shape;1284;p213"/>
          <p:cNvGraphicFramePr/>
          <p:nvPr/>
        </p:nvGraphicFramePr>
        <p:xfrm>
          <a:off x="6103400" y="3631025"/>
          <a:ext cx="38285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89" name="Google Shape;1289;p214"/>
          <p:cNvGraphicFramePr/>
          <p:nvPr/>
        </p:nvGraphicFramePr>
        <p:xfrm>
          <a:off x="3040600" y="777175"/>
          <a:ext cx="30628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290" name="Google Shape;1290;p214"/>
          <p:cNvGraphicFramePr/>
          <p:nvPr/>
        </p:nvGraphicFramePr>
        <p:xfrm>
          <a:off x="1509200" y="1664875"/>
          <a:ext cx="15314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4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6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291" name="Google Shape;1291;p214"/>
          <p:cNvGraphicFramePr/>
          <p:nvPr/>
        </p:nvGraphicFramePr>
        <p:xfrm>
          <a:off x="6103400" y="1664875"/>
          <a:ext cx="15314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7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292" name="Google Shape;1292;p214"/>
          <p:cNvGraphicFramePr/>
          <p:nvPr/>
        </p:nvGraphicFramePr>
        <p:xfrm>
          <a:off x="5337700" y="2590925"/>
          <a:ext cx="7657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293" name="Google Shape;1293;p214"/>
          <p:cNvGraphicFramePr/>
          <p:nvPr/>
        </p:nvGraphicFramePr>
        <p:xfrm>
          <a:off x="4954850" y="3631025"/>
          <a:ext cx="38285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5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98" name="Google Shape;1298;p215"/>
          <p:cNvGraphicFramePr/>
          <p:nvPr/>
        </p:nvGraphicFramePr>
        <p:xfrm>
          <a:off x="3040600" y="777175"/>
          <a:ext cx="30628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299" name="Google Shape;1299;p215"/>
          <p:cNvGraphicFramePr/>
          <p:nvPr/>
        </p:nvGraphicFramePr>
        <p:xfrm>
          <a:off x="1509200" y="1664875"/>
          <a:ext cx="15314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4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6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300" name="Google Shape;1300;p215"/>
          <p:cNvGraphicFramePr/>
          <p:nvPr/>
        </p:nvGraphicFramePr>
        <p:xfrm>
          <a:off x="6103400" y="1664875"/>
          <a:ext cx="15314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7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301" name="Google Shape;1301;p215"/>
          <p:cNvGraphicFramePr/>
          <p:nvPr/>
        </p:nvGraphicFramePr>
        <p:xfrm>
          <a:off x="5337700" y="2590925"/>
          <a:ext cx="7657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5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06" name="Google Shape;1306;p216"/>
          <p:cNvGraphicFramePr/>
          <p:nvPr/>
        </p:nvGraphicFramePr>
        <p:xfrm>
          <a:off x="3040600" y="777175"/>
          <a:ext cx="30628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307" name="Google Shape;1307;p216"/>
          <p:cNvGraphicFramePr/>
          <p:nvPr/>
        </p:nvGraphicFramePr>
        <p:xfrm>
          <a:off x="1509200" y="1664875"/>
          <a:ext cx="15314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4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6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308" name="Google Shape;1308;p216"/>
          <p:cNvGraphicFramePr/>
          <p:nvPr/>
        </p:nvGraphicFramePr>
        <p:xfrm>
          <a:off x="6103400" y="1664875"/>
          <a:ext cx="15314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309" name="Google Shape;1309;p216"/>
          <p:cNvGraphicFramePr/>
          <p:nvPr/>
        </p:nvGraphicFramePr>
        <p:xfrm>
          <a:off x="5337700" y="2590925"/>
          <a:ext cx="7657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5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310" name="Google Shape;1310;p216"/>
          <p:cNvGraphicFramePr/>
          <p:nvPr/>
        </p:nvGraphicFramePr>
        <p:xfrm>
          <a:off x="7634800" y="2590925"/>
          <a:ext cx="7657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7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15" name="Google Shape;1315;p217"/>
          <p:cNvGraphicFramePr/>
          <p:nvPr/>
        </p:nvGraphicFramePr>
        <p:xfrm>
          <a:off x="3040600" y="777175"/>
          <a:ext cx="30628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316" name="Google Shape;1316;p217"/>
          <p:cNvGraphicFramePr/>
          <p:nvPr/>
        </p:nvGraphicFramePr>
        <p:xfrm>
          <a:off x="1509200" y="1664875"/>
          <a:ext cx="15314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4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6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317" name="Google Shape;1317;p217"/>
          <p:cNvGraphicFramePr/>
          <p:nvPr/>
        </p:nvGraphicFramePr>
        <p:xfrm>
          <a:off x="6103400" y="1664875"/>
          <a:ext cx="15314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318" name="Google Shape;1318;p217"/>
          <p:cNvGraphicFramePr/>
          <p:nvPr/>
        </p:nvGraphicFramePr>
        <p:xfrm>
          <a:off x="5337700" y="2590925"/>
          <a:ext cx="7657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5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319" name="Google Shape;1319;p217"/>
          <p:cNvGraphicFramePr/>
          <p:nvPr/>
        </p:nvGraphicFramePr>
        <p:xfrm>
          <a:off x="7634800" y="2590925"/>
          <a:ext cx="7657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320" name="Google Shape;1320;p217"/>
          <p:cNvGraphicFramePr/>
          <p:nvPr/>
        </p:nvGraphicFramePr>
        <p:xfrm>
          <a:off x="7251950" y="3631025"/>
          <a:ext cx="38285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7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25" name="Google Shape;1325;p218"/>
          <p:cNvGraphicFramePr/>
          <p:nvPr/>
        </p:nvGraphicFramePr>
        <p:xfrm>
          <a:off x="3040600" y="777175"/>
          <a:ext cx="30628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326" name="Google Shape;1326;p218"/>
          <p:cNvGraphicFramePr/>
          <p:nvPr/>
        </p:nvGraphicFramePr>
        <p:xfrm>
          <a:off x="1509200" y="1664875"/>
          <a:ext cx="15314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4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6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327" name="Google Shape;1327;p218"/>
          <p:cNvGraphicFramePr/>
          <p:nvPr/>
        </p:nvGraphicFramePr>
        <p:xfrm>
          <a:off x="6103400" y="1664875"/>
          <a:ext cx="15314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328" name="Google Shape;1328;p218"/>
          <p:cNvGraphicFramePr/>
          <p:nvPr/>
        </p:nvGraphicFramePr>
        <p:xfrm>
          <a:off x="5337700" y="2590925"/>
          <a:ext cx="7657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5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329" name="Google Shape;1329;p218"/>
          <p:cNvGraphicFramePr/>
          <p:nvPr/>
        </p:nvGraphicFramePr>
        <p:xfrm>
          <a:off x="7634800" y="2590925"/>
          <a:ext cx="7657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330" name="Google Shape;1330;p218"/>
          <p:cNvGraphicFramePr/>
          <p:nvPr/>
        </p:nvGraphicFramePr>
        <p:xfrm>
          <a:off x="7251950" y="3631025"/>
          <a:ext cx="38285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7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331" name="Google Shape;1331;p218"/>
          <p:cNvGraphicFramePr/>
          <p:nvPr/>
        </p:nvGraphicFramePr>
        <p:xfrm>
          <a:off x="8400500" y="3631025"/>
          <a:ext cx="38285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36" name="Google Shape;1336;p219"/>
          <p:cNvGraphicFramePr/>
          <p:nvPr/>
        </p:nvGraphicFramePr>
        <p:xfrm>
          <a:off x="3040600" y="777175"/>
          <a:ext cx="30628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337" name="Google Shape;1337;p219"/>
          <p:cNvGraphicFramePr/>
          <p:nvPr/>
        </p:nvGraphicFramePr>
        <p:xfrm>
          <a:off x="1509200" y="1664875"/>
          <a:ext cx="15314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4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6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338" name="Google Shape;1338;p219"/>
          <p:cNvGraphicFramePr/>
          <p:nvPr/>
        </p:nvGraphicFramePr>
        <p:xfrm>
          <a:off x="6103400" y="1664875"/>
          <a:ext cx="15314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339" name="Google Shape;1339;p219"/>
          <p:cNvGraphicFramePr/>
          <p:nvPr/>
        </p:nvGraphicFramePr>
        <p:xfrm>
          <a:off x="5337700" y="2590925"/>
          <a:ext cx="7657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5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340" name="Google Shape;1340;p219"/>
          <p:cNvGraphicFramePr/>
          <p:nvPr/>
        </p:nvGraphicFramePr>
        <p:xfrm>
          <a:off x="7634800" y="2590925"/>
          <a:ext cx="7657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341" name="Google Shape;1341;p219"/>
          <p:cNvGraphicFramePr/>
          <p:nvPr/>
        </p:nvGraphicFramePr>
        <p:xfrm>
          <a:off x="7251950" y="3631025"/>
          <a:ext cx="38285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7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46" name="Google Shape;1346;p220"/>
          <p:cNvGraphicFramePr/>
          <p:nvPr/>
        </p:nvGraphicFramePr>
        <p:xfrm>
          <a:off x="3040600" y="777175"/>
          <a:ext cx="30628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347" name="Google Shape;1347;p220"/>
          <p:cNvGraphicFramePr/>
          <p:nvPr/>
        </p:nvGraphicFramePr>
        <p:xfrm>
          <a:off x="1509200" y="1664875"/>
          <a:ext cx="15314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4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6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348" name="Google Shape;1348;p220"/>
          <p:cNvGraphicFramePr/>
          <p:nvPr/>
        </p:nvGraphicFramePr>
        <p:xfrm>
          <a:off x="6103400" y="1664875"/>
          <a:ext cx="15314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349" name="Google Shape;1349;p220"/>
          <p:cNvGraphicFramePr/>
          <p:nvPr/>
        </p:nvGraphicFramePr>
        <p:xfrm>
          <a:off x="5337700" y="2590925"/>
          <a:ext cx="7657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5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350" name="Google Shape;1350;p220"/>
          <p:cNvGraphicFramePr/>
          <p:nvPr/>
        </p:nvGraphicFramePr>
        <p:xfrm>
          <a:off x="7634800" y="2590925"/>
          <a:ext cx="7657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7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55" name="Google Shape;1355;p221"/>
          <p:cNvGraphicFramePr/>
          <p:nvPr/>
        </p:nvGraphicFramePr>
        <p:xfrm>
          <a:off x="3040600" y="777175"/>
          <a:ext cx="30628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356" name="Google Shape;1356;p221"/>
          <p:cNvGraphicFramePr/>
          <p:nvPr/>
        </p:nvGraphicFramePr>
        <p:xfrm>
          <a:off x="1509200" y="1664875"/>
          <a:ext cx="15314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4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6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357" name="Google Shape;1357;p221"/>
          <p:cNvGraphicFramePr/>
          <p:nvPr/>
        </p:nvGraphicFramePr>
        <p:xfrm>
          <a:off x="6103400" y="1664875"/>
          <a:ext cx="15314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358" name="Google Shape;1358;p221"/>
          <p:cNvGraphicFramePr/>
          <p:nvPr/>
        </p:nvGraphicFramePr>
        <p:xfrm>
          <a:off x="5337700" y="2590925"/>
          <a:ext cx="7657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5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359" name="Google Shape;1359;p221"/>
          <p:cNvGraphicFramePr/>
          <p:nvPr/>
        </p:nvGraphicFramePr>
        <p:xfrm>
          <a:off x="7634800" y="2590925"/>
          <a:ext cx="7657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7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64" name="Google Shape;1364;p222"/>
          <p:cNvGraphicFramePr/>
          <p:nvPr/>
        </p:nvGraphicFramePr>
        <p:xfrm>
          <a:off x="3040600" y="777175"/>
          <a:ext cx="30628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365" name="Google Shape;1365;p222"/>
          <p:cNvGraphicFramePr/>
          <p:nvPr/>
        </p:nvGraphicFramePr>
        <p:xfrm>
          <a:off x="1509200" y="1664875"/>
          <a:ext cx="15314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4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6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366" name="Google Shape;1366;p222"/>
          <p:cNvGraphicFramePr/>
          <p:nvPr/>
        </p:nvGraphicFramePr>
        <p:xfrm>
          <a:off x="6103400" y="1664875"/>
          <a:ext cx="15314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367" name="Google Shape;1367;p222"/>
          <p:cNvGraphicFramePr/>
          <p:nvPr/>
        </p:nvGraphicFramePr>
        <p:xfrm>
          <a:off x="5337700" y="2590925"/>
          <a:ext cx="7657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5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368" name="Google Shape;1368;p222"/>
          <p:cNvGraphicFramePr/>
          <p:nvPr/>
        </p:nvGraphicFramePr>
        <p:xfrm>
          <a:off x="7634800" y="2590925"/>
          <a:ext cx="7657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7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73" name="Google Shape;1373;p223"/>
          <p:cNvGraphicFramePr/>
          <p:nvPr/>
        </p:nvGraphicFramePr>
        <p:xfrm>
          <a:off x="3040600" y="777175"/>
          <a:ext cx="30628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374" name="Google Shape;1374;p223"/>
          <p:cNvGraphicFramePr/>
          <p:nvPr/>
        </p:nvGraphicFramePr>
        <p:xfrm>
          <a:off x="1509200" y="1664875"/>
          <a:ext cx="15314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4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6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375" name="Google Shape;1375;p223"/>
          <p:cNvGraphicFramePr/>
          <p:nvPr/>
        </p:nvGraphicFramePr>
        <p:xfrm>
          <a:off x="6103400" y="1664875"/>
          <a:ext cx="15314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5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376" name="Google Shape;1376;p223"/>
          <p:cNvGraphicFramePr/>
          <p:nvPr/>
        </p:nvGraphicFramePr>
        <p:xfrm>
          <a:off x="7634800" y="2590925"/>
          <a:ext cx="7657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7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81" name="Google Shape;1381;p224"/>
          <p:cNvGraphicFramePr/>
          <p:nvPr/>
        </p:nvGraphicFramePr>
        <p:xfrm>
          <a:off x="3040600" y="777175"/>
          <a:ext cx="30628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382" name="Google Shape;1382;p224"/>
          <p:cNvGraphicFramePr/>
          <p:nvPr/>
        </p:nvGraphicFramePr>
        <p:xfrm>
          <a:off x="1509200" y="1664875"/>
          <a:ext cx="15314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4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6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383" name="Google Shape;1383;p224"/>
          <p:cNvGraphicFramePr/>
          <p:nvPr/>
        </p:nvGraphicFramePr>
        <p:xfrm>
          <a:off x="6103400" y="1664875"/>
          <a:ext cx="15314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5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7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88" name="Google Shape;1388;p225"/>
          <p:cNvGraphicFramePr/>
          <p:nvPr/>
        </p:nvGraphicFramePr>
        <p:xfrm>
          <a:off x="3040600" y="777175"/>
          <a:ext cx="30628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389" name="Google Shape;1389;p225"/>
          <p:cNvGraphicFramePr/>
          <p:nvPr/>
        </p:nvGraphicFramePr>
        <p:xfrm>
          <a:off x="1509200" y="1664875"/>
          <a:ext cx="15314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4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6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390" name="Google Shape;1390;p225"/>
          <p:cNvGraphicFramePr/>
          <p:nvPr/>
        </p:nvGraphicFramePr>
        <p:xfrm>
          <a:off x="6103400" y="1664875"/>
          <a:ext cx="15314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5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7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95" name="Google Shape;1395;p226"/>
          <p:cNvGraphicFramePr/>
          <p:nvPr/>
        </p:nvGraphicFramePr>
        <p:xfrm>
          <a:off x="3040600" y="777175"/>
          <a:ext cx="30628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396" name="Google Shape;1396;p226"/>
          <p:cNvGraphicFramePr/>
          <p:nvPr/>
        </p:nvGraphicFramePr>
        <p:xfrm>
          <a:off x="1509200" y="1664875"/>
          <a:ext cx="15314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4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6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397" name="Google Shape;1397;p226"/>
          <p:cNvGraphicFramePr/>
          <p:nvPr/>
        </p:nvGraphicFramePr>
        <p:xfrm>
          <a:off x="6103400" y="1664875"/>
          <a:ext cx="15314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5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7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402" name="Google Shape;1402;p227"/>
          <p:cNvGraphicFramePr/>
          <p:nvPr/>
        </p:nvGraphicFramePr>
        <p:xfrm>
          <a:off x="3040600" y="777175"/>
          <a:ext cx="30628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403" name="Google Shape;1403;p227"/>
          <p:cNvGraphicFramePr/>
          <p:nvPr/>
        </p:nvGraphicFramePr>
        <p:xfrm>
          <a:off x="1509200" y="1664875"/>
          <a:ext cx="15314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4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6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404" name="Google Shape;1404;p227"/>
          <p:cNvGraphicFramePr/>
          <p:nvPr/>
        </p:nvGraphicFramePr>
        <p:xfrm>
          <a:off x="6103400" y="1664875"/>
          <a:ext cx="15314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5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7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409" name="Google Shape;1409;p228"/>
          <p:cNvGraphicFramePr/>
          <p:nvPr/>
        </p:nvGraphicFramePr>
        <p:xfrm>
          <a:off x="3040600" y="777175"/>
          <a:ext cx="30628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410" name="Google Shape;1410;p228"/>
          <p:cNvGraphicFramePr/>
          <p:nvPr/>
        </p:nvGraphicFramePr>
        <p:xfrm>
          <a:off x="1509200" y="1664875"/>
          <a:ext cx="15314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4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6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411" name="Google Shape;1411;p228"/>
          <p:cNvGraphicFramePr/>
          <p:nvPr/>
        </p:nvGraphicFramePr>
        <p:xfrm>
          <a:off x="6103400" y="1664875"/>
          <a:ext cx="15314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5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7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416" name="Google Shape;1416;p229"/>
          <p:cNvGraphicFramePr/>
          <p:nvPr/>
        </p:nvGraphicFramePr>
        <p:xfrm>
          <a:off x="3040600" y="777175"/>
          <a:ext cx="30628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4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417" name="Google Shape;1417;p229"/>
          <p:cNvGraphicFramePr/>
          <p:nvPr/>
        </p:nvGraphicFramePr>
        <p:xfrm>
          <a:off x="1509200" y="1664875"/>
          <a:ext cx="15314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6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418" name="Google Shape;1418;p229"/>
          <p:cNvGraphicFramePr/>
          <p:nvPr/>
        </p:nvGraphicFramePr>
        <p:xfrm>
          <a:off x="6103400" y="1664875"/>
          <a:ext cx="15314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5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7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423" name="Google Shape;1423;p230"/>
          <p:cNvGraphicFramePr/>
          <p:nvPr/>
        </p:nvGraphicFramePr>
        <p:xfrm>
          <a:off x="3040600" y="777175"/>
          <a:ext cx="30628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4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5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424" name="Google Shape;1424;p230"/>
          <p:cNvGraphicFramePr/>
          <p:nvPr/>
        </p:nvGraphicFramePr>
        <p:xfrm>
          <a:off x="1509200" y="1664875"/>
          <a:ext cx="15314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6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425" name="Google Shape;1425;p230"/>
          <p:cNvGraphicFramePr/>
          <p:nvPr/>
        </p:nvGraphicFramePr>
        <p:xfrm>
          <a:off x="6103400" y="1664875"/>
          <a:ext cx="15314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7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430" name="Google Shape;1430;p231"/>
          <p:cNvGraphicFramePr/>
          <p:nvPr/>
        </p:nvGraphicFramePr>
        <p:xfrm>
          <a:off x="3040600" y="777175"/>
          <a:ext cx="30628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4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5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6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431" name="Google Shape;1431;p231"/>
          <p:cNvGraphicFramePr/>
          <p:nvPr/>
        </p:nvGraphicFramePr>
        <p:xfrm>
          <a:off x="6103400" y="1664875"/>
          <a:ext cx="15314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7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436" name="Google Shape;1436;p232"/>
          <p:cNvGraphicFramePr/>
          <p:nvPr/>
        </p:nvGraphicFramePr>
        <p:xfrm>
          <a:off x="3040600" y="777175"/>
          <a:ext cx="30628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4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5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6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7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441" name="Google Shape;1441;p233"/>
          <p:cNvGraphicFramePr/>
          <p:nvPr/>
        </p:nvGraphicFramePr>
        <p:xfrm>
          <a:off x="3040600" y="777175"/>
          <a:ext cx="30628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4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5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6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7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6" name="Google Shape;1446;p23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i="1">
                <a:solidFill>
                  <a:schemeClr val="dk1"/>
                </a:solidFill>
              </a:rPr>
              <a:t>O</a:t>
            </a:r>
            <a:r>
              <a:rPr lang="en">
                <a:solidFill>
                  <a:schemeClr val="dk1"/>
                </a:solidFill>
              </a:rPr>
              <a:t>(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 baseline="30000">
                <a:solidFill>
                  <a:schemeClr val="dk1"/>
                </a:solidFill>
              </a:rPr>
              <a:t>2</a:t>
            </a:r>
            <a:r>
              <a:rPr lang="en">
                <a:solidFill>
                  <a:schemeClr val="dk1"/>
                </a:solidFill>
              </a:rPr>
              <a:t>)             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i="1">
                <a:solidFill>
                  <a:srgbClr val="FFFFFF"/>
                </a:solidFill>
              </a:rPr>
              <a:t>O</a:t>
            </a:r>
            <a:r>
              <a:rPr lang="en">
                <a:solidFill>
                  <a:srgbClr val="FFFFFF"/>
                </a:solidFill>
              </a:rPr>
              <a:t>(</a:t>
            </a: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>
                <a:solidFill>
                  <a:srgbClr val="FFFFFF"/>
                </a:solidFill>
              </a:rPr>
              <a:t> log </a:t>
            </a: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>
                <a:solidFill>
                  <a:srgbClr val="FFFFFF"/>
                </a:solidFill>
              </a:rPr>
              <a:t>)</a:t>
            </a:r>
            <a:endParaRPr>
              <a:solidFill>
                <a:srgbClr val="FFFFFF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i="1">
                <a:solidFill>
                  <a:srgbClr val="FFFFFF"/>
                </a:solidFill>
              </a:rPr>
              <a:t>O</a:t>
            </a:r>
            <a:r>
              <a:rPr lang="en">
                <a:solidFill>
                  <a:srgbClr val="FFFFFF"/>
                </a:solidFill>
              </a:rPr>
              <a:t>(</a:t>
            </a: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>
                <a:solidFill>
                  <a:srgbClr val="FFFFFF"/>
                </a:solidFill>
              </a:rPr>
              <a:t>)              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i="1">
                <a:solidFill>
                  <a:srgbClr val="FFFFFF"/>
                </a:solidFill>
              </a:rPr>
              <a:t>O</a:t>
            </a:r>
            <a:r>
              <a:rPr lang="en">
                <a:solidFill>
                  <a:srgbClr val="FFFFFF"/>
                </a:solidFill>
              </a:rPr>
              <a:t>(log </a:t>
            </a: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>
                <a:solidFill>
                  <a:srgbClr val="FFFFFF"/>
                </a:solidFill>
              </a:rPr>
              <a:t>)        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r>
              <a:rPr lang="en" i="1">
                <a:solidFill>
                  <a:srgbClr val="FFFFFF"/>
                </a:solidFill>
              </a:rPr>
              <a:t>O</a:t>
            </a:r>
            <a:r>
              <a:rPr lang="en">
                <a:solidFill>
                  <a:srgbClr val="FFFFFF"/>
                </a:solidFill>
              </a:rPr>
              <a:t>(1)</a:t>
            </a:r>
            <a:endParaRPr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1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451" name="Google Shape;1451;p235"/>
          <p:cNvGraphicFramePr/>
          <p:nvPr/>
        </p:nvGraphicFramePr>
        <p:xfrm>
          <a:off x="3040600" y="777175"/>
          <a:ext cx="30628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6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4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5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7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452" name="Google Shape;1452;p235"/>
          <p:cNvGraphicFramePr/>
          <p:nvPr/>
        </p:nvGraphicFramePr>
        <p:xfrm>
          <a:off x="1509200" y="1664875"/>
          <a:ext cx="15314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6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4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453" name="Google Shape;1453;p235"/>
          <p:cNvGraphicFramePr/>
          <p:nvPr/>
        </p:nvGraphicFramePr>
        <p:xfrm>
          <a:off x="743500" y="2590925"/>
          <a:ext cx="7657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6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454" name="Google Shape;1454;p235"/>
          <p:cNvGraphicFramePr/>
          <p:nvPr/>
        </p:nvGraphicFramePr>
        <p:xfrm>
          <a:off x="360650" y="3631025"/>
          <a:ext cx="38285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6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455" name="Google Shape;1455;p235"/>
          <p:cNvGraphicFramePr/>
          <p:nvPr/>
        </p:nvGraphicFramePr>
        <p:xfrm>
          <a:off x="1509200" y="3631025"/>
          <a:ext cx="38285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456" name="Google Shape;1456;p235"/>
          <p:cNvGraphicFramePr/>
          <p:nvPr/>
        </p:nvGraphicFramePr>
        <p:xfrm>
          <a:off x="3040600" y="2590925"/>
          <a:ext cx="7657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4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457" name="Google Shape;1457;p235"/>
          <p:cNvGraphicFramePr/>
          <p:nvPr/>
        </p:nvGraphicFramePr>
        <p:xfrm>
          <a:off x="2657750" y="3631025"/>
          <a:ext cx="38285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4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458" name="Google Shape;1458;p235"/>
          <p:cNvGraphicFramePr/>
          <p:nvPr/>
        </p:nvGraphicFramePr>
        <p:xfrm>
          <a:off x="3806300" y="3631025"/>
          <a:ext cx="38285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459" name="Google Shape;1459;p235"/>
          <p:cNvGraphicFramePr/>
          <p:nvPr/>
        </p:nvGraphicFramePr>
        <p:xfrm>
          <a:off x="6103400" y="1664875"/>
          <a:ext cx="15314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5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7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460" name="Google Shape;1460;p235"/>
          <p:cNvGraphicFramePr/>
          <p:nvPr/>
        </p:nvGraphicFramePr>
        <p:xfrm>
          <a:off x="5337700" y="2590925"/>
          <a:ext cx="7657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5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461" name="Google Shape;1461;p235"/>
          <p:cNvGraphicFramePr/>
          <p:nvPr/>
        </p:nvGraphicFramePr>
        <p:xfrm>
          <a:off x="4954850" y="3631025"/>
          <a:ext cx="38285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5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462" name="Google Shape;1462;p235"/>
          <p:cNvGraphicFramePr/>
          <p:nvPr/>
        </p:nvGraphicFramePr>
        <p:xfrm>
          <a:off x="6103400" y="3631025"/>
          <a:ext cx="38285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463" name="Google Shape;1463;p235"/>
          <p:cNvGraphicFramePr/>
          <p:nvPr/>
        </p:nvGraphicFramePr>
        <p:xfrm>
          <a:off x="7634800" y="2590925"/>
          <a:ext cx="7657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7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464" name="Google Shape;1464;p235"/>
          <p:cNvGraphicFramePr/>
          <p:nvPr/>
        </p:nvGraphicFramePr>
        <p:xfrm>
          <a:off x="7251950" y="3631025"/>
          <a:ext cx="38285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7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465" name="Google Shape;1465;p235"/>
          <p:cNvGraphicFramePr/>
          <p:nvPr/>
        </p:nvGraphicFramePr>
        <p:xfrm>
          <a:off x="8400500" y="3631025"/>
          <a:ext cx="38285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470" name="Google Shape;1470;p236"/>
          <p:cNvGraphicFramePr/>
          <p:nvPr/>
        </p:nvGraphicFramePr>
        <p:xfrm>
          <a:off x="3040600" y="777175"/>
          <a:ext cx="30628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6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4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5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7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471" name="Google Shape;1471;p236"/>
          <p:cNvGraphicFramePr/>
          <p:nvPr/>
        </p:nvGraphicFramePr>
        <p:xfrm>
          <a:off x="1509200" y="1664875"/>
          <a:ext cx="15314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6</a:t>
                      </a:r>
                      <a:endParaRPr sz="3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 sz="3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4</a:t>
                      </a:r>
                      <a:endParaRPr sz="3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3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472" name="Google Shape;1472;p236"/>
          <p:cNvGraphicFramePr/>
          <p:nvPr/>
        </p:nvGraphicFramePr>
        <p:xfrm>
          <a:off x="743500" y="2590925"/>
          <a:ext cx="7657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6</a:t>
                      </a:r>
                      <a:endParaRPr sz="3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 sz="3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473" name="Google Shape;1473;p236"/>
          <p:cNvGraphicFramePr/>
          <p:nvPr/>
        </p:nvGraphicFramePr>
        <p:xfrm>
          <a:off x="360650" y="3631025"/>
          <a:ext cx="38285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6</a:t>
                      </a:r>
                      <a:endParaRPr sz="3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474" name="Google Shape;1474;p236"/>
          <p:cNvGraphicFramePr/>
          <p:nvPr/>
        </p:nvGraphicFramePr>
        <p:xfrm>
          <a:off x="1509200" y="3631025"/>
          <a:ext cx="38285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 sz="3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475" name="Google Shape;1475;p236"/>
          <p:cNvGraphicFramePr/>
          <p:nvPr/>
        </p:nvGraphicFramePr>
        <p:xfrm>
          <a:off x="3040600" y="2590925"/>
          <a:ext cx="7657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4</a:t>
                      </a:r>
                      <a:endParaRPr sz="3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3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476" name="Google Shape;1476;p236"/>
          <p:cNvGraphicFramePr/>
          <p:nvPr/>
        </p:nvGraphicFramePr>
        <p:xfrm>
          <a:off x="2657750" y="3631025"/>
          <a:ext cx="38285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4</a:t>
                      </a:r>
                      <a:endParaRPr sz="3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477" name="Google Shape;1477;p236"/>
          <p:cNvGraphicFramePr/>
          <p:nvPr/>
        </p:nvGraphicFramePr>
        <p:xfrm>
          <a:off x="3806300" y="3631025"/>
          <a:ext cx="38285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3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478" name="Google Shape;1478;p236"/>
          <p:cNvGraphicFramePr/>
          <p:nvPr/>
        </p:nvGraphicFramePr>
        <p:xfrm>
          <a:off x="6103400" y="1664875"/>
          <a:ext cx="15314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5</a:t>
                      </a:r>
                      <a:endParaRPr sz="3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 sz="3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7</a:t>
                      </a:r>
                      <a:endParaRPr sz="3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sz="3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479" name="Google Shape;1479;p236"/>
          <p:cNvGraphicFramePr/>
          <p:nvPr/>
        </p:nvGraphicFramePr>
        <p:xfrm>
          <a:off x="5337700" y="2590925"/>
          <a:ext cx="7657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5</a:t>
                      </a:r>
                      <a:endParaRPr sz="3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 sz="3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480" name="Google Shape;1480;p236"/>
          <p:cNvGraphicFramePr/>
          <p:nvPr/>
        </p:nvGraphicFramePr>
        <p:xfrm>
          <a:off x="4954850" y="3631025"/>
          <a:ext cx="38285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5</a:t>
                      </a:r>
                      <a:endParaRPr sz="3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481" name="Google Shape;1481;p236"/>
          <p:cNvGraphicFramePr/>
          <p:nvPr/>
        </p:nvGraphicFramePr>
        <p:xfrm>
          <a:off x="6103400" y="3631025"/>
          <a:ext cx="38285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 sz="3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482" name="Google Shape;1482;p236"/>
          <p:cNvGraphicFramePr/>
          <p:nvPr/>
        </p:nvGraphicFramePr>
        <p:xfrm>
          <a:off x="7634800" y="2590925"/>
          <a:ext cx="7657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7</a:t>
                      </a:r>
                      <a:endParaRPr sz="3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sz="3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483" name="Google Shape;1483;p236"/>
          <p:cNvGraphicFramePr/>
          <p:nvPr/>
        </p:nvGraphicFramePr>
        <p:xfrm>
          <a:off x="7251950" y="3631025"/>
          <a:ext cx="38285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7</a:t>
                      </a:r>
                      <a:endParaRPr sz="3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484" name="Google Shape;1484;p236"/>
          <p:cNvGraphicFramePr/>
          <p:nvPr/>
        </p:nvGraphicFramePr>
        <p:xfrm>
          <a:off x="8400500" y="3631025"/>
          <a:ext cx="38285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sz="3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9" name="Google Shape;1489;p237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log</a:t>
            </a:r>
            <a:r>
              <a:rPr lang="en" baseline="-25000"/>
              <a:t>2</a:t>
            </a:r>
            <a:r>
              <a:rPr lang="en"/>
              <a:t> </a:t>
            </a:r>
            <a:r>
              <a:rPr lang="en" i="1"/>
              <a:t>n</a:t>
            </a:r>
            <a:endParaRPr i="1"/>
          </a:p>
        </p:txBody>
      </p:sp>
    </p:spTree>
  </p:cSld>
  <p:clrMapOvr>
    <a:masterClrMapping/>
  </p:clrMapOvr>
</p:sld>
</file>

<file path=ppt/slides/slide2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4" name="Google Shape;1494;p238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log</a:t>
            </a:r>
            <a:r>
              <a:rPr lang="en" baseline="-25000"/>
              <a:t>2</a:t>
            </a:r>
            <a:r>
              <a:rPr lang="en"/>
              <a:t> 8</a:t>
            </a:r>
            <a:endParaRPr/>
          </a:p>
        </p:txBody>
      </p:sp>
    </p:spTree>
  </p:cSld>
  <p:clrMapOvr>
    <a:masterClrMapping/>
  </p:clrMapOvr>
</p:sld>
</file>

<file path=ppt/slides/slide2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9" name="Google Shape;1499;p239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log</a:t>
            </a:r>
            <a:r>
              <a:rPr lang="en" baseline="-25000"/>
              <a:t>2</a:t>
            </a:r>
            <a:r>
              <a:rPr lang="en"/>
              <a:t> 2</a:t>
            </a:r>
            <a:r>
              <a:rPr lang="en" baseline="30000"/>
              <a:t>3</a:t>
            </a:r>
            <a:endParaRPr baseline="30000"/>
          </a:p>
        </p:txBody>
      </p:sp>
    </p:spTree>
  </p:cSld>
  <p:clrMapOvr>
    <a:masterClrMapping/>
  </p:clrMapOvr>
</p:sld>
</file>

<file path=ppt/slides/slide2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4" name="Google Shape;1504;p240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3</a:t>
            </a:r>
            <a:endParaRPr baseline="30000"/>
          </a:p>
        </p:txBody>
      </p:sp>
    </p:spTree>
  </p:cSld>
  <p:clrMapOvr>
    <a:masterClrMapping/>
  </p:clrMapOvr>
</p:sld>
</file>

<file path=ppt/slides/slide2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509" name="Google Shape;1509;p241"/>
          <p:cNvGraphicFramePr/>
          <p:nvPr/>
        </p:nvGraphicFramePr>
        <p:xfrm>
          <a:off x="3040600" y="777175"/>
          <a:ext cx="30628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6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4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5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7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510" name="Google Shape;1510;p241"/>
          <p:cNvGraphicFramePr/>
          <p:nvPr/>
        </p:nvGraphicFramePr>
        <p:xfrm>
          <a:off x="1509200" y="1664875"/>
          <a:ext cx="15314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6</a:t>
                      </a:r>
                      <a:endParaRPr sz="3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 sz="3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4</a:t>
                      </a:r>
                      <a:endParaRPr sz="3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3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511" name="Google Shape;1511;p241"/>
          <p:cNvGraphicFramePr/>
          <p:nvPr/>
        </p:nvGraphicFramePr>
        <p:xfrm>
          <a:off x="743500" y="2590925"/>
          <a:ext cx="7657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6</a:t>
                      </a:r>
                      <a:endParaRPr sz="3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 sz="3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512" name="Google Shape;1512;p241"/>
          <p:cNvGraphicFramePr/>
          <p:nvPr/>
        </p:nvGraphicFramePr>
        <p:xfrm>
          <a:off x="360650" y="3631025"/>
          <a:ext cx="38285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6</a:t>
                      </a:r>
                      <a:endParaRPr sz="3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513" name="Google Shape;1513;p241"/>
          <p:cNvGraphicFramePr/>
          <p:nvPr/>
        </p:nvGraphicFramePr>
        <p:xfrm>
          <a:off x="1509200" y="3631025"/>
          <a:ext cx="38285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 sz="3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514" name="Google Shape;1514;p241"/>
          <p:cNvGraphicFramePr/>
          <p:nvPr/>
        </p:nvGraphicFramePr>
        <p:xfrm>
          <a:off x="3040600" y="2590925"/>
          <a:ext cx="7657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4</a:t>
                      </a:r>
                      <a:endParaRPr sz="3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3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515" name="Google Shape;1515;p241"/>
          <p:cNvGraphicFramePr/>
          <p:nvPr/>
        </p:nvGraphicFramePr>
        <p:xfrm>
          <a:off x="2657750" y="3631025"/>
          <a:ext cx="38285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4</a:t>
                      </a:r>
                      <a:endParaRPr sz="3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516" name="Google Shape;1516;p241"/>
          <p:cNvGraphicFramePr/>
          <p:nvPr/>
        </p:nvGraphicFramePr>
        <p:xfrm>
          <a:off x="3806300" y="3631025"/>
          <a:ext cx="38285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3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517" name="Google Shape;1517;p241"/>
          <p:cNvGraphicFramePr/>
          <p:nvPr/>
        </p:nvGraphicFramePr>
        <p:xfrm>
          <a:off x="6103400" y="1664875"/>
          <a:ext cx="15314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5</a:t>
                      </a:r>
                      <a:endParaRPr sz="3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 sz="3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7</a:t>
                      </a:r>
                      <a:endParaRPr sz="3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sz="3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518" name="Google Shape;1518;p241"/>
          <p:cNvGraphicFramePr/>
          <p:nvPr/>
        </p:nvGraphicFramePr>
        <p:xfrm>
          <a:off x="5337700" y="2590925"/>
          <a:ext cx="7657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5</a:t>
                      </a:r>
                      <a:endParaRPr sz="3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 sz="3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519" name="Google Shape;1519;p241"/>
          <p:cNvGraphicFramePr/>
          <p:nvPr/>
        </p:nvGraphicFramePr>
        <p:xfrm>
          <a:off x="4954850" y="3631025"/>
          <a:ext cx="38285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5</a:t>
                      </a:r>
                      <a:endParaRPr sz="3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520" name="Google Shape;1520;p241"/>
          <p:cNvGraphicFramePr/>
          <p:nvPr/>
        </p:nvGraphicFramePr>
        <p:xfrm>
          <a:off x="6103400" y="3631025"/>
          <a:ext cx="38285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 sz="3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521" name="Google Shape;1521;p241"/>
          <p:cNvGraphicFramePr/>
          <p:nvPr/>
        </p:nvGraphicFramePr>
        <p:xfrm>
          <a:off x="7634800" y="2590925"/>
          <a:ext cx="7657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7</a:t>
                      </a:r>
                      <a:endParaRPr sz="3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sz="3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522" name="Google Shape;1522;p241"/>
          <p:cNvGraphicFramePr/>
          <p:nvPr/>
        </p:nvGraphicFramePr>
        <p:xfrm>
          <a:off x="7251950" y="3631025"/>
          <a:ext cx="38285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7</a:t>
                      </a:r>
                      <a:endParaRPr sz="3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523" name="Google Shape;1523;p241"/>
          <p:cNvGraphicFramePr/>
          <p:nvPr/>
        </p:nvGraphicFramePr>
        <p:xfrm>
          <a:off x="8400500" y="3631025"/>
          <a:ext cx="38285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sz="3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8" name="Google Shape;1528;p242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i="1"/>
              <a:t>n</a:t>
            </a:r>
            <a:r>
              <a:rPr lang="en"/>
              <a:t> log</a:t>
            </a:r>
            <a:r>
              <a:rPr lang="en" baseline="-25000"/>
              <a:t>2</a:t>
            </a:r>
            <a:r>
              <a:rPr lang="en"/>
              <a:t> </a:t>
            </a:r>
            <a:r>
              <a:rPr lang="en" i="1"/>
              <a:t>n</a:t>
            </a:r>
            <a:endParaRPr i="1" baseline="30000"/>
          </a:p>
        </p:txBody>
      </p:sp>
    </p:spTree>
  </p:cSld>
  <p:clrMapOvr>
    <a:masterClrMapping/>
  </p:clrMapOvr>
</p:sld>
</file>

<file path=ppt/slides/slide2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3" name="Google Shape;1533;p24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i="1"/>
              <a:t>n</a:t>
            </a:r>
            <a:r>
              <a:rPr lang="en"/>
              <a:t> log </a:t>
            </a:r>
            <a:r>
              <a:rPr lang="en" i="1"/>
              <a:t>n</a:t>
            </a:r>
            <a:endParaRPr i="1" baseline="30000"/>
          </a:p>
        </p:txBody>
      </p:sp>
    </p:spTree>
  </p:cSld>
  <p:clrMapOvr>
    <a:masterClrMapping/>
  </p:clrMapOvr>
</p:sld>
</file>

<file path=ppt/slides/slide2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8" name="Google Shape;1538;p24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i="1">
                <a:solidFill>
                  <a:schemeClr val="dk1"/>
                </a:solidFill>
              </a:rPr>
              <a:t>O</a:t>
            </a:r>
            <a:r>
              <a:rPr lang="en">
                <a:solidFill>
                  <a:schemeClr val="dk1"/>
                </a:solidFill>
              </a:rPr>
              <a:t>(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 baseline="30000">
                <a:solidFill>
                  <a:schemeClr val="dk1"/>
                </a:solidFill>
              </a:rPr>
              <a:t>2</a:t>
            </a:r>
            <a:r>
              <a:rPr lang="en">
                <a:solidFill>
                  <a:schemeClr val="dk1"/>
                </a:solidFill>
              </a:rPr>
              <a:t>)             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i="1">
                <a:solidFill>
                  <a:srgbClr val="FFFFFF"/>
                </a:solidFill>
              </a:rPr>
              <a:t>O</a:t>
            </a:r>
            <a:r>
              <a:rPr lang="en">
                <a:solidFill>
                  <a:srgbClr val="FFFFFF"/>
                </a:solidFill>
              </a:rPr>
              <a:t>(</a:t>
            </a: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>
                <a:solidFill>
                  <a:srgbClr val="FFFFFF"/>
                </a:solidFill>
              </a:rPr>
              <a:t> log </a:t>
            </a: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>
                <a:solidFill>
                  <a:srgbClr val="FFFFFF"/>
                </a:solidFill>
              </a:rPr>
              <a:t>)     </a:t>
            </a:r>
            <a:r>
              <a:rPr lang="en">
                <a:solidFill>
                  <a:srgbClr val="666666"/>
                </a:solidFill>
              </a:rPr>
              <a:t>merge sort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i="1">
                <a:solidFill>
                  <a:srgbClr val="FFFFFF"/>
                </a:solidFill>
              </a:rPr>
              <a:t>O</a:t>
            </a:r>
            <a:r>
              <a:rPr lang="en">
                <a:solidFill>
                  <a:srgbClr val="FFFFFF"/>
                </a:solidFill>
              </a:rPr>
              <a:t>(</a:t>
            </a: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>
                <a:solidFill>
                  <a:srgbClr val="FFFFFF"/>
                </a:solidFill>
              </a:rPr>
              <a:t>)              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i="1">
                <a:solidFill>
                  <a:srgbClr val="FFFFFF"/>
                </a:solidFill>
              </a:rPr>
              <a:t>O</a:t>
            </a:r>
            <a:r>
              <a:rPr lang="en">
                <a:solidFill>
                  <a:srgbClr val="FFFFFF"/>
                </a:solidFill>
              </a:rPr>
              <a:t>(log </a:t>
            </a: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>
                <a:solidFill>
                  <a:srgbClr val="FFFFFF"/>
                </a:solidFill>
              </a:rPr>
              <a:t>)        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r>
              <a:rPr lang="en" i="1">
                <a:solidFill>
                  <a:srgbClr val="FFFFFF"/>
                </a:solidFill>
              </a:rPr>
              <a:t>O</a:t>
            </a:r>
            <a:r>
              <a:rPr lang="en">
                <a:solidFill>
                  <a:srgbClr val="FFFFFF"/>
                </a:solidFill>
              </a:rPr>
              <a:t>(1)</a:t>
            </a:r>
            <a:endParaRPr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2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3" name="Google Shape;1543;p24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Ω(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 baseline="30000">
                <a:solidFill>
                  <a:schemeClr val="dk1"/>
                </a:solidFill>
              </a:rPr>
              <a:t>2</a:t>
            </a:r>
            <a:r>
              <a:rPr lang="en">
                <a:solidFill>
                  <a:schemeClr val="dk1"/>
                </a:solidFill>
              </a:rPr>
              <a:t>)             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Ω(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>
                <a:solidFill>
                  <a:schemeClr val="dk1"/>
                </a:solidFill>
              </a:rPr>
              <a:t> log 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>
                <a:solidFill>
                  <a:schemeClr val="dk1"/>
                </a:solidFill>
              </a:rPr>
              <a:t>)     </a:t>
            </a:r>
            <a:r>
              <a:rPr lang="en">
                <a:solidFill>
                  <a:srgbClr val="666666"/>
                </a:solidFill>
              </a:rPr>
              <a:t>merge sort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Ω(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>
                <a:solidFill>
                  <a:schemeClr val="dk1"/>
                </a:solidFill>
              </a:rPr>
              <a:t>)              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Ω(log 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>
                <a:solidFill>
                  <a:schemeClr val="dk1"/>
                </a:solidFill>
              </a:rPr>
              <a:t>)    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r>
              <a:rPr lang="en">
                <a:solidFill>
                  <a:srgbClr val="FFFFFF"/>
                </a:solidFill>
              </a:rPr>
              <a:t>Ω(1)              </a:t>
            </a:r>
            <a:endParaRPr>
              <a:solidFill>
                <a:srgbClr val="666666"/>
              </a:solidFill>
            </a:endParaRPr>
          </a:p>
        </p:txBody>
      </p:sp>
    </p:spTree>
  </p:cSld>
  <p:clrMapOvr>
    <a:masterClrMapping/>
  </p:clrMapOvr>
</p:sld>
</file>

<file path=ppt/slides/slide2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8" name="Google Shape;1548;p246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Θ(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 baseline="30000">
                <a:solidFill>
                  <a:schemeClr val="dk1"/>
                </a:solidFill>
              </a:rPr>
              <a:t>2</a:t>
            </a:r>
            <a:r>
              <a:rPr lang="en">
                <a:solidFill>
                  <a:schemeClr val="dk1"/>
                </a:solidFill>
              </a:rPr>
              <a:t>)             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Θ(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>
                <a:solidFill>
                  <a:schemeClr val="dk1"/>
                </a:solidFill>
              </a:rPr>
              <a:t> log 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>
                <a:solidFill>
                  <a:schemeClr val="dk1"/>
                </a:solidFill>
              </a:rPr>
              <a:t>)     </a:t>
            </a:r>
            <a:r>
              <a:rPr lang="en">
                <a:solidFill>
                  <a:srgbClr val="666666"/>
                </a:solidFill>
              </a:rPr>
              <a:t>merge sort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Θ(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>
                <a:solidFill>
                  <a:schemeClr val="dk1"/>
                </a:solidFill>
              </a:rPr>
              <a:t>)          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Θ(log 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>
                <a:solidFill>
                  <a:schemeClr val="dk1"/>
                </a:solidFill>
              </a:rPr>
              <a:t>)    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r>
              <a:rPr lang="en">
                <a:solidFill>
                  <a:srgbClr val="FFFFFF"/>
                </a:solidFill>
              </a:rPr>
              <a:t>Θ(1)              </a:t>
            </a:r>
            <a:endParaRPr>
              <a:solidFill>
                <a:srgbClr val="666666"/>
              </a:solidFill>
            </a:endParaRPr>
          </a:p>
        </p:txBody>
      </p:sp>
    </p:spTree>
  </p:cSld>
  <p:clrMapOvr>
    <a:masterClrMapping/>
  </p:clrMapOvr>
</p:sld>
</file>

<file path=ppt/slides/slide2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Online Media 3" title="Visualization and Comparison of Sorting Algorithms">
            <a:hlinkClick r:id="" action="ppaction://media"/>
            <a:extLst>
              <a:ext uri="{FF2B5EF4-FFF2-40B4-BE49-F238E27FC236}">
                <a16:creationId xmlns:a16="http://schemas.microsoft.com/office/drawing/2014/main" id="{74A5D13D-5094-F3FB-2487-91CE580324AB}"/>
              </a:ext>
            </a:extLst>
          </p:cNvPr>
          <p:cNvPicPr>
            <a:picLocks noRot="1" noChangeAspect="1"/>
          </p:cNvPicPr>
          <p:nvPr>
            <a:videoFile r:link="rId1"/>
          </p:nvPr>
        </p:nvPicPr>
        <p:blipFill>
          <a:blip r:embed="rId4"/>
          <a:stretch>
            <a:fillRect/>
          </a:stretch>
        </p:blipFill>
        <p:spPr>
          <a:xfrm>
            <a:off x="121920" y="95883"/>
            <a:ext cx="8869680" cy="5010943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4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"/>
                  </p:tgtEl>
                </p:cond>
              </p:nextCondLst>
            </p:seq>
          </p:childTnLst>
        </p:cTn>
      </p:par>
    </p:tnLst>
  </p:timing>
</p:sld>
</file>

<file path=ppt/slides/slide2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FBF8A318-5D23-47ED-41E1-E0EE2A7A5CA5}"/>
              </a:ext>
            </a:extLst>
          </p:cNvPr>
          <p:cNvSpPr txBox="1"/>
          <p:nvPr/>
        </p:nvSpPr>
        <p:spPr>
          <a:xfrm>
            <a:off x="921001" y="2110085"/>
            <a:ext cx="7301999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n-GB" sz="5400" dirty="0">
                <a:solidFill>
                  <a:schemeClr val="tx1"/>
                </a:solidFill>
              </a:rPr>
              <a:t>Computing Technology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Dark">
  <a:themeElements>
    <a:clrScheme name="Simple Dark">
      <a:dk1>
        <a:srgbClr val="FFFFFF"/>
      </a:dk1>
      <a:lt1>
        <a:srgbClr val="212121"/>
      </a:lt1>
      <a:dk2>
        <a:srgbClr val="303030"/>
      </a:dk2>
      <a:lt2>
        <a:srgbClr val="ADADAD"/>
      </a:lt2>
      <a:accent1>
        <a:srgbClr val="009688"/>
      </a:accent1>
      <a:accent2>
        <a:srgbClr val="EEEEEE"/>
      </a:accent2>
      <a:accent3>
        <a:srgbClr val="78909C"/>
      </a:accent3>
      <a:accent4>
        <a:srgbClr val="FFAB40"/>
      </a:accent4>
      <a:accent5>
        <a:srgbClr val="4DD0E1"/>
      </a:accent5>
      <a:accent6>
        <a:srgbClr val="EEFF41"/>
      </a:accent6>
      <a:hlink>
        <a:srgbClr val="4DD0E1"/>
      </a:hlink>
      <a:folHlink>
        <a:srgbClr val="4DD0E1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Simple Dark">
  <a:themeElements>
    <a:clrScheme name="Simple Dark">
      <a:dk1>
        <a:srgbClr val="FFFFFF"/>
      </a:dk1>
      <a:lt1>
        <a:srgbClr val="212121"/>
      </a:lt1>
      <a:dk2>
        <a:srgbClr val="303030"/>
      </a:dk2>
      <a:lt2>
        <a:srgbClr val="ADADAD"/>
      </a:lt2>
      <a:accent1>
        <a:srgbClr val="009688"/>
      </a:accent1>
      <a:accent2>
        <a:srgbClr val="EEEEEE"/>
      </a:accent2>
      <a:accent3>
        <a:srgbClr val="78909C"/>
      </a:accent3>
      <a:accent4>
        <a:srgbClr val="FFAB40"/>
      </a:accent4>
      <a:accent5>
        <a:srgbClr val="4DD0E1"/>
      </a:accent5>
      <a:accent6>
        <a:srgbClr val="EEFF41"/>
      </a:accent6>
      <a:hlink>
        <a:srgbClr val="4DD0E1"/>
      </a:hlink>
      <a:folHlink>
        <a:srgbClr val="4DD0E1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147</TotalTime>
  <Words>3990</Words>
  <Application>Microsoft Office PowerPoint</Application>
  <PresentationFormat>On-screen Show (16:9)</PresentationFormat>
  <Paragraphs>1250</Paragraphs>
  <Slides>211</Slides>
  <Notes>211</Notes>
  <HiddenSlides>2</HiddenSlides>
  <MMClips>1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211</vt:i4>
      </vt:variant>
    </vt:vector>
  </HeadingPairs>
  <TitlesOfParts>
    <vt:vector size="215" baseType="lpstr">
      <vt:lpstr>Arial</vt:lpstr>
      <vt:lpstr>Consolas</vt:lpstr>
      <vt:lpstr>Simple Dark</vt:lpstr>
      <vt:lpstr>Simple Dark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searching</vt:lpstr>
      <vt:lpstr>PowerPoint Presentation</vt:lpstr>
      <vt:lpstr>PowerPoint Presentation</vt:lpstr>
      <vt:lpstr>PowerPoint Presentation</vt:lpstr>
      <vt:lpstr>algorithm</vt:lpstr>
      <vt:lpstr>PowerPoint Presentation</vt:lpstr>
      <vt:lpstr>PowerPoint Presentation</vt:lpstr>
      <vt:lpstr>linear search</vt:lpstr>
      <vt:lpstr>PowerPoint Presentation</vt:lpstr>
      <vt:lpstr>PowerPoint Presentation</vt:lpstr>
      <vt:lpstr>PowerPoint Presentation</vt:lpstr>
      <vt:lpstr>PowerPoint Presentation</vt:lpstr>
      <vt:lpstr>binary search</vt:lpstr>
      <vt:lpstr>PowerPoint Presentation</vt:lpstr>
      <vt:lpstr>PowerPoint Presentation</vt:lpstr>
      <vt:lpstr>PowerPoint Presentation</vt:lpstr>
      <vt:lpstr>PowerPoint Presentation</vt:lpstr>
      <vt:lpstr>running time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O</vt:lpstr>
      <vt:lpstr>PowerPoint Presentation</vt:lpstr>
      <vt:lpstr>PowerPoint Presentation</vt:lpstr>
      <vt:lpstr>PowerPoint Presentation</vt:lpstr>
      <vt:lpstr>Ω</vt:lpstr>
      <vt:lpstr>PowerPoint Presentation</vt:lpstr>
      <vt:lpstr>PowerPoint Presentation</vt:lpstr>
      <vt:lpstr>PowerPoint Presentation</vt:lpstr>
      <vt:lpstr>Θ</vt:lpstr>
      <vt:lpstr>PowerPoint Presentation</vt:lpstr>
      <vt:lpstr>asymptotic notation</vt:lpstr>
      <vt:lpstr>linear search</vt:lpstr>
      <vt:lpstr>string.h</vt:lpstr>
      <vt:lpstr>manual.cs50.io/#string.h</vt:lpstr>
      <vt:lpstr>strcmp</vt:lpstr>
      <vt:lpstr>data structures</vt:lpstr>
      <vt:lpstr>PowerPoint Presentation</vt:lpstr>
      <vt:lpstr>PowerPoint Presentation</vt:lpstr>
      <vt:lpstr>PowerPoint Presentation</vt:lpstr>
      <vt:lpstr>PowerPoint Presentation</vt:lpstr>
      <vt:lpstr>sorting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7  2  5  4  1  6  0  3</vt:lpstr>
      <vt:lpstr>selection sort</vt:lpstr>
      <vt:lpstr>PowerPoint Presentation</vt:lpstr>
      <vt:lpstr>PowerPoint Presentation</vt:lpstr>
      <vt:lpstr>7  2  5  4  1  6  0  3</vt:lpstr>
      <vt:lpstr>7  2  5  4  1  6  0  3</vt:lpstr>
      <vt:lpstr>7  2  5  4  1  6  0  3</vt:lpstr>
      <vt:lpstr>7  2  5  4  1  6  0  3</vt:lpstr>
      <vt:lpstr>7  2  5  4  1  6  0  3</vt:lpstr>
      <vt:lpstr>7  2  5  4  1  6  0  3</vt:lpstr>
      <vt:lpstr>7  2  5  4  1  6  0  3</vt:lpstr>
      <vt:lpstr>7  2  5  4  1  6  0  3</vt:lpstr>
      <vt:lpstr>0  2  5  4  1  6  7  3</vt:lpstr>
      <vt:lpstr>0  2  5  4  1  6  7  3</vt:lpstr>
      <vt:lpstr>0  2  5  4  1  6  7  3</vt:lpstr>
      <vt:lpstr>0  2  5  4  1  6  7  3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bubble sort</vt:lpstr>
      <vt:lpstr>PowerPoint Presentation</vt:lpstr>
      <vt:lpstr>PowerPoint Presentation</vt:lpstr>
      <vt:lpstr>PowerPoint Presentation</vt:lpstr>
      <vt:lpstr>7  2  5  4  1  6  0  3</vt:lpstr>
      <vt:lpstr>7  2  5  4  1  6  0  3</vt:lpstr>
      <vt:lpstr>2  7  5  4  1  6  0  3</vt:lpstr>
      <vt:lpstr>2  7  5  4  1  6  0  3</vt:lpstr>
      <vt:lpstr>2  5  7  4  1  6  0  3</vt:lpstr>
      <vt:lpstr>2  5  7  4  1  6  0  3</vt:lpstr>
      <vt:lpstr>2  5  4  7  1  6  0  3</vt:lpstr>
      <vt:lpstr>2  5  4  7  1  6  0  3</vt:lpstr>
      <vt:lpstr>2  5  4  1  7  6  0  3</vt:lpstr>
      <vt:lpstr>2  5  4  1  7  6  0  3</vt:lpstr>
      <vt:lpstr>2  5  4  1  6  7  0  3</vt:lpstr>
      <vt:lpstr>2  5  4  1  6  7  0  3</vt:lpstr>
      <vt:lpstr>2  5  4  1  6  0  7  3</vt:lpstr>
      <vt:lpstr>2  5  4  1  6  0  7  3</vt:lpstr>
      <vt:lpstr>2  5  4  1  6  0  3  7</vt:lpstr>
      <vt:lpstr>2  5  4  1  6  0  3  7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recursion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google.com/search?q=recursion </vt:lpstr>
      <vt:lpstr>merge sort</vt:lpstr>
      <vt:lpstr>PowerPoint Presentation</vt:lpstr>
      <vt:lpstr>PowerPoint Presentation</vt:lpstr>
      <vt:lpstr>PowerPoint Presentation</vt:lpstr>
      <vt:lpstr>1  3  4  6        0  2  5  7</vt:lpstr>
      <vt:lpstr>PowerPoint Presentation</vt:lpstr>
      <vt:lpstr>6  3  4  1  5  2  7  0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log2 n</vt:lpstr>
      <vt:lpstr>log2 8</vt:lpstr>
      <vt:lpstr>log2 23</vt:lpstr>
      <vt:lpstr>3</vt:lpstr>
      <vt:lpstr>PowerPoint Presentation</vt:lpstr>
      <vt:lpstr>n log2 n</vt:lpstr>
      <vt:lpstr>n log 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Ed Harris</cp:lastModifiedBy>
  <cp:revision>8</cp:revision>
  <dcterms:modified xsi:type="dcterms:W3CDTF">2025-10-16T08:49:51Z</dcterms:modified>
</cp:coreProperties>
</file>
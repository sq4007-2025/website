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169"/>
  </p:notesMasterIdLst>
  <p:sldIdLst>
    <p:sldId id="258" r:id="rId2"/>
    <p:sldId id="259"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 id="298" r:id="rId42"/>
    <p:sldId id="299" r:id="rId43"/>
    <p:sldId id="300" r:id="rId44"/>
    <p:sldId id="301" r:id="rId45"/>
    <p:sldId id="302" r:id="rId46"/>
    <p:sldId id="303" r:id="rId47"/>
    <p:sldId id="304" r:id="rId48"/>
    <p:sldId id="305" r:id="rId49"/>
    <p:sldId id="306" r:id="rId50"/>
    <p:sldId id="307" r:id="rId51"/>
    <p:sldId id="308" r:id="rId52"/>
    <p:sldId id="309" r:id="rId53"/>
    <p:sldId id="310" r:id="rId54"/>
    <p:sldId id="311" r:id="rId55"/>
    <p:sldId id="312" r:id="rId56"/>
    <p:sldId id="313" r:id="rId57"/>
    <p:sldId id="314" r:id="rId58"/>
    <p:sldId id="315" r:id="rId59"/>
    <p:sldId id="316" r:id="rId60"/>
    <p:sldId id="317" r:id="rId61"/>
    <p:sldId id="318" r:id="rId62"/>
    <p:sldId id="319" r:id="rId63"/>
    <p:sldId id="320" r:id="rId64"/>
    <p:sldId id="321" r:id="rId65"/>
    <p:sldId id="323" r:id="rId66"/>
    <p:sldId id="324" r:id="rId67"/>
    <p:sldId id="325" r:id="rId68"/>
    <p:sldId id="326" r:id="rId69"/>
    <p:sldId id="327" r:id="rId70"/>
    <p:sldId id="328" r:id="rId71"/>
    <p:sldId id="329" r:id="rId72"/>
    <p:sldId id="330" r:id="rId73"/>
    <p:sldId id="331" r:id="rId74"/>
    <p:sldId id="332" r:id="rId75"/>
    <p:sldId id="333" r:id="rId76"/>
    <p:sldId id="334" r:id="rId77"/>
    <p:sldId id="335" r:id="rId78"/>
    <p:sldId id="336" r:id="rId79"/>
    <p:sldId id="337" r:id="rId80"/>
    <p:sldId id="338" r:id="rId81"/>
    <p:sldId id="339" r:id="rId82"/>
    <p:sldId id="340" r:id="rId83"/>
    <p:sldId id="341" r:id="rId84"/>
    <p:sldId id="342" r:id="rId85"/>
    <p:sldId id="343" r:id="rId86"/>
    <p:sldId id="344" r:id="rId87"/>
    <p:sldId id="345" r:id="rId88"/>
    <p:sldId id="346" r:id="rId89"/>
    <p:sldId id="347" r:id="rId90"/>
    <p:sldId id="348" r:id="rId91"/>
    <p:sldId id="349" r:id="rId92"/>
    <p:sldId id="350" r:id="rId93"/>
    <p:sldId id="351" r:id="rId94"/>
    <p:sldId id="352" r:id="rId95"/>
    <p:sldId id="353" r:id="rId96"/>
    <p:sldId id="354" r:id="rId97"/>
    <p:sldId id="355" r:id="rId98"/>
    <p:sldId id="356" r:id="rId99"/>
    <p:sldId id="357" r:id="rId100"/>
    <p:sldId id="358" r:id="rId101"/>
    <p:sldId id="359" r:id="rId102"/>
    <p:sldId id="360" r:id="rId103"/>
    <p:sldId id="361" r:id="rId104"/>
    <p:sldId id="362" r:id="rId105"/>
    <p:sldId id="363" r:id="rId106"/>
    <p:sldId id="364" r:id="rId107"/>
    <p:sldId id="365" r:id="rId108"/>
    <p:sldId id="366" r:id="rId109"/>
    <p:sldId id="367" r:id="rId110"/>
    <p:sldId id="368" r:id="rId111"/>
    <p:sldId id="369" r:id="rId112"/>
    <p:sldId id="370" r:id="rId113"/>
    <p:sldId id="371" r:id="rId114"/>
    <p:sldId id="372" r:id="rId115"/>
    <p:sldId id="373" r:id="rId116"/>
    <p:sldId id="374" r:id="rId117"/>
    <p:sldId id="375" r:id="rId118"/>
    <p:sldId id="376" r:id="rId119"/>
    <p:sldId id="377" r:id="rId120"/>
    <p:sldId id="378" r:id="rId121"/>
    <p:sldId id="379" r:id="rId122"/>
    <p:sldId id="380" r:id="rId123"/>
    <p:sldId id="381" r:id="rId124"/>
    <p:sldId id="382" r:id="rId125"/>
    <p:sldId id="383" r:id="rId126"/>
    <p:sldId id="384" r:id="rId127"/>
    <p:sldId id="385" r:id="rId128"/>
    <p:sldId id="386" r:id="rId129"/>
    <p:sldId id="387" r:id="rId130"/>
    <p:sldId id="388" r:id="rId131"/>
    <p:sldId id="389" r:id="rId132"/>
    <p:sldId id="390" r:id="rId133"/>
    <p:sldId id="391" r:id="rId134"/>
    <p:sldId id="392" r:id="rId135"/>
    <p:sldId id="393" r:id="rId136"/>
    <p:sldId id="394" r:id="rId137"/>
    <p:sldId id="395" r:id="rId138"/>
    <p:sldId id="396" r:id="rId139"/>
    <p:sldId id="397" r:id="rId140"/>
    <p:sldId id="398" r:id="rId141"/>
    <p:sldId id="399" r:id="rId142"/>
    <p:sldId id="400" r:id="rId143"/>
    <p:sldId id="401" r:id="rId144"/>
    <p:sldId id="402" r:id="rId145"/>
    <p:sldId id="403" r:id="rId146"/>
    <p:sldId id="404" r:id="rId147"/>
    <p:sldId id="405" r:id="rId148"/>
    <p:sldId id="406" r:id="rId149"/>
    <p:sldId id="407" r:id="rId150"/>
    <p:sldId id="408" r:id="rId151"/>
    <p:sldId id="409" r:id="rId152"/>
    <p:sldId id="410" r:id="rId153"/>
    <p:sldId id="411" r:id="rId154"/>
    <p:sldId id="412" r:id="rId155"/>
    <p:sldId id="413" r:id="rId156"/>
    <p:sldId id="414" r:id="rId157"/>
    <p:sldId id="415" r:id="rId158"/>
    <p:sldId id="416" r:id="rId159"/>
    <p:sldId id="417" r:id="rId160"/>
    <p:sldId id="418" r:id="rId161"/>
    <p:sldId id="419" r:id="rId162"/>
    <p:sldId id="420" r:id="rId163"/>
    <p:sldId id="421" r:id="rId164"/>
    <p:sldId id="422" r:id="rId165"/>
    <p:sldId id="425" r:id="rId166"/>
    <p:sldId id="423" r:id="rId167"/>
    <p:sldId id="424" r:id="rId16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75EE7636-6F58-4BA5-A9DD-6A382D0931FE}">
  <a:tblStyle styleId="{75EE7636-6F58-4BA5-A9DD-6A382D0931FE}"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38" d="100"/>
          <a:sy n="138" d="100"/>
        </p:scale>
        <p:origin x="114" y="25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presProps" Target="presProps.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viewProps" Target="viewProp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slide" Target="slides/slide155.xml"/><Relationship Id="rId172" Type="http://schemas.openxmlformats.org/officeDocument/2006/relationships/theme" Target="theme/theme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167" Type="http://schemas.openxmlformats.org/officeDocument/2006/relationships/slide" Target="slides/slide166.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openxmlformats.org/officeDocument/2006/relationships/slide" Target="slides/slide16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3" Type="http://schemas.openxmlformats.org/officeDocument/2006/relationships/hyperlink" Target="https://en.wikipedia.org/wiki/Grace_Hopper" TargetMode="External"/><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3" Type="http://schemas.openxmlformats.org/officeDocument/2006/relationships/hyperlink" Target="https://www.britannica.com/technology/Harvard-Mark-I" TargetMode="External"/><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3" Type="http://schemas.openxmlformats.org/officeDocument/2006/relationships/hyperlink" Target="https://en.wikipedia.org/wiki/Software_bug" TargetMode="External"/><Relationship Id="rId2" Type="http://schemas.openxmlformats.org/officeDocument/2006/relationships/slide" Target="../slides/slide61.xml"/><Relationship Id="rId1" Type="http://schemas.openxmlformats.org/officeDocument/2006/relationships/notesMaster" Target="../notesMasters/notesMaster1.xml"/><Relationship Id="rId4" Type="http://schemas.openxmlformats.org/officeDocument/2006/relationships/hyperlink" Target="https://en.wikipedia.org/wiki/Harvard_Mark_II" TargetMode="Externa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3" Type="http://schemas.openxmlformats.org/officeDocument/2006/relationships/hyperlink" Target="https://asciichart.com/" TargetMode="External"/><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3" Type="http://schemas.openxmlformats.org/officeDocument/2006/relationships/hyperlink" Target="https://asciichart.com/" TargetMode="External"/><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3" Type="http://schemas.openxmlformats.org/officeDocument/2006/relationships/hyperlink" Target="https://asciichart.com/" TargetMode="External"/><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3" Type="http://schemas.openxmlformats.org/officeDocument/2006/relationships/hyperlink" Target="https://asciichart.com/" TargetMode="External"/><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3" Type="http://schemas.openxmlformats.org/officeDocument/2006/relationships/hyperlink" Target="https://community.zoom.com/t5/Meetings/ERROR-1132/td-p/40521" TargetMode="External"/><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3" Type="http://schemas.openxmlformats.org/officeDocument/2006/relationships/hyperlink" Target="https://github.com/" TargetMode="External"/><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47.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48.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49.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50.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52.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60.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61.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16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g152b199c420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 name="Google Shape;63;g152b199c420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spcBef>
                <a:spcPts val="0"/>
              </a:spcBef>
              <a:spcAft>
                <a:spcPts val="0"/>
              </a:spcAft>
              <a:buSzPts val="1100"/>
              <a:buChar char="●"/>
            </a:pPr>
            <a:r>
              <a:rPr lang="en">
                <a:solidFill>
                  <a:schemeClr val="dk1"/>
                </a:solidFill>
              </a:rPr>
              <a:t>Reload codespace</a:t>
            </a:r>
            <a:endParaRPr>
              <a:solidFill>
                <a:schemeClr val="dk1"/>
              </a:solidFill>
            </a:endParaRPr>
          </a:p>
          <a:p>
            <a:pPr marL="457200" lvl="0" indent="-298450" algn="l" rtl="0">
              <a:spcBef>
                <a:spcPts val="0"/>
              </a:spcBef>
              <a:spcAft>
                <a:spcPts val="0"/>
              </a:spcAft>
              <a:buSzPts val="1100"/>
              <a:buChar char="●"/>
            </a:pPr>
            <a:r>
              <a:rPr lang="en"/>
              <a:t>Uncheck VS Code tabs</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
        <p:cNvGrpSpPr/>
        <p:nvPr/>
      </p:nvGrpSpPr>
      <p:grpSpPr>
        <a:xfrm>
          <a:off x="0" y="0"/>
          <a:ext cx="0" cy="0"/>
          <a:chOff x="0" y="0"/>
          <a:chExt cx="0" cy="0"/>
        </a:xfrm>
      </p:grpSpPr>
      <p:sp>
        <p:nvSpPr>
          <p:cNvPr id="67" name="Google Shape;67;g2802853f3a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 name="Google Shape;68;g2802853f3a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
        <p:cNvGrpSpPr/>
        <p:nvPr/>
      </p:nvGrpSpPr>
      <p:grpSpPr>
        <a:xfrm>
          <a:off x="0" y="0"/>
          <a:ext cx="0" cy="0"/>
          <a:chOff x="0" y="0"/>
          <a:chExt cx="0" cy="0"/>
        </a:xfrm>
      </p:grpSpPr>
      <p:sp>
        <p:nvSpPr>
          <p:cNvPr id="72" name="Google Shape;72;g28070e0ad67_12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 name="Google Shape;73;g28070e0ad67_12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
        <p:cNvGrpSpPr/>
        <p:nvPr/>
      </p:nvGrpSpPr>
      <p:grpSpPr>
        <a:xfrm>
          <a:off x="0" y="0"/>
          <a:ext cx="0" cy="0"/>
          <a:chOff x="0" y="0"/>
          <a:chExt cx="0" cy="0"/>
        </a:xfrm>
      </p:grpSpPr>
      <p:sp>
        <p:nvSpPr>
          <p:cNvPr id="76" name="Google Shape;76;g152d030a94b_0_2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 name="Google Shape;77;g152d030a94b_0_2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One Fish Two Fish Red Fish Blue Fish</a:t>
            </a:r>
            <a:endParaRPr/>
          </a:p>
          <a:p>
            <a:pPr marL="0" lvl="0" indent="0" algn="l" rtl="0">
              <a:spcBef>
                <a:spcPts val="0"/>
              </a:spcBef>
              <a:spcAft>
                <a:spcPts val="0"/>
              </a:spcAft>
              <a:buNone/>
            </a:pPr>
            <a:r>
              <a:rPr lang="en"/>
              <a:t>Dr. Seuss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152d030a94b_0_2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152d030a94b_0_2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g28070e0ad67_12_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 name="Google Shape;87;g28070e0ad67_12_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152d030a94b_0_2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152d030a94b_0_2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Oh, the Places You'll Go!</a:t>
            </a:r>
            <a:endParaRPr/>
          </a:p>
          <a:p>
            <a:pPr marL="0" lvl="0" indent="0" algn="l" rtl="0">
              <a:spcBef>
                <a:spcPts val="0"/>
              </a:spcBef>
              <a:spcAft>
                <a:spcPts val="0"/>
              </a:spcAft>
              <a:buNone/>
            </a:pPr>
            <a:r>
              <a:rPr lang="en"/>
              <a:t>Dr. Seuss</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
        <p:cNvGrpSpPr/>
        <p:nvPr/>
      </p:nvGrpSpPr>
      <p:grpSpPr>
        <a:xfrm>
          <a:off x="0" y="0"/>
          <a:ext cx="0" cy="0"/>
          <a:chOff x="0" y="0"/>
          <a:chExt cx="0" cy="0"/>
        </a:xfrm>
      </p:grpSpPr>
      <p:sp>
        <p:nvSpPr>
          <p:cNvPr id="95" name="Google Shape;95;g152d030a94b_0_2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 name="Google Shape;96;g152d030a94b_0_2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
        <p:cNvGrpSpPr/>
        <p:nvPr/>
      </p:nvGrpSpPr>
      <p:grpSpPr>
        <a:xfrm>
          <a:off x="0" y="0"/>
          <a:ext cx="0" cy="0"/>
          <a:chOff x="0" y="0"/>
          <a:chExt cx="0" cy="0"/>
        </a:xfrm>
      </p:grpSpPr>
      <p:sp>
        <p:nvSpPr>
          <p:cNvPr id="100" name="Google Shape;100;g28070e0ad67_1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 name="Google Shape;101;g28070e0ad67_1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g2802853f3a5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 name="Google Shape;105;g2802853f3a5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Nineteen Eighty-Four</a:t>
            </a:r>
            <a:endParaRPr/>
          </a:p>
          <a:p>
            <a:pPr marL="0" lvl="0" indent="0" algn="l" rtl="0">
              <a:spcBef>
                <a:spcPts val="0"/>
              </a:spcBef>
              <a:spcAft>
                <a:spcPts val="0"/>
              </a:spcAft>
              <a:buNone/>
            </a:pPr>
            <a:r>
              <a:rPr lang="en"/>
              <a:t>George Orwell</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
        <p:cNvGrpSpPr/>
        <p:nvPr/>
      </p:nvGrpSpPr>
      <p:grpSpPr>
        <a:xfrm>
          <a:off x="0" y="0"/>
          <a:ext cx="0" cy="0"/>
          <a:chOff x="0" y="0"/>
          <a:chExt cx="0" cy="0"/>
        </a:xfrm>
      </p:grpSpPr>
      <p:sp>
        <p:nvSpPr>
          <p:cNvPr id="109" name="Google Shape;109;g2802853f3a5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0" name="Google Shape;110;g2802853f3a5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p:cNvGrpSpPr/>
        <p:nvPr/>
      </p:nvGrpSpPr>
      <p:grpSpPr>
        <a:xfrm>
          <a:off x="0" y="0"/>
          <a:ext cx="0" cy="0"/>
          <a:chOff x="0" y="0"/>
          <a:chExt cx="0" cy="0"/>
        </a:xfrm>
      </p:grpSpPr>
      <p:sp>
        <p:nvSpPr>
          <p:cNvPr id="114" name="Google Shape;114;g28070e0ad67_12_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5" name="Google Shape;115;g28070e0ad67_12_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2802853f3a5_0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2802853f3a5_0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152d030a94b_0_2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152d030a94b_0_2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g3008459a0eb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0" name="Google Shape;130;g3008459a0eb_0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3"/>
        <p:cNvGrpSpPr/>
        <p:nvPr/>
      </p:nvGrpSpPr>
      <p:grpSpPr>
        <a:xfrm>
          <a:off x="0" y="0"/>
          <a:ext cx="0" cy="0"/>
          <a:chOff x="0" y="0"/>
          <a:chExt cx="0" cy="0"/>
        </a:xfrm>
      </p:grpSpPr>
      <p:sp>
        <p:nvSpPr>
          <p:cNvPr id="134" name="Google Shape;134;g280537beb98_0_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5" name="Google Shape;135;g280537beb98_0_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t>know it doesn't feel like it, but have had training wheels on…</a:t>
            </a:r>
            <a:endParaRPr/>
          </a:p>
          <a:p>
            <a:pPr marL="0" lvl="0" indent="0" algn="l" rtl="0">
              <a:spcBef>
                <a:spcPts val="0"/>
              </a:spcBef>
              <a:spcAft>
                <a:spcPts val="0"/>
              </a:spcAft>
              <a:buNone/>
            </a:pPr>
            <a:r>
              <a:rPr lang="en"/>
              <a:t>bottom-up understanding, to deduce solutions to problems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988286dad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988286dadd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988286dadd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988286dadd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988286dad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g988286dadd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hello0.c</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6"/>
        <p:cNvGrpSpPr/>
        <p:nvPr/>
      </p:nvGrpSpPr>
      <p:grpSpPr>
        <a:xfrm>
          <a:off x="0" y="0"/>
          <a:ext cx="0" cy="0"/>
          <a:chOff x="0" y="0"/>
          <a:chExt cx="0" cy="0"/>
        </a:xfrm>
      </p:grpSpPr>
      <p:sp>
        <p:nvSpPr>
          <p:cNvPr id="157" name="Google Shape;157;g421cb10800_1_4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 name="Google Shape;158;g421cb10800_1_4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600334256b_1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600334256b_1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600334256b_1_2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600334256b_1_2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600334256b_1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3" name="Google Shape;173;g600334256b_1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hello1.c</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421cb10800_1_5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8" name="Google Shape;178;g421cb10800_1_5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421cb10800_1_5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3" name="Google Shape;183;g421cb10800_1_5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
        <p:cNvGrpSpPr/>
        <p:nvPr/>
      </p:nvGrpSpPr>
      <p:grpSpPr>
        <a:xfrm>
          <a:off x="0" y="0"/>
          <a:ext cx="0" cy="0"/>
          <a:chOff x="0" y="0"/>
          <a:chExt cx="0" cy="0"/>
        </a:xfrm>
      </p:grpSpPr>
      <p:sp>
        <p:nvSpPr>
          <p:cNvPr id="187" name="Google Shape;187;g421cb10800_1_5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8" name="Google Shape;188;g421cb10800_1_5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
        <p:cNvGrpSpPr/>
        <p:nvPr/>
      </p:nvGrpSpPr>
      <p:grpSpPr>
        <a:xfrm>
          <a:off x="0" y="0"/>
          <a:ext cx="0" cy="0"/>
          <a:chOff x="0" y="0"/>
          <a:chExt cx="0" cy="0"/>
        </a:xfrm>
      </p:grpSpPr>
      <p:sp>
        <p:nvSpPr>
          <p:cNvPr id="192" name="Google Shape;192;g421cb10800_1_5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 name="Google Shape;193;g421cb10800_1_5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421cb10800_1_5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 name="Google Shape;198;g421cb10800_1_5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280537beb98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280537beb98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6"/>
        <p:cNvGrpSpPr/>
        <p:nvPr/>
      </p:nvGrpSpPr>
      <p:grpSpPr>
        <a:xfrm>
          <a:off x="0" y="0"/>
          <a:ext cx="0" cy="0"/>
          <a:chOff x="0" y="0"/>
          <a:chExt cx="0" cy="0"/>
        </a:xfrm>
      </p:grpSpPr>
      <p:sp>
        <p:nvSpPr>
          <p:cNvPr id="207" name="Google Shape;207;g280537beb98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 name="Google Shape;208;g280537beb98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421cb10800_1_5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3" name="Google Shape;213;g421cb10800_1_5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421cb10800_1_5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421cb10800_1_5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421cb10800_1_5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3" name="Google Shape;223;g421cb10800_1_5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421cb10800_1_5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421cb10800_1_5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1"/>
        <p:cNvGrpSpPr/>
        <p:nvPr/>
      </p:nvGrpSpPr>
      <p:grpSpPr>
        <a:xfrm>
          <a:off x="0" y="0"/>
          <a:ext cx="0" cy="0"/>
          <a:chOff x="0" y="0"/>
          <a:chExt cx="0" cy="0"/>
        </a:xfrm>
      </p:grpSpPr>
      <p:sp>
        <p:nvSpPr>
          <p:cNvPr id="232" name="Google Shape;232;g421cb10800_1_5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3" name="Google Shape;233;g421cb10800_1_5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421cb10800_1_5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421cb10800_1_5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1"/>
        <p:cNvGrpSpPr/>
        <p:nvPr/>
      </p:nvGrpSpPr>
      <p:grpSpPr>
        <a:xfrm>
          <a:off x="0" y="0"/>
          <a:ext cx="0" cy="0"/>
          <a:chOff x="0" y="0"/>
          <a:chExt cx="0" cy="0"/>
        </a:xfrm>
      </p:grpSpPr>
      <p:sp>
        <p:nvSpPr>
          <p:cNvPr id="242" name="Google Shape;242;g421cb10800_1_5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3" name="Google Shape;243;g421cb10800_1_5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g421cb10800_1_5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8" name="Google Shape;248;g421cb10800_1_5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421cb10800_1_5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 name="Google Shape;253;g421cb10800_1_5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
        <p:cNvGrpSpPr/>
        <p:nvPr/>
      </p:nvGrpSpPr>
      <p:grpSpPr>
        <a:xfrm>
          <a:off x="0" y="0"/>
          <a:ext cx="0" cy="0"/>
          <a:chOff x="0" y="0"/>
          <a:chExt cx="0" cy="0"/>
        </a:xfrm>
      </p:grpSpPr>
      <p:sp>
        <p:nvSpPr>
          <p:cNvPr id="257" name="Google Shape;257;g421cb10800_1_5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8" name="Google Shape;258;g421cb10800_1_5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421cb10800_1_57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3" name="Google Shape;263;g421cb10800_1_57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
        <p:cNvGrpSpPr/>
        <p:nvPr/>
      </p:nvGrpSpPr>
      <p:grpSpPr>
        <a:xfrm>
          <a:off x="0" y="0"/>
          <a:ext cx="0" cy="0"/>
          <a:chOff x="0" y="0"/>
          <a:chExt cx="0" cy="0"/>
        </a:xfrm>
      </p:grpSpPr>
      <p:sp>
        <p:nvSpPr>
          <p:cNvPr id="267" name="Google Shape;267;g421cb10800_1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8" name="Google Shape;268;g421cb10800_1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4360bc607a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3" name="Google Shape;273;g4360bc607a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421cb10800_1_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8" name="Google Shape;278;g421cb10800_1_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600334256b_1_3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600334256b_1_3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3 files involved</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g421cb10800_1_5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8" name="Google Shape;288;g421cb10800_1_5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421cb10800_1_5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3" name="Google Shape;293;g421cb10800_1_5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421cb10800_1_5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421cb10800_1_5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g421cb10800_1_60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6" name="Google Shape;306;g421cb10800_1_60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421cb10800_1_6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421cb10800_1_6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421cb10800_1_6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421cb10800_1_6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0s and 1s for printf.c are actually those for libc.so.</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421cb10800_1_6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421cb10800_1_6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600334256b_1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600334256b_1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5"/>
        <p:cNvGrpSpPr/>
        <p:nvPr/>
      </p:nvGrpSpPr>
      <p:grpSpPr>
        <a:xfrm>
          <a:off x="0" y="0"/>
          <a:ext cx="0" cy="0"/>
          <a:chOff x="0" y="0"/>
          <a:chExt cx="0" cy="0"/>
        </a:xfrm>
      </p:grpSpPr>
      <p:sp>
        <p:nvSpPr>
          <p:cNvPr id="336" name="Google Shape;336;g600334256b_59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7" name="Google Shape;337;g600334256b_59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152d030a94b_0_3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152d030a94b_0_3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152d030a94b_0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7" name="Google Shape;347;g152d030a94b_0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intellectual property</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Google Shape;351;g152d030a94b_0_3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2" name="Google Shape;352;g152d030a94b_0_3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easier with hello-world than with, e.g., loops, which could be for loops or while loops, etc.</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5"/>
        <p:cNvGrpSpPr/>
        <p:nvPr/>
      </p:nvGrpSpPr>
      <p:grpSpPr>
        <a:xfrm>
          <a:off x="0" y="0"/>
          <a:ext cx="0" cy="0"/>
          <a:chOff x="0" y="0"/>
          <a:chExt cx="0" cy="0"/>
        </a:xfrm>
      </p:grpSpPr>
      <p:sp>
        <p:nvSpPr>
          <p:cNvPr id="356" name="Google Shape;356;g600334256b_59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7" name="Google Shape;357;g600334256b_59_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0"/>
        <p:cNvGrpSpPr/>
        <p:nvPr/>
      </p:nvGrpSpPr>
      <p:grpSpPr>
        <a:xfrm>
          <a:off x="0" y="0"/>
          <a:ext cx="0" cy="0"/>
          <a:chOff x="0" y="0"/>
          <a:chExt cx="0" cy="0"/>
        </a:xfrm>
      </p:grpSpPr>
      <p:sp>
        <p:nvSpPr>
          <p:cNvPr id="361" name="Google Shape;361;g152d030a94b_0_3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2" name="Google Shape;362;g152d030a94b_0_3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https://en.wikipedia.org/wiki/Grace_Hopper</a:t>
            </a:r>
            <a:r>
              <a:rPr lang="en"/>
              <a:t> </a:t>
            </a:r>
            <a:endParaRPr/>
          </a:p>
          <a:p>
            <a:pPr marL="0" lvl="0" indent="0" algn="l" rtl="0">
              <a:spcBef>
                <a:spcPts val="0"/>
              </a:spcBef>
              <a:spcAft>
                <a:spcPts val="0"/>
              </a:spcAft>
              <a:buNone/>
            </a:pPr>
            <a:r>
              <a:rPr lang="en"/>
              <a:t>Dr Grace Hopper, Yale PhD</a:t>
            </a:r>
            <a:endParaRPr/>
          </a:p>
          <a:p>
            <a:pPr marL="0" lvl="0" indent="0" algn="l" rtl="0">
              <a:spcBef>
                <a:spcPts val="0"/>
              </a:spcBef>
              <a:spcAft>
                <a:spcPts val="0"/>
              </a:spcAft>
              <a:buNone/>
            </a:pPr>
            <a:r>
              <a:rPr lang="en"/>
              <a:t>Rear Admiral in Navy</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152d030a94b_0_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152d030a94b_0_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https://www.britannica.com/technology/Harvard-Mark-I</a:t>
            </a:r>
            <a:r>
              <a:rPr lang="en"/>
              <a:t> </a:t>
            </a:r>
            <a:endParaRPr/>
          </a:p>
          <a:p>
            <a:pPr marL="0" lvl="0" indent="0" algn="l" rtl="0">
              <a:spcBef>
                <a:spcPts val="0"/>
              </a:spcBef>
              <a:spcAft>
                <a:spcPts val="0"/>
              </a:spcAft>
              <a:buNone/>
            </a:pPr>
            <a:r>
              <a:rPr lang="en"/>
              <a:t>SEC</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0"/>
        <p:cNvGrpSpPr/>
        <p:nvPr/>
      </p:nvGrpSpPr>
      <p:grpSpPr>
        <a:xfrm>
          <a:off x="0" y="0"/>
          <a:ext cx="0" cy="0"/>
          <a:chOff x="0" y="0"/>
          <a:chExt cx="0" cy="0"/>
        </a:xfrm>
      </p:grpSpPr>
      <p:sp>
        <p:nvSpPr>
          <p:cNvPr id="371" name="Google Shape;371;g600334256b_59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2" name="Google Shape;372;g600334256b_59_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https://en.wikipedia.org/wiki/Software_bug</a:t>
            </a:r>
            <a:endParaRPr/>
          </a:p>
          <a:p>
            <a:pPr marL="0" lvl="0" indent="0" algn="l" rtl="0">
              <a:spcBef>
                <a:spcPts val="0"/>
              </a:spcBef>
              <a:spcAft>
                <a:spcPts val="0"/>
              </a:spcAft>
              <a:buNone/>
            </a:pPr>
            <a:r>
              <a:rPr lang="en" u="sng">
                <a:solidFill>
                  <a:schemeClr val="hlink"/>
                </a:solidFill>
                <a:hlinkClick r:id="rId4"/>
              </a:rPr>
              <a:t>https://en.wikipedia.org/wiki/Harvard_Mark_II</a:t>
            </a:r>
            <a:r>
              <a:rPr lang="en"/>
              <a:t> </a:t>
            </a:r>
            <a:endParaRPr>
              <a:solidFill>
                <a:schemeClr val="dk1"/>
              </a:solidFill>
            </a:endParaRPr>
          </a:p>
          <a:p>
            <a:pPr marL="0" lvl="0" indent="0" algn="l" rtl="0">
              <a:spcBef>
                <a:spcPts val="0"/>
              </a:spcBef>
              <a:spcAft>
                <a:spcPts val="0"/>
              </a:spcAft>
              <a:buNone/>
            </a:pPr>
            <a:r>
              <a:rPr lang="en">
                <a:solidFill>
                  <a:schemeClr val="dk1"/>
                </a:solidFill>
              </a:rPr>
              <a:t>Mark II</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5"/>
        <p:cNvGrpSpPr/>
        <p:nvPr/>
      </p:nvGrpSpPr>
      <p:grpSpPr>
        <a:xfrm>
          <a:off x="0" y="0"/>
          <a:ext cx="0" cy="0"/>
          <a:chOff x="0" y="0"/>
          <a:chExt cx="0" cy="0"/>
        </a:xfrm>
      </p:grpSpPr>
      <p:sp>
        <p:nvSpPr>
          <p:cNvPr id="376" name="Google Shape;376;g600334256b_59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7" name="Google Shape;377;g600334256b_59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"First actual case of bug being found", now in Smithsonian</a:t>
            </a:r>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Google Shape;381;gef5e5cdcb2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2" name="Google Shape;382;gef5e5cdcb2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5"/>
        <p:cNvGrpSpPr/>
        <p:nvPr/>
      </p:nvGrpSpPr>
      <p:grpSpPr>
        <a:xfrm>
          <a:off x="0" y="0"/>
          <a:ext cx="0" cy="0"/>
          <a:chOff x="0" y="0"/>
          <a:chExt cx="0" cy="0"/>
        </a:xfrm>
      </p:grpSpPr>
      <p:sp>
        <p:nvSpPr>
          <p:cNvPr id="386" name="Google Shape;386;g3008459a0eb_0_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7" name="Google Shape;387;g3008459a0eb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6"/>
        <p:cNvGrpSpPr/>
        <p:nvPr/>
      </p:nvGrpSpPr>
      <p:grpSpPr>
        <a:xfrm>
          <a:off x="0" y="0"/>
          <a:ext cx="0" cy="0"/>
          <a:chOff x="0" y="0"/>
          <a:chExt cx="0" cy="0"/>
        </a:xfrm>
      </p:grpSpPr>
      <p:sp>
        <p:nvSpPr>
          <p:cNvPr id="397" name="Google Shape;397;gef14aaad79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8" name="Google Shape;398;gef14aaad79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buggy{0,1}.c</a:t>
            </a:r>
            <a:endParaRPr>
              <a:solidFill>
                <a:schemeClr val="dk1"/>
              </a:solidFill>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1"/>
        <p:cNvGrpSpPr/>
        <p:nvPr/>
      </p:nvGrpSpPr>
      <p:grpSpPr>
        <a:xfrm>
          <a:off x="0" y="0"/>
          <a:ext cx="0" cy="0"/>
          <a:chOff x="0" y="0"/>
          <a:chExt cx="0" cy="0"/>
        </a:xfrm>
      </p:grpSpPr>
      <p:sp>
        <p:nvSpPr>
          <p:cNvPr id="402" name="Google Shape;402;gef14aaad79_0_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3" name="Google Shape;403;gef14aaad79_0_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buggy2.c</a:t>
            </a:r>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ef14aaad79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ef14aaad79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1"/>
        <p:cNvGrpSpPr/>
        <p:nvPr/>
      </p:nvGrpSpPr>
      <p:grpSpPr>
        <a:xfrm>
          <a:off x="0" y="0"/>
          <a:ext cx="0" cy="0"/>
          <a:chOff x="0" y="0"/>
          <a:chExt cx="0" cy="0"/>
        </a:xfrm>
      </p:grpSpPr>
      <p:sp>
        <p:nvSpPr>
          <p:cNvPr id="412" name="Google Shape;412;g152d030a94b_0_2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3" name="Google Shape;413;g152d030a94b_0_2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g988286dadd_0_22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8" name="Google Shape;418;g988286dadd_0_22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1"/>
        <p:cNvGrpSpPr/>
        <p:nvPr/>
      </p:nvGrpSpPr>
      <p:grpSpPr>
        <a:xfrm>
          <a:off x="0" y="0"/>
          <a:ext cx="0" cy="0"/>
          <a:chOff x="0" y="0"/>
          <a:chExt cx="0" cy="0"/>
        </a:xfrm>
      </p:grpSpPr>
      <p:sp>
        <p:nvSpPr>
          <p:cNvPr id="422" name="Google Shape;422;g600334256b_1_4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3" name="Google Shape;423;g600334256b_1_4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int == 2 billion</a:t>
            </a:r>
            <a:endParaRPr/>
          </a:p>
          <a:p>
            <a:pPr marL="0" lvl="0" indent="0" algn="l" rtl="0">
              <a:spcBef>
                <a:spcPts val="0"/>
              </a:spcBef>
              <a:spcAft>
                <a:spcPts val="0"/>
              </a:spcAft>
              <a:buNone/>
            </a:pPr>
            <a:r>
              <a:rPr lang="en"/>
              <a:t>long == 9 quintillion (signed)</a:t>
            </a:r>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g421cb10800_1_6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8" name="Google Shape;428;g421cb10800_1_6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Google Shape;432;g421cb10800_1_6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3" name="Google Shape;433;g421cb10800_1_6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7"/>
        <p:cNvGrpSpPr/>
        <p:nvPr/>
      </p:nvGrpSpPr>
      <p:grpSpPr>
        <a:xfrm>
          <a:off x="0" y="0"/>
          <a:ext cx="0" cy="0"/>
          <a:chOff x="0" y="0"/>
          <a:chExt cx="0" cy="0"/>
        </a:xfrm>
      </p:grpSpPr>
      <p:sp>
        <p:nvSpPr>
          <p:cNvPr id="438" name="Google Shape;438;g421cb10800_1_6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9" name="Google Shape;439;g421cb10800_1_6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421cb10800_1_6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421cb10800_1_6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8"/>
        <p:cNvGrpSpPr/>
        <p:nvPr/>
      </p:nvGrpSpPr>
      <p:grpSpPr>
        <a:xfrm>
          <a:off x="0" y="0"/>
          <a:ext cx="0" cy="0"/>
          <a:chOff x="0" y="0"/>
          <a:chExt cx="0" cy="0"/>
        </a:xfrm>
      </p:grpSpPr>
      <p:sp>
        <p:nvSpPr>
          <p:cNvPr id="449" name="Google Shape;449;g421cb10800_1_6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0" name="Google Shape;450;g421cb10800_1_6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421cb10800_1_8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421cb10800_1_8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421cb10800_1_8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421cb10800_1_8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600334256b_1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45" name="Google Shape;545;g600334256b_1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5"/>
        <p:cNvGrpSpPr/>
        <p:nvPr/>
      </p:nvGrpSpPr>
      <p:grpSpPr>
        <a:xfrm>
          <a:off x="0" y="0"/>
          <a:ext cx="0" cy="0"/>
          <a:chOff x="0" y="0"/>
          <a:chExt cx="0" cy="0"/>
        </a:xfrm>
      </p:grpSpPr>
      <p:sp>
        <p:nvSpPr>
          <p:cNvPr id="576" name="Google Shape;576;g421cb10800_1_9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77" name="Google Shape;577;g421cb10800_1_9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600334256b_1_4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08" name="Google Shape;608;g600334256b_1_4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6"/>
        <p:cNvGrpSpPr/>
        <p:nvPr/>
      </p:nvGrpSpPr>
      <p:grpSpPr>
        <a:xfrm>
          <a:off x="0" y="0"/>
          <a:ext cx="0" cy="0"/>
          <a:chOff x="0" y="0"/>
          <a:chExt cx="0" cy="0"/>
        </a:xfrm>
      </p:grpSpPr>
      <p:sp>
        <p:nvSpPr>
          <p:cNvPr id="637" name="Google Shape;637;g600334256b_1_4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38" name="Google Shape;638;g600334256b_1_4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1"/>
        <p:cNvGrpSpPr/>
        <p:nvPr/>
      </p:nvGrpSpPr>
      <p:grpSpPr>
        <a:xfrm>
          <a:off x="0" y="0"/>
          <a:ext cx="0" cy="0"/>
          <a:chOff x="0" y="0"/>
          <a:chExt cx="0" cy="0"/>
        </a:xfrm>
      </p:grpSpPr>
      <p:sp>
        <p:nvSpPr>
          <p:cNvPr id="642" name="Google Shape;642;g988286dadd_0_3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3" name="Google Shape;643;g988286dadd_0_3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scores0.c</a:t>
            </a:r>
            <a:endParaRPr/>
          </a:p>
        </p:txBody>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988286dadd_0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8" name="Google Shape;648;g988286dadd_0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1"/>
        <p:cNvGrpSpPr/>
        <p:nvPr/>
      </p:nvGrpSpPr>
      <p:grpSpPr>
        <a:xfrm>
          <a:off x="0" y="0"/>
          <a:ext cx="0" cy="0"/>
          <a:chOff x="0" y="0"/>
          <a:chExt cx="0" cy="0"/>
        </a:xfrm>
      </p:grpSpPr>
      <p:sp>
        <p:nvSpPr>
          <p:cNvPr id="652" name="Google Shape;652;g988286dadd_0_3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3" name="Google Shape;653;g988286dadd_0_3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6"/>
        <p:cNvGrpSpPr/>
        <p:nvPr/>
      </p:nvGrpSpPr>
      <p:grpSpPr>
        <a:xfrm>
          <a:off x="0" y="0"/>
          <a:ext cx="0" cy="0"/>
          <a:chOff x="0" y="0"/>
          <a:chExt cx="0" cy="0"/>
        </a:xfrm>
      </p:grpSpPr>
      <p:sp>
        <p:nvSpPr>
          <p:cNvPr id="657" name="Google Shape;657;g988286dadd_0_3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8" name="Google Shape;658;g988286dadd_0_3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g988286dadd_0_3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3" name="Google Shape;663;g988286dadd_0_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g988286dadd_0_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68" name="Google Shape;668;g988286dadd_0_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1"/>
        <p:cNvGrpSpPr/>
        <p:nvPr/>
      </p:nvGrpSpPr>
      <p:grpSpPr>
        <a:xfrm>
          <a:off x="0" y="0"/>
          <a:ext cx="0" cy="0"/>
          <a:chOff x="0" y="0"/>
          <a:chExt cx="0" cy="0"/>
        </a:xfrm>
      </p:grpSpPr>
      <p:sp>
        <p:nvSpPr>
          <p:cNvPr id="672" name="Google Shape;672;g988286dadd_0_3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3" name="Google Shape;673;g988286dadd_0_3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not best design</a:t>
            </a:r>
            <a:endParaRPr/>
          </a:p>
        </p:txBody>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6"/>
        <p:cNvGrpSpPr/>
        <p:nvPr/>
      </p:nvGrpSpPr>
      <p:grpSpPr>
        <a:xfrm>
          <a:off x="0" y="0"/>
          <a:ext cx="0" cy="0"/>
          <a:chOff x="0" y="0"/>
          <a:chExt cx="0" cy="0"/>
        </a:xfrm>
      </p:grpSpPr>
      <p:sp>
        <p:nvSpPr>
          <p:cNvPr id="677" name="Google Shape;677;g988286dadd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78" name="Google Shape;678;g988286dadd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1"/>
        <p:cNvGrpSpPr/>
        <p:nvPr/>
      </p:nvGrpSpPr>
      <p:grpSpPr>
        <a:xfrm>
          <a:off x="0" y="0"/>
          <a:ext cx="0" cy="0"/>
          <a:chOff x="0" y="0"/>
          <a:chExt cx="0" cy="0"/>
        </a:xfrm>
      </p:grpSpPr>
      <p:sp>
        <p:nvSpPr>
          <p:cNvPr id="682" name="Google Shape;682;g988286dadd_0_3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3" name="Google Shape;683;g988286dadd_0_3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988286dadd_0_3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88" name="Google Shape;688;g988286dadd_0_3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scores1.c</a:t>
            </a:r>
            <a:endParaRPr/>
          </a:p>
        </p:txBody>
      </p:sp>
    </p:spTree>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1"/>
        <p:cNvGrpSpPr/>
        <p:nvPr/>
      </p:nvGrpSpPr>
      <p:grpSpPr>
        <a:xfrm>
          <a:off x="0" y="0"/>
          <a:ext cx="0" cy="0"/>
          <a:chOff x="0" y="0"/>
          <a:chExt cx="0" cy="0"/>
        </a:xfrm>
      </p:grpSpPr>
      <p:sp>
        <p:nvSpPr>
          <p:cNvPr id="692" name="Google Shape;692;g988286dadd_0_3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3" name="Google Shape;693;g988286dadd_0_3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scores{2,3,4,5}.c</a:t>
            </a:r>
            <a:endParaRPr/>
          </a:p>
        </p:txBody>
      </p:sp>
    </p:spTree>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6"/>
        <p:cNvGrpSpPr/>
        <p:nvPr/>
      </p:nvGrpSpPr>
      <p:grpSpPr>
        <a:xfrm>
          <a:off x="0" y="0"/>
          <a:ext cx="0" cy="0"/>
          <a:chOff x="0" y="0"/>
          <a:chExt cx="0" cy="0"/>
        </a:xfrm>
      </p:grpSpPr>
      <p:sp>
        <p:nvSpPr>
          <p:cNvPr id="697" name="Google Shape;697;g28070e0ad67_12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98" name="Google Shape;698;g28070e0ad67_12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3"/>
        <p:cNvGrpSpPr/>
        <p:nvPr/>
      </p:nvGrpSpPr>
      <p:grpSpPr>
        <a:xfrm>
          <a:off x="0" y="0"/>
          <a:ext cx="0" cy="0"/>
          <a:chOff x="0" y="0"/>
          <a:chExt cx="0" cy="0"/>
        </a:xfrm>
      </p:grpSpPr>
      <p:sp>
        <p:nvSpPr>
          <p:cNvPr id="704" name="Google Shape;704;g988286dadd_0_2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5" name="Google Shape;705;g988286dadd_0_2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hi{0,1}.c</a:t>
            </a:r>
            <a:endParaRPr/>
          </a:p>
          <a:p>
            <a:pPr marL="0" lvl="0" indent="0" algn="l" rtl="0">
              <a:spcBef>
                <a:spcPts val="0"/>
              </a:spcBef>
              <a:spcAft>
                <a:spcPts val="0"/>
              </a:spcAft>
              <a:buNone/>
            </a:pPr>
            <a:r>
              <a:rPr lang="en"/>
              <a:t>what about chars?</a:t>
            </a:r>
            <a:endParaRPr/>
          </a:p>
        </p:txBody>
      </p:sp>
    </p:spTree>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8"/>
        <p:cNvGrpSpPr/>
        <p:nvPr/>
      </p:nvGrpSpPr>
      <p:grpSpPr>
        <a:xfrm>
          <a:off x="0" y="0"/>
          <a:ext cx="0" cy="0"/>
          <a:chOff x="0" y="0"/>
          <a:chExt cx="0" cy="0"/>
        </a:xfrm>
      </p:grpSpPr>
      <p:sp>
        <p:nvSpPr>
          <p:cNvPr id="709" name="Google Shape;709;g988286dadd_0_4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0" name="Google Shape;710;g988286dadd_0_4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g600334256b_1_5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15" name="Google Shape;715;g600334256b_1_5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8"/>
        <p:cNvGrpSpPr/>
        <p:nvPr/>
      </p:nvGrpSpPr>
      <p:grpSpPr>
        <a:xfrm>
          <a:off x="0" y="0"/>
          <a:ext cx="0" cy="0"/>
          <a:chOff x="0" y="0"/>
          <a:chExt cx="0" cy="0"/>
        </a:xfrm>
      </p:grpSpPr>
      <p:sp>
        <p:nvSpPr>
          <p:cNvPr id="719" name="Google Shape;719;g600334256b_1_5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0" name="Google Shape;720;g600334256b_1_5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3"/>
        <p:cNvGrpSpPr/>
        <p:nvPr/>
      </p:nvGrpSpPr>
      <p:grpSpPr>
        <a:xfrm>
          <a:off x="0" y="0"/>
          <a:ext cx="0" cy="0"/>
          <a:chOff x="0" y="0"/>
          <a:chExt cx="0" cy="0"/>
        </a:xfrm>
      </p:grpSpPr>
      <p:sp>
        <p:nvSpPr>
          <p:cNvPr id="724" name="Google Shape;724;g600334256b_1_5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5" name="Google Shape;725;g600334256b_1_5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8"/>
        <p:cNvGrpSpPr/>
        <p:nvPr/>
      </p:nvGrpSpPr>
      <p:grpSpPr>
        <a:xfrm>
          <a:off x="0" y="0"/>
          <a:ext cx="0" cy="0"/>
          <a:chOff x="0" y="0"/>
          <a:chExt cx="0" cy="0"/>
        </a:xfrm>
      </p:grpSpPr>
      <p:sp>
        <p:nvSpPr>
          <p:cNvPr id="729" name="Google Shape;729;g280537beb98_0_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0" name="Google Shape;730;g280537beb98_0_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most types have fixed length, so how implement strings?</a:t>
            </a:r>
            <a:endParaRPr/>
          </a:p>
        </p:txBody>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3"/>
        <p:cNvGrpSpPr/>
        <p:nvPr/>
      </p:nvGrpSpPr>
      <p:grpSpPr>
        <a:xfrm>
          <a:off x="0" y="0"/>
          <a:ext cx="0" cy="0"/>
          <a:chOff x="0" y="0"/>
          <a:chExt cx="0" cy="0"/>
        </a:xfrm>
      </p:grpSpPr>
      <p:sp>
        <p:nvSpPr>
          <p:cNvPr id="734" name="Google Shape;734;g988286dadd_0_2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35" name="Google Shape;735;g988286dadd_0_2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hi2.c</a:t>
            </a:r>
            <a:endParaRPr/>
          </a:p>
        </p:txBody>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8"/>
        <p:cNvGrpSpPr/>
        <p:nvPr/>
      </p:nvGrpSpPr>
      <p:grpSpPr>
        <a:xfrm>
          <a:off x="0" y="0"/>
          <a:ext cx="0" cy="0"/>
          <a:chOff x="0" y="0"/>
          <a:chExt cx="0" cy="0"/>
        </a:xfrm>
      </p:grpSpPr>
      <p:sp>
        <p:nvSpPr>
          <p:cNvPr id="739" name="Google Shape;739;g988286dadd_0_4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0" name="Google Shape;740;g988286dadd_0_4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3"/>
        <p:cNvGrpSpPr/>
        <p:nvPr/>
      </p:nvGrpSpPr>
      <p:grpSpPr>
        <a:xfrm>
          <a:off x="0" y="0"/>
          <a:ext cx="0" cy="0"/>
          <a:chOff x="0" y="0"/>
          <a:chExt cx="0" cy="0"/>
        </a:xfrm>
      </p:grpSpPr>
      <p:sp>
        <p:nvSpPr>
          <p:cNvPr id="744" name="Google Shape;744;g600334256b_1_7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5" name="Google Shape;745;g600334256b_1_7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hi3.c</a:t>
            </a:r>
            <a:endParaRPr/>
          </a:p>
        </p:txBody>
      </p:sp>
    </p:spTree>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8"/>
        <p:cNvGrpSpPr/>
        <p:nvPr/>
      </p:nvGrpSpPr>
      <p:grpSpPr>
        <a:xfrm>
          <a:off x="0" y="0"/>
          <a:ext cx="0" cy="0"/>
          <a:chOff x="0" y="0"/>
          <a:chExt cx="0" cy="0"/>
        </a:xfrm>
      </p:grpSpPr>
      <p:sp>
        <p:nvSpPr>
          <p:cNvPr id="749" name="Google Shape;749;g988286dadd_0_4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0" name="Google Shape;750;g988286dadd_0_4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How know where end is? </a:t>
            </a:r>
            <a:endParaRPr/>
          </a:p>
        </p:txBody>
      </p:sp>
    </p:spTree>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3"/>
        <p:cNvGrpSpPr/>
        <p:nvPr/>
      </p:nvGrpSpPr>
      <p:grpSpPr>
        <a:xfrm>
          <a:off x="0" y="0"/>
          <a:ext cx="0" cy="0"/>
          <a:chOff x="0" y="0"/>
          <a:chExt cx="0" cy="0"/>
        </a:xfrm>
      </p:grpSpPr>
      <p:sp>
        <p:nvSpPr>
          <p:cNvPr id="754" name="Google Shape;754;g280537beb98_0_1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55" name="Google Shape;755;g280537beb98_0_1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g988286dadd_0_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0" name="Google Shape;760;g988286dadd_0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3"/>
        <p:cNvGrpSpPr/>
        <p:nvPr/>
      </p:nvGrpSpPr>
      <p:grpSpPr>
        <a:xfrm>
          <a:off x="0" y="0"/>
          <a:ext cx="0" cy="0"/>
          <a:chOff x="0" y="0"/>
          <a:chExt cx="0" cy="0"/>
        </a:xfrm>
      </p:grpSpPr>
      <p:sp>
        <p:nvSpPr>
          <p:cNvPr id="764" name="Google Shape;764;g280537beb98_0_1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5" name="Google Shape;765;g280537beb98_0_1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8"/>
        <p:cNvGrpSpPr/>
        <p:nvPr/>
      </p:nvGrpSpPr>
      <p:grpSpPr>
        <a:xfrm>
          <a:off x="0" y="0"/>
          <a:ext cx="0" cy="0"/>
          <a:chOff x="0" y="0"/>
          <a:chExt cx="0" cy="0"/>
        </a:xfrm>
      </p:grpSpPr>
      <p:sp>
        <p:nvSpPr>
          <p:cNvPr id="769" name="Google Shape;769;g988286dadd_0_4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0" name="Google Shape;770;g988286dadd_0_4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hi4.c</a:t>
            </a:r>
            <a:endParaRPr/>
          </a:p>
        </p:txBody>
      </p:sp>
    </p:spTree>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3"/>
        <p:cNvGrpSpPr/>
        <p:nvPr/>
      </p:nvGrpSpPr>
      <p:grpSpPr>
        <a:xfrm>
          <a:off x="0" y="0"/>
          <a:ext cx="0" cy="0"/>
          <a:chOff x="0" y="0"/>
          <a:chExt cx="0" cy="0"/>
        </a:xfrm>
      </p:grpSpPr>
      <p:sp>
        <p:nvSpPr>
          <p:cNvPr id="774" name="Google Shape;774;g988286dadd_0_4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75" name="Google Shape;775;g988286dadd_0_4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8"/>
        <p:cNvGrpSpPr/>
        <p:nvPr/>
      </p:nvGrpSpPr>
      <p:grpSpPr>
        <a:xfrm>
          <a:off x="0" y="0"/>
          <a:ext cx="0" cy="0"/>
          <a:chOff x="0" y="0"/>
          <a:chExt cx="0" cy="0"/>
        </a:xfrm>
      </p:grpSpPr>
      <p:sp>
        <p:nvSpPr>
          <p:cNvPr id="779" name="Google Shape;779;g280537beb98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0" name="Google Shape;780;g280537beb98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3"/>
        <p:cNvGrpSpPr/>
        <p:nvPr/>
      </p:nvGrpSpPr>
      <p:grpSpPr>
        <a:xfrm>
          <a:off x="0" y="0"/>
          <a:ext cx="0" cy="0"/>
          <a:chOff x="0" y="0"/>
          <a:chExt cx="0" cy="0"/>
        </a:xfrm>
      </p:grpSpPr>
      <p:sp>
        <p:nvSpPr>
          <p:cNvPr id="784" name="Google Shape;784;gfead10c7ec_6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5" name="Google Shape;785;gfead10c7ec_6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https://asciichart.com/</a:t>
            </a:r>
            <a:r>
              <a:rPr lang="en"/>
              <a:t> </a:t>
            </a:r>
            <a:endParaRPr/>
          </a:p>
        </p:txBody>
      </p:sp>
    </p:spTree>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gfead10c7ec_6_1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0" name="Google Shape;790;gfead10c7ec_6_1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https://asciichart.com/</a:t>
            </a:r>
            <a:r>
              <a:rPr lang="en"/>
              <a:t> </a:t>
            </a:r>
            <a:endParaRPr/>
          </a:p>
        </p:txBody>
      </p:sp>
    </p:spTree>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4"/>
        <p:cNvGrpSpPr/>
        <p:nvPr/>
      </p:nvGrpSpPr>
      <p:grpSpPr>
        <a:xfrm>
          <a:off x="0" y="0"/>
          <a:ext cx="0" cy="0"/>
          <a:chOff x="0" y="0"/>
          <a:chExt cx="0" cy="0"/>
        </a:xfrm>
      </p:grpSpPr>
      <p:sp>
        <p:nvSpPr>
          <p:cNvPr id="795" name="Google Shape;795;g988286dadd_0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96" name="Google Shape;796;g988286dadd_0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hi5.c</a:t>
            </a:r>
            <a:endParaRPr/>
          </a:p>
        </p:txBody>
      </p:sp>
    </p:spTree>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600334256b_1_6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1" name="Google Shape;801;g600334256b_1_6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4"/>
        <p:cNvGrpSpPr/>
        <p:nvPr/>
      </p:nvGrpSpPr>
      <p:grpSpPr>
        <a:xfrm>
          <a:off x="0" y="0"/>
          <a:ext cx="0" cy="0"/>
          <a:chOff x="0" y="0"/>
          <a:chExt cx="0" cy="0"/>
        </a:xfrm>
      </p:grpSpPr>
      <p:sp>
        <p:nvSpPr>
          <p:cNvPr id="805" name="Google Shape;805;g988286dadd_0_4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06" name="Google Shape;806;g988286dadd_0_4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9"/>
        <p:cNvGrpSpPr/>
        <p:nvPr/>
      </p:nvGrpSpPr>
      <p:grpSpPr>
        <a:xfrm>
          <a:off x="0" y="0"/>
          <a:ext cx="0" cy="0"/>
          <a:chOff x="0" y="0"/>
          <a:chExt cx="0" cy="0"/>
        </a:xfrm>
      </p:grpSpPr>
      <p:sp>
        <p:nvSpPr>
          <p:cNvPr id="810" name="Google Shape;810;g988286dadd_0_4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1" name="Google Shape;811;g988286dadd_0_4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4"/>
        <p:cNvGrpSpPr/>
        <p:nvPr/>
      </p:nvGrpSpPr>
      <p:grpSpPr>
        <a:xfrm>
          <a:off x="0" y="0"/>
          <a:ext cx="0" cy="0"/>
          <a:chOff x="0" y="0"/>
          <a:chExt cx="0" cy="0"/>
        </a:xfrm>
      </p:grpSpPr>
      <p:sp>
        <p:nvSpPr>
          <p:cNvPr id="815" name="Google Shape;815;g988286dadd_0_4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16" name="Google Shape;816;g988286dadd_0_4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9"/>
        <p:cNvGrpSpPr/>
        <p:nvPr/>
      </p:nvGrpSpPr>
      <p:grpSpPr>
        <a:xfrm>
          <a:off x="0" y="0"/>
          <a:ext cx="0" cy="0"/>
          <a:chOff x="0" y="0"/>
          <a:chExt cx="0" cy="0"/>
        </a:xfrm>
      </p:grpSpPr>
      <p:sp>
        <p:nvSpPr>
          <p:cNvPr id="820" name="Google Shape;820;g600334256b_1_8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1" name="Google Shape;821;g600334256b_1_8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hi6.c</a:t>
            </a:r>
            <a:endParaRPr/>
          </a:p>
        </p:txBody>
      </p:sp>
    </p:spTree>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4"/>
        <p:cNvGrpSpPr/>
        <p:nvPr/>
      </p:nvGrpSpPr>
      <p:grpSpPr>
        <a:xfrm>
          <a:off x="0" y="0"/>
          <a:ext cx="0" cy="0"/>
          <a:chOff x="0" y="0"/>
          <a:chExt cx="0" cy="0"/>
        </a:xfrm>
      </p:grpSpPr>
      <p:sp>
        <p:nvSpPr>
          <p:cNvPr id="825" name="Google Shape;825;g988286dadd_0_4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6" name="Google Shape;826;g988286dadd_0_4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9"/>
        <p:cNvGrpSpPr/>
        <p:nvPr/>
      </p:nvGrpSpPr>
      <p:grpSpPr>
        <a:xfrm>
          <a:off x="0" y="0"/>
          <a:ext cx="0" cy="0"/>
          <a:chOff x="0" y="0"/>
          <a:chExt cx="0" cy="0"/>
        </a:xfrm>
      </p:grpSpPr>
      <p:sp>
        <p:nvSpPr>
          <p:cNvPr id="830" name="Google Shape;830;g988286dadd_0_4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1" name="Google Shape;831;g988286dadd_0_4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hi7.c</a:t>
            </a:r>
            <a:endParaRPr/>
          </a:p>
        </p:txBody>
      </p:sp>
    </p:spTree>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4"/>
        <p:cNvGrpSpPr/>
        <p:nvPr/>
      </p:nvGrpSpPr>
      <p:grpSpPr>
        <a:xfrm>
          <a:off x="0" y="0"/>
          <a:ext cx="0" cy="0"/>
          <a:chOff x="0" y="0"/>
          <a:chExt cx="0" cy="0"/>
        </a:xfrm>
      </p:grpSpPr>
      <p:sp>
        <p:nvSpPr>
          <p:cNvPr id="835" name="Google Shape;835;g600334256b_59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6" name="Google Shape;836;g600334256b_59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length{0,1}.c</a:t>
            </a:r>
            <a:endParaRPr/>
          </a:p>
        </p:txBody>
      </p:sp>
    </p:spTree>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9"/>
        <p:cNvGrpSpPr/>
        <p:nvPr/>
      </p:nvGrpSpPr>
      <p:grpSpPr>
        <a:xfrm>
          <a:off x="0" y="0"/>
          <a:ext cx="0" cy="0"/>
          <a:chOff x="0" y="0"/>
          <a:chExt cx="0" cy="0"/>
        </a:xfrm>
      </p:grpSpPr>
      <p:sp>
        <p:nvSpPr>
          <p:cNvPr id="840" name="Google Shape;840;gfead10c7ec_6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1" name="Google Shape;841;gfead10c7ec_6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4"/>
        <p:cNvGrpSpPr/>
        <p:nvPr/>
      </p:nvGrpSpPr>
      <p:grpSpPr>
        <a:xfrm>
          <a:off x="0" y="0"/>
          <a:ext cx="0" cy="0"/>
          <a:chOff x="0" y="0"/>
          <a:chExt cx="0" cy="0"/>
        </a:xfrm>
      </p:grpSpPr>
      <p:sp>
        <p:nvSpPr>
          <p:cNvPr id="845" name="Google Shape;845;g152d030a94b_0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6" name="Google Shape;846;g152d030a94b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9"/>
        <p:cNvGrpSpPr/>
        <p:nvPr/>
      </p:nvGrpSpPr>
      <p:grpSpPr>
        <a:xfrm>
          <a:off x="0" y="0"/>
          <a:ext cx="0" cy="0"/>
          <a:chOff x="0" y="0"/>
          <a:chExt cx="0" cy="0"/>
        </a:xfrm>
      </p:grpSpPr>
      <p:sp>
        <p:nvSpPr>
          <p:cNvPr id="850" name="Google Shape;850;gfead10c7ec_6_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1" name="Google Shape;851;gfead10c7ec_6_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a:solidFill>
                  <a:schemeClr val="dk1"/>
                </a:solidFill>
              </a:rPr>
              <a:t>length2.c</a:t>
            </a:r>
            <a:endParaRPr>
              <a:solidFill>
                <a:schemeClr val="dk1"/>
              </a:solidFill>
            </a:endParaRPr>
          </a:p>
          <a:p>
            <a:pPr marL="0" lvl="0" indent="0" algn="l" rtl="0">
              <a:spcBef>
                <a:spcPts val="0"/>
              </a:spcBef>
              <a:spcAft>
                <a:spcPts val="0"/>
              </a:spcAft>
              <a:buClr>
                <a:schemeClr val="dk1"/>
              </a:buClr>
              <a:buSzPts val="1100"/>
              <a:buFont typeface="Arial"/>
              <a:buNone/>
            </a:pPr>
            <a:r>
              <a:rPr lang="en">
                <a:solidFill>
                  <a:schemeClr val="dk1"/>
                </a:solidFill>
              </a:rPr>
              <a:t>string{0,1}.c</a:t>
            </a:r>
            <a:endParaRPr/>
          </a:p>
        </p:txBody>
      </p:sp>
    </p:spTree>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4"/>
        <p:cNvGrpSpPr/>
        <p:nvPr/>
      </p:nvGrpSpPr>
      <p:grpSpPr>
        <a:xfrm>
          <a:off x="0" y="0"/>
          <a:ext cx="0" cy="0"/>
          <a:chOff x="0" y="0"/>
          <a:chExt cx="0" cy="0"/>
        </a:xfrm>
      </p:grpSpPr>
      <p:sp>
        <p:nvSpPr>
          <p:cNvPr id="855" name="Google Shape;855;g601de35e0b_1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56" name="Google Shape;856;g601de35e0b_1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a:p>
        </p:txBody>
      </p:sp>
    </p:spTree>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g152d030a94b_0_2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1" name="Google Shape;861;g152d030a94b_0_2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solidFill>
                <a:schemeClr val="dk1"/>
              </a:solidFill>
            </a:endParaRPr>
          </a:p>
        </p:txBody>
      </p:sp>
    </p:spTree>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4"/>
        <p:cNvGrpSpPr/>
        <p:nvPr/>
      </p:nvGrpSpPr>
      <p:grpSpPr>
        <a:xfrm>
          <a:off x="0" y="0"/>
          <a:ext cx="0" cy="0"/>
          <a:chOff x="0" y="0"/>
          <a:chExt cx="0" cy="0"/>
        </a:xfrm>
      </p:grpSpPr>
      <p:sp>
        <p:nvSpPr>
          <p:cNvPr id="865" name="Google Shape;865;g280537beb98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6" name="Google Shape;866;g280537beb98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https://asciichart.com/</a:t>
            </a:r>
            <a:r>
              <a:rPr lang="en"/>
              <a:t> </a:t>
            </a:r>
            <a:endParaRPr/>
          </a:p>
        </p:txBody>
      </p:sp>
    </p:spTree>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9"/>
        <p:cNvGrpSpPr/>
        <p:nvPr/>
      </p:nvGrpSpPr>
      <p:grpSpPr>
        <a:xfrm>
          <a:off x="0" y="0"/>
          <a:ext cx="0" cy="0"/>
          <a:chOff x="0" y="0"/>
          <a:chExt cx="0" cy="0"/>
        </a:xfrm>
      </p:grpSpPr>
      <p:sp>
        <p:nvSpPr>
          <p:cNvPr id="870" name="Google Shape;870;g280537beb98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1" name="Google Shape;871;g280537beb98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solidFill>
                  <a:schemeClr val="dk1"/>
                </a:solidFill>
              </a:rPr>
              <a:t>uppercase{0,1,2}.c</a:t>
            </a:r>
            <a:endParaRPr>
              <a:solidFill>
                <a:schemeClr val="dk1"/>
              </a:solidFill>
            </a:endParaRPr>
          </a:p>
          <a:p>
            <a:pPr marL="0" lvl="0" indent="0" algn="l" rtl="0">
              <a:spcBef>
                <a:spcPts val="0"/>
              </a:spcBef>
              <a:spcAft>
                <a:spcPts val="0"/>
              </a:spcAft>
              <a:buNone/>
            </a:pPr>
            <a:r>
              <a:rPr lang="en" u="sng">
                <a:solidFill>
                  <a:schemeClr val="hlink"/>
                </a:solidFill>
                <a:hlinkClick r:id="rId3"/>
              </a:rPr>
              <a:t>https://asciichart.com/</a:t>
            </a:r>
            <a:r>
              <a:rPr lang="en"/>
              <a:t> </a:t>
            </a:r>
            <a:endParaRPr/>
          </a:p>
        </p:txBody>
      </p:sp>
    </p:spTree>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7"/>
        <p:cNvGrpSpPr/>
        <p:nvPr/>
      </p:nvGrpSpPr>
      <p:grpSpPr>
        <a:xfrm>
          <a:off x="0" y="0"/>
          <a:ext cx="0" cy="0"/>
          <a:chOff x="0" y="0"/>
          <a:chExt cx="0" cy="0"/>
        </a:xfrm>
      </p:grpSpPr>
      <p:sp>
        <p:nvSpPr>
          <p:cNvPr id="878" name="Google Shape;878;g600334256b_1_1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79" name="Google Shape;879;g600334256b_1_1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make, cd, etc.</a:t>
            </a:r>
            <a:endParaRPr/>
          </a:p>
        </p:txBody>
      </p:sp>
    </p:spTree>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2"/>
        <p:cNvGrpSpPr/>
        <p:nvPr/>
      </p:nvGrpSpPr>
      <p:grpSpPr>
        <a:xfrm>
          <a:off x="0" y="0"/>
          <a:ext cx="0" cy="0"/>
          <a:chOff x="0" y="0"/>
          <a:chExt cx="0" cy="0"/>
        </a:xfrm>
      </p:grpSpPr>
      <p:sp>
        <p:nvSpPr>
          <p:cNvPr id="883" name="Google Shape;883;g421cb10800_1_9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4" name="Google Shape;884;g421cb10800_1_9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87"/>
        <p:cNvGrpSpPr/>
        <p:nvPr/>
      </p:nvGrpSpPr>
      <p:grpSpPr>
        <a:xfrm>
          <a:off x="0" y="0"/>
          <a:ext cx="0" cy="0"/>
          <a:chOff x="0" y="0"/>
          <a:chExt cx="0" cy="0"/>
        </a:xfrm>
      </p:grpSpPr>
      <p:sp>
        <p:nvSpPr>
          <p:cNvPr id="888" name="Google Shape;888;g421cb10800_1_9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9" name="Google Shape;889;g421cb10800_1_9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2"/>
        <p:cNvGrpSpPr/>
        <p:nvPr/>
      </p:nvGrpSpPr>
      <p:grpSpPr>
        <a:xfrm>
          <a:off x="0" y="0"/>
          <a:ext cx="0" cy="0"/>
          <a:chOff x="0" y="0"/>
          <a:chExt cx="0" cy="0"/>
        </a:xfrm>
      </p:grpSpPr>
      <p:sp>
        <p:nvSpPr>
          <p:cNvPr id="893" name="Google Shape;893;g421cb10800_1_95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4" name="Google Shape;894;g421cb10800_1_9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greet{0,1,2,3,4}.c</a:t>
            </a:r>
            <a:endParaRPr/>
          </a:p>
        </p:txBody>
      </p:sp>
    </p:spTree>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7"/>
        <p:cNvGrpSpPr/>
        <p:nvPr/>
      </p:nvGrpSpPr>
      <p:grpSpPr>
        <a:xfrm>
          <a:off x="0" y="0"/>
          <a:ext cx="0" cy="0"/>
          <a:chOff x="0" y="0"/>
          <a:chExt cx="0" cy="0"/>
        </a:xfrm>
      </p:grpSpPr>
      <p:sp>
        <p:nvSpPr>
          <p:cNvPr id="898" name="Google Shape;898;g280537beb98_0_1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99" name="Google Shape;899;g280537beb98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2"/>
        <p:cNvGrpSpPr/>
        <p:nvPr/>
      </p:nvGrpSpPr>
      <p:grpSpPr>
        <a:xfrm>
          <a:off x="0" y="0"/>
          <a:ext cx="0" cy="0"/>
          <a:chOff x="0" y="0"/>
          <a:chExt cx="0" cy="0"/>
        </a:xfrm>
      </p:grpSpPr>
      <p:sp>
        <p:nvSpPr>
          <p:cNvPr id="903" name="Google Shape;903;g152d030a94b_0_3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4" name="Google Shape;904;g152d030a94b_0_3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cowsay moo</a:t>
            </a:r>
            <a:endParaRPr/>
          </a:p>
          <a:p>
            <a:pPr marL="0" lvl="0" indent="0" algn="l" rtl="0">
              <a:spcBef>
                <a:spcPts val="0"/>
              </a:spcBef>
              <a:spcAft>
                <a:spcPts val="0"/>
              </a:spcAft>
              <a:buNone/>
            </a:pPr>
            <a:r>
              <a:rPr lang="en"/>
              <a:t>cowsay -f duck quack</a:t>
            </a:r>
            <a:endParaRPr/>
          </a:p>
          <a:p>
            <a:pPr marL="0" lvl="0" indent="0" algn="l" rtl="0">
              <a:spcBef>
                <a:spcPts val="0"/>
              </a:spcBef>
              <a:spcAft>
                <a:spcPts val="0"/>
              </a:spcAft>
              <a:buNone/>
            </a:pPr>
            <a:r>
              <a:rPr lang="en"/>
              <a:t>cowsay -f dragon RAWR</a:t>
            </a:r>
            <a:endParaRPr/>
          </a:p>
        </p:txBody>
      </p:sp>
    </p:spTree>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7"/>
        <p:cNvGrpSpPr/>
        <p:nvPr/>
      </p:nvGrpSpPr>
      <p:grpSpPr>
        <a:xfrm>
          <a:off x="0" y="0"/>
          <a:ext cx="0" cy="0"/>
          <a:chOff x="0" y="0"/>
          <a:chExt cx="0" cy="0"/>
        </a:xfrm>
      </p:grpSpPr>
      <p:sp>
        <p:nvSpPr>
          <p:cNvPr id="908" name="Google Shape;908;g600334256b_59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09" name="Google Shape;909;g600334256b_59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2"/>
        <p:cNvGrpSpPr/>
        <p:nvPr/>
      </p:nvGrpSpPr>
      <p:grpSpPr>
        <a:xfrm>
          <a:off x="0" y="0"/>
          <a:ext cx="0" cy="0"/>
          <a:chOff x="0" y="0"/>
          <a:chExt cx="0" cy="0"/>
        </a:xfrm>
      </p:grpSpPr>
      <p:sp>
        <p:nvSpPr>
          <p:cNvPr id="913" name="Google Shape;913;g152d030a94b_0_3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4" name="Google Shape;914;g152d030a94b_0_3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https://community.zoom.com/t5/Meetings/ERROR-1132/td-p/40521</a:t>
            </a:r>
            <a:r>
              <a:rPr lang="en"/>
              <a:t> </a:t>
            </a:r>
            <a:endParaRPr/>
          </a:p>
        </p:txBody>
      </p:sp>
    </p:spTree>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7"/>
        <p:cNvGrpSpPr/>
        <p:nvPr/>
      </p:nvGrpSpPr>
      <p:grpSpPr>
        <a:xfrm>
          <a:off x="0" y="0"/>
          <a:ext cx="0" cy="0"/>
          <a:chOff x="0" y="0"/>
          <a:chExt cx="0" cy="0"/>
        </a:xfrm>
      </p:grpSpPr>
      <p:sp>
        <p:nvSpPr>
          <p:cNvPr id="918" name="Google Shape;918;g152d030a94b_0_38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9" name="Google Shape;919;g152d030a94b_0_3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u="sng">
                <a:solidFill>
                  <a:schemeClr val="hlink"/>
                </a:solidFill>
                <a:hlinkClick r:id="rId3"/>
              </a:rPr>
              <a:t>https://github.com/</a:t>
            </a:r>
            <a:r>
              <a:rPr lang="en"/>
              <a:t> </a:t>
            </a:r>
            <a:endParaRPr/>
          </a:p>
        </p:txBody>
      </p:sp>
    </p:spTree>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2"/>
        <p:cNvGrpSpPr/>
        <p:nvPr/>
      </p:nvGrpSpPr>
      <p:grpSpPr>
        <a:xfrm>
          <a:off x="0" y="0"/>
          <a:ext cx="0" cy="0"/>
          <a:chOff x="0" y="0"/>
          <a:chExt cx="0" cy="0"/>
        </a:xfrm>
      </p:grpSpPr>
      <p:sp>
        <p:nvSpPr>
          <p:cNvPr id="923" name="Google Shape;923;g421cb10800_1_9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4" name="Google Shape;924;g421cb10800_1_9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7"/>
        <p:cNvGrpSpPr/>
        <p:nvPr/>
      </p:nvGrpSpPr>
      <p:grpSpPr>
        <a:xfrm>
          <a:off x="0" y="0"/>
          <a:ext cx="0" cy="0"/>
          <a:chOff x="0" y="0"/>
          <a:chExt cx="0" cy="0"/>
        </a:xfrm>
      </p:grpSpPr>
      <p:sp>
        <p:nvSpPr>
          <p:cNvPr id="928" name="Google Shape;928;g421cb10800_1_9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29" name="Google Shape;929;g421cb10800_1_9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2"/>
        <p:cNvGrpSpPr/>
        <p:nvPr/>
      </p:nvGrpSpPr>
      <p:grpSpPr>
        <a:xfrm>
          <a:off x="0" y="0"/>
          <a:ext cx="0" cy="0"/>
          <a:chOff x="0" y="0"/>
          <a:chExt cx="0" cy="0"/>
        </a:xfrm>
      </p:grpSpPr>
      <p:sp>
        <p:nvSpPr>
          <p:cNvPr id="933" name="Google Shape;933;g421cb10800_1_97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4" name="Google Shape;934;g421cb10800_1_97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status.c</a:t>
            </a:r>
            <a:endParaRPr/>
          </a:p>
        </p:txBody>
      </p:sp>
    </p:spTree>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7"/>
        <p:cNvGrpSpPr/>
        <p:nvPr/>
      </p:nvGrpSpPr>
      <p:grpSpPr>
        <a:xfrm>
          <a:off x="0" y="0"/>
          <a:ext cx="0" cy="0"/>
          <a:chOff x="0" y="0"/>
          <a:chExt cx="0" cy="0"/>
        </a:xfrm>
      </p:grpSpPr>
      <p:sp>
        <p:nvSpPr>
          <p:cNvPr id="938" name="Google Shape;938;g600334256b_1_8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9" name="Google Shape;939;g600334256b_1_8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a:t>useful for TFs' testing students code (or testing code in industry in automated processes)</a:t>
            </a:r>
            <a:endParaRPr/>
          </a:p>
        </p:txBody>
      </p:sp>
    </p:spTree>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2"/>
        <p:cNvGrpSpPr/>
        <p:nvPr/>
      </p:nvGrpSpPr>
      <p:grpSpPr>
        <a:xfrm>
          <a:off x="0" y="0"/>
          <a:ext cx="0" cy="0"/>
          <a:chOff x="0" y="0"/>
          <a:chExt cx="0" cy="0"/>
        </a:xfrm>
      </p:grpSpPr>
      <p:sp>
        <p:nvSpPr>
          <p:cNvPr id="943" name="Google Shape;943;g152d030a94b_0_3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4" name="Google Shape;944;g152d030a94b_0_3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47"/>
        <p:cNvGrpSpPr/>
        <p:nvPr/>
      </p:nvGrpSpPr>
      <p:grpSpPr>
        <a:xfrm>
          <a:off x="0" y="0"/>
          <a:ext cx="0" cy="0"/>
          <a:chOff x="0" y="0"/>
          <a:chExt cx="0" cy="0"/>
        </a:xfrm>
      </p:grpSpPr>
      <p:sp>
        <p:nvSpPr>
          <p:cNvPr id="948" name="Google Shape;948;gfead10c7ec_6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9" name="Google Shape;949;gfead10c7ec_6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2"/>
        <p:cNvGrpSpPr/>
        <p:nvPr/>
      </p:nvGrpSpPr>
      <p:grpSpPr>
        <a:xfrm>
          <a:off x="0" y="0"/>
          <a:ext cx="0" cy="0"/>
          <a:chOff x="0" y="0"/>
          <a:chExt cx="0" cy="0"/>
        </a:xfrm>
      </p:grpSpPr>
      <p:sp>
        <p:nvSpPr>
          <p:cNvPr id="953" name="Google Shape;953;g600334256b_1_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54" name="Google Shape;954;g600334256b_1_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59"/>
        <p:cNvGrpSpPr/>
        <p:nvPr/>
      </p:nvGrpSpPr>
      <p:grpSpPr>
        <a:xfrm>
          <a:off x="0" y="0"/>
          <a:ext cx="0" cy="0"/>
          <a:chOff x="0" y="0"/>
          <a:chExt cx="0" cy="0"/>
        </a:xfrm>
      </p:grpSpPr>
      <p:sp>
        <p:nvSpPr>
          <p:cNvPr id="960" name="Google Shape;960;g600334256b_1_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1" name="Google Shape;961;g600334256b_1_6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6"/>
        <p:cNvGrpSpPr/>
        <p:nvPr/>
      </p:nvGrpSpPr>
      <p:grpSpPr>
        <a:xfrm>
          <a:off x="0" y="0"/>
          <a:ext cx="0" cy="0"/>
          <a:chOff x="0" y="0"/>
          <a:chExt cx="0" cy="0"/>
        </a:xfrm>
      </p:grpSpPr>
      <p:sp>
        <p:nvSpPr>
          <p:cNvPr id="967" name="Google Shape;967;g988286dadd_0_5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68" name="Google Shape;968;g988286dadd_0_5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4"/>
        <p:cNvGrpSpPr/>
        <p:nvPr/>
      </p:nvGrpSpPr>
      <p:grpSpPr>
        <a:xfrm>
          <a:off x="0" y="0"/>
          <a:ext cx="0" cy="0"/>
          <a:chOff x="0" y="0"/>
          <a:chExt cx="0" cy="0"/>
        </a:xfrm>
      </p:grpSpPr>
      <p:sp>
        <p:nvSpPr>
          <p:cNvPr id="975" name="Google Shape;975;g600334256b_1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76" name="Google Shape;976;g600334256b_1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3"/>
        <p:cNvGrpSpPr/>
        <p:nvPr/>
      </p:nvGrpSpPr>
      <p:grpSpPr>
        <a:xfrm>
          <a:off x="0" y="0"/>
          <a:ext cx="0" cy="0"/>
          <a:chOff x="0" y="0"/>
          <a:chExt cx="0" cy="0"/>
        </a:xfrm>
      </p:grpSpPr>
      <p:sp>
        <p:nvSpPr>
          <p:cNvPr id="984" name="Google Shape;984;g600334256b_1_9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85" name="Google Shape;985;g600334256b_1_9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0"/>
        <p:cNvGrpSpPr/>
        <p:nvPr/>
      </p:nvGrpSpPr>
      <p:grpSpPr>
        <a:xfrm>
          <a:off x="0" y="0"/>
          <a:ext cx="0" cy="0"/>
          <a:chOff x="0" y="0"/>
          <a:chExt cx="0" cy="0"/>
        </a:xfrm>
      </p:grpSpPr>
      <p:sp>
        <p:nvSpPr>
          <p:cNvPr id="991" name="Google Shape;991;gef74848014_2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2" name="Google Shape;992;gef74848014_2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98"/>
        <p:cNvGrpSpPr/>
        <p:nvPr/>
      </p:nvGrpSpPr>
      <p:grpSpPr>
        <a:xfrm>
          <a:off x="0" y="0"/>
          <a:ext cx="0" cy="0"/>
          <a:chOff x="0" y="0"/>
          <a:chExt cx="0" cy="0"/>
        </a:xfrm>
      </p:grpSpPr>
      <p:sp>
        <p:nvSpPr>
          <p:cNvPr id="999" name="Google Shape;999;g280537beb9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0" name="Google Shape;1000;g280537beb9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6"/>
        <p:cNvGrpSpPr/>
        <p:nvPr/>
      </p:nvGrpSpPr>
      <p:grpSpPr>
        <a:xfrm>
          <a:off x="0" y="0"/>
          <a:ext cx="0" cy="0"/>
          <a:chOff x="0" y="0"/>
          <a:chExt cx="0" cy="0"/>
        </a:xfrm>
      </p:grpSpPr>
      <p:sp>
        <p:nvSpPr>
          <p:cNvPr id="1007" name="Google Shape;1007;g280537beb98_0_1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8" name="Google Shape;1008;g280537beb98_0_1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4"/>
        <p:cNvGrpSpPr/>
        <p:nvPr/>
      </p:nvGrpSpPr>
      <p:grpSpPr>
        <a:xfrm>
          <a:off x="0" y="0"/>
          <a:ext cx="0" cy="0"/>
          <a:chOff x="0" y="0"/>
          <a:chExt cx="0" cy="0"/>
        </a:xfrm>
      </p:grpSpPr>
      <p:sp>
        <p:nvSpPr>
          <p:cNvPr id="1015" name="Google Shape;1015;g280537beb98_0_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16" name="Google Shape;1016;g280537beb98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1"/>
        <p:cNvGrpSpPr/>
        <p:nvPr/>
      </p:nvGrpSpPr>
      <p:grpSpPr>
        <a:xfrm>
          <a:off x="0" y="0"/>
          <a:ext cx="0" cy="0"/>
          <a:chOff x="0" y="0"/>
          <a:chExt cx="0" cy="0"/>
        </a:xfrm>
      </p:grpSpPr>
      <p:sp>
        <p:nvSpPr>
          <p:cNvPr id="1022" name="Google Shape;1022;g280537beb98_0_1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23" name="Google Shape;1023;g280537beb98_0_1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9"/>
        <p:cNvGrpSpPr/>
        <p:nvPr/>
      </p:nvGrpSpPr>
      <p:grpSpPr>
        <a:xfrm>
          <a:off x="0" y="0"/>
          <a:ext cx="0" cy="0"/>
          <a:chOff x="0" y="0"/>
          <a:chExt cx="0" cy="0"/>
        </a:xfrm>
      </p:grpSpPr>
      <p:sp>
        <p:nvSpPr>
          <p:cNvPr id="1030" name="Google Shape;1030;gfead10c7ec_6_9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1" name="Google Shape;1031;gfead10c7ec_6_9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4"/>
        <p:cNvGrpSpPr/>
        <p:nvPr/>
      </p:nvGrpSpPr>
      <p:grpSpPr>
        <a:xfrm>
          <a:off x="0" y="0"/>
          <a:ext cx="0" cy="0"/>
          <a:chOff x="0" y="0"/>
          <a:chExt cx="0" cy="0"/>
        </a:xfrm>
      </p:grpSpPr>
      <p:sp>
        <p:nvSpPr>
          <p:cNvPr id="1035" name="Google Shape;1035;gef74848014_2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6" name="Google Shape;1036;gef74848014_2_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1"/>
        <p:cNvGrpSpPr/>
        <p:nvPr/>
      </p:nvGrpSpPr>
      <p:grpSpPr>
        <a:xfrm>
          <a:off x="0" y="0"/>
          <a:ext cx="0" cy="0"/>
          <a:chOff x="0" y="0"/>
          <a:chExt cx="0" cy="0"/>
        </a:xfrm>
      </p:grpSpPr>
      <p:sp>
        <p:nvSpPr>
          <p:cNvPr id="1042" name="Google Shape;1042;g600334256b_1_9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3" name="Google Shape;1043;g600334256b_1_9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6"/>
        <p:cNvGrpSpPr/>
        <p:nvPr/>
      </p:nvGrpSpPr>
      <p:grpSpPr>
        <a:xfrm>
          <a:off x="0" y="0"/>
          <a:ext cx="0" cy="0"/>
          <a:chOff x="0" y="0"/>
          <a:chExt cx="0" cy="0"/>
        </a:xfrm>
      </p:grpSpPr>
      <p:sp>
        <p:nvSpPr>
          <p:cNvPr id="1047" name="Google Shape;1047;gef74848014_2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48" name="Google Shape;1048;gef74848014_2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1"/>
        <p:cNvGrpSpPr/>
        <p:nvPr/>
      </p:nvGrpSpPr>
      <p:grpSpPr>
        <a:xfrm>
          <a:off x="0" y="0"/>
          <a:ext cx="0" cy="0"/>
          <a:chOff x="0" y="0"/>
          <a:chExt cx="0" cy="0"/>
        </a:xfrm>
      </p:grpSpPr>
      <p:sp>
        <p:nvSpPr>
          <p:cNvPr id="1052" name="Google Shape;1052;gef74848014_2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3" name="Google Shape;1053;gef74848014_2_2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6"/>
        <p:cNvGrpSpPr/>
        <p:nvPr/>
      </p:nvGrpSpPr>
      <p:grpSpPr>
        <a:xfrm>
          <a:off x="0" y="0"/>
          <a:ext cx="0" cy="0"/>
          <a:chOff x="0" y="0"/>
          <a:chExt cx="0" cy="0"/>
        </a:xfrm>
      </p:grpSpPr>
      <p:sp>
        <p:nvSpPr>
          <p:cNvPr id="1057" name="Google Shape;1057;gef74848014_2_2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58" name="Google Shape;1058;gef74848014_2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1"/>
        <p:cNvGrpSpPr/>
        <p:nvPr/>
      </p:nvGrpSpPr>
      <p:grpSpPr>
        <a:xfrm>
          <a:off x="0" y="0"/>
          <a:ext cx="0" cy="0"/>
          <a:chOff x="0" y="0"/>
          <a:chExt cx="0" cy="0"/>
        </a:xfrm>
      </p:grpSpPr>
      <p:sp>
        <p:nvSpPr>
          <p:cNvPr id="1062" name="Google Shape;1062;gef74848014_2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3" name="Google Shape;1063;gef74848014_2_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66"/>
        <p:cNvGrpSpPr/>
        <p:nvPr/>
      </p:nvGrpSpPr>
      <p:grpSpPr>
        <a:xfrm>
          <a:off x="0" y="0"/>
          <a:ext cx="0" cy="0"/>
          <a:chOff x="0" y="0"/>
          <a:chExt cx="0" cy="0"/>
        </a:xfrm>
      </p:grpSpPr>
      <p:sp>
        <p:nvSpPr>
          <p:cNvPr id="1067" name="Google Shape;1067;gef74848014_2_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8" name="Google Shape;1068;gef74848014_2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1"/>
        <p:cNvGrpSpPr/>
        <p:nvPr/>
      </p:nvGrpSpPr>
      <p:grpSpPr>
        <a:xfrm>
          <a:off x="0" y="0"/>
          <a:ext cx="0" cy="0"/>
          <a:chOff x="0" y="0"/>
          <a:chExt cx="0" cy="0"/>
        </a:xfrm>
      </p:grpSpPr>
      <p:sp>
        <p:nvSpPr>
          <p:cNvPr id="1072" name="Google Shape;1072;gef74848014_2_3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3" name="Google Shape;1073;gef74848014_2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76"/>
        <p:cNvGrpSpPr/>
        <p:nvPr/>
      </p:nvGrpSpPr>
      <p:grpSpPr>
        <a:xfrm>
          <a:off x="0" y="0"/>
          <a:ext cx="0" cy="0"/>
          <a:chOff x="0" y="0"/>
          <a:chExt cx="0" cy="0"/>
        </a:xfrm>
      </p:grpSpPr>
      <p:sp>
        <p:nvSpPr>
          <p:cNvPr id="1077" name="Google Shape;1077;gef74848014_2_4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8" name="Google Shape;1078;gef74848014_2_4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1"/>
        <p:cNvGrpSpPr/>
        <p:nvPr/>
      </p:nvGrpSpPr>
      <p:grpSpPr>
        <a:xfrm>
          <a:off x="0" y="0"/>
          <a:ext cx="0" cy="0"/>
          <a:chOff x="0" y="0"/>
          <a:chExt cx="0" cy="0"/>
        </a:xfrm>
      </p:grpSpPr>
      <p:sp>
        <p:nvSpPr>
          <p:cNvPr id="1082" name="Google Shape;1082;gef74848014_2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3" name="Google Shape;1083;gef74848014_2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p:cNvGrpSpPr/>
        <p:nvPr/>
      </p:nvGrpSpPr>
      <p:grpSpPr>
        <a:xfrm>
          <a:off x="0" y="0"/>
          <a:ext cx="0" cy="0"/>
          <a:chOff x="0" y="0"/>
          <a:chExt cx="0" cy="0"/>
        </a:xfrm>
      </p:grpSpPr>
      <p:sp>
        <p:nvSpPr>
          <p:cNvPr id="1087" name="Google Shape;1087;gef74848014_2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8" name="Google Shape;1088;gef74848014_2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86">
          <a:extLst>
            <a:ext uri="{FF2B5EF4-FFF2-40B4-BE49-F238E27FC236}">
              <a16:creationId xmlns:a16="http://schemas.microsoft.com/office/drawing/2014/main" id="{2F93D457-EFEA-28E5-8438-BE50A186EA23}"/>
            </a:ext>
          </a:extLst>
        </p:cNvPr>
        <p:cNvGrpSpPr/>
        <p:nvPr/>
      </p:nvGrpSpPr>
      <p:grpSpPr>
        <a:xfrm>
          <a:off x="0" y="0"/>
          <a:ext cx="0" cy="0"/>
          <a:chOff x="0" y="0"/>
          <a:chExt cx="0" cy="0"/>
        </a:xfrm>
      </p:grpSpPr>
      <p:sp>
        <p:nvSpPr>
          <p:cNvPr id="1087" name="Google Shape;1087;gef74848014_2_49:notes">
            <a:extLst>
              <a:ext uri="{FF2B5EF4-FFF2-40B4-BE49-F238E27FC236}">
                <a16:creationId xmlns:a16="http://schemas.microsoft.com/office/drawing/2014/main" id="{36686A03-7A63-6E90-9B22-D7450E32E4B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88" name="Google Shape;1088;gef74848014_2_49:notes">
            <a:extLst>
              <a:ext uri="{FF2B5EF4-FFF2-40B4-BE49-F238E27FC236}">
                <a16:creationId xmlns:a16="http://schemas.microsoft.com/office/drawing/2014/main" id="{C5C30C90-C910-DEA8-00C2-4FB22CA9218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462013604"/>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1"/>
        <p:cNvGrpSpPr/>
        <p:nvPr/>
      </p:nvGrpSpPr>
      <p:grpSpPr>
        <a:xfrm>
          <a:off x="0" y="0"/>
          <a:ext cx="0" cy="0"/>
          <a:chOff x="0" y="0"/>
          <a:chExt cx="0" cy="0"/>
        </a:xfrm>
      </p:grpSpPr>
      <p:sp>
        <p:nvSpPr>
          <p:cNvPr id="1092" name="Google Shape;1092;g15315c3a6c0_9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3" name="Google Shape;1093;g15315c3a6c0_9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96"/>
        <p:cNvGrpSpPr/>
        <p:nvPr/>
      </p:nvGrpSpPr>
      <p:grpSpPr>
        <a:xfrm>
          <a:off x="0" y="0"/>
          <a:ext cx="0" cy="0"/>
          <a:chOff x="0" y="0"/>
          <a:chExt cx="0" cy="0"/>
        </a:xfrm>
      </p:grpSpPr>
      <p:sp>
        <p:nvSpPr>
          <p:cNvPr id="1097" name="Google Shape;1097;g152b199c420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98" name="Google Shape;1098;g152b199c420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dk1"/>
              </a:buClr>
              <a:buSzPts val="1800"/>
              <a:buChar char="●"/>
              <a:defRPr>
                <a:solidFill>
                  <a:schemeClr val="dk1"/>
                </a:solidFill>
              </a:defRPr>
            </a:lvl1pPr>
            <a:lvl2pPr marL="914400" lvl="1" indent="-317500">
              <a:spcBef>
                <a:spcPts val="1600"/>
              </a:spcBef>
              <a:spcAft>
                <a:spcPts val="0"/>
              </a:spcAft>
              <a:buClr>
                <a:schemeClr val="dk1"/>
              </a:buClr>
              <a:buSzPts val="1400"/>
              <a:buChar char="○"/>
              <a:defRPr>
                <a:solidFill>
                  <a:schemeClr val="dk1"/>
                </a:solidFill>
              </a:defRPr>
            </a:lvl2pPr>
            <a:lvl3pPr marL="1371600" lvl="2" indent="-317500">
              <a:spcBef>
                <a:spcPts val="1600"/>
              </a:spcBef>
              <a:spcAft>
                <a:spcPts val="0"/>
              </a:spcAft>
              <a:buClr>
                <a:schemeClr val="dk1"/>
              </a:buClr>
              <a:buSzPts val="1400"/>
              <a:buChar char="■"/>
              <a:defRPr>
                <a:solidFill>
                  <a:schemeClr val="dk1"/>
                </a:solidFill>
              </a:defRPr>
            </a:lvl3pPr>
            <a:lvl4pPr marL="1828800" lvl="3" indent="-317500">
              <a:spcBef>
                <a:spcPts val="1600"/>
              </a:spcBef>
              <a:spcAft>
                <a:spcPts val="0"/>
              </a:spcAft>
              <a:buClr>
                <a:schemeClr val="dk1"/>
              </a:buClr>
              <a:buSzPts val="1400"/>
              <a:buChar char="●"/>
              <a:defRPr>
                <a:solidFill>
                  <a:schemeClr val="dk1"/>
                </a:solidFill>
              </a:defRPr>
            </a:lvl4pPr>
            <a:lvl5pPr marL="2286000" lvl="4" indent="-317500">
              <a:spcBef>
                <a:spcPts val="1600"/>
              </a:spcBef>
              <a:spcAft>
                <a:spcPts val="0"/>
              </a:spcAft>
              <a:buClr>
                <a:schemeClr val="dk1"/>
              </a:buClr>
              <a:buSzPts val="1400"/>
              <a:buChar char="○"/>
              <a:defRPr>
                <a:solidFill>
                  <a:schemeClr val="dk1"/>
                </a:solidFill>
              </a:defRPr>
            </a:lvl5pPr>
            <a:lvl6pPr marL="2743200" lvl="5" indent="-317500">
              <a:spcBef>
                <a:spcPts val="1600"/>
              </a:spcBef>
              <a:spcAft>
                <a:spcPts val="0"/>
              </a:spcAft>
              <a:buClr>
                <a:schemeClr val="dk1"/>
              </a:buClr>
              <a:buSzPts val="1400"/>
              <a:buChar char="■"/>
              <a:defRPr>
                <a:solidFill>
                  <a:schemeClr val="dk1"/>
                </a:solidFill>
              </a:defRPr>
            </a:lvl6pPr>
            <a:lvl7pPr marL="3200400" lvl="6" indent="-317500">
              <a:spcBef>
                <a:spcPts val="1600"/>
              </a:spcBef>
              <a:spcAft>
                <a:spcPts val="0"/>
              </a:spcAft>
              <a:buClr>
                <a:schemeClr val="dk1"/>
              </a:buClr>
              <a:buSzPts val="1400"/>
              <a:buChar char="●"/>
              <a:defRPr>
                <a:solidFill>
                  <a:schemeClr val="dk1"/>
                </a:solidFill>
              </a:defRPr>
            </a:lvl7pPr>
            <a:lvl8pPr marL="3657600" lvl="7" indent="-317500">
              <a:spcBef>
                <a:spcPts val="1600"/>
              </a:spcBef>
              <a:spcAft>
                <a:spcPts val="0"/>
              </a:spcAft>
              <a:buClr>
                <a:schemeClr val="dk1"/>
              </a:buClr>
              <a:buSzPts val="1400"/>
              <a:buChar char="○"/>
              <a:defRPr>
                <a:solidFill>
                  <a:schemeClr val="dk1"/>
                </a:solidFill>
              </a:defRPr>
            </a:lvl8pPr>
            <a:lvl9pPr marL="4114800" lvl="8" indent="-317500">
              <a:spcBef>
                <a:spcPts val="1600"/>
              </a:spcBef>
              <a:spcAft>
                <a:spcPts val="1600"/>
              </a:spcAft>
              <a:buClr>
                <a:schemeClr val="dk1"/>
              </a:buClr>
              <a:buSzPts val="1400"/>
              <a:buChar char="■"/>
              <a:defRPr>
                <a:solidFill>
                  <a:schemeClr val="dk1"/>
                </a:solidFill>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dark-2">
    <p:bg>
      <p:bgPr>
        <a:solidFill>
          <a:srgbClr val="000000"/>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lt2"/>
              </a:buClr>
              <a:buSzPts val="1800"/>
              <a:buChar char="●"/>
              <a:defRPr sz="1800">
                <a:solidFill>
                  <a:schemeClr val="lt2"/>
                </a:solidFill>
              </a:defRPr>
            </a:lvl1pPr>
            <a:lvl2pPr marL="914400" lvl="1" indent="-317500">
              <a:lnSpc>
                <a:spcPct val="115000"/>
              </a:lnSpc>
              <a:spcBef>
                <a:spcPts val="1600"/>
              </a:spcBef>
              <a:spcAft>
                <a:spcPts val="0"/>
              </a:spcAft>
              <a:buClr>
                <a:schemeClr val="lt2"/>
              </a:buClr>
              <a:buSzPts val="1400"/>
              <a:buChar char="○"/>
              <a:defRPr>
                <a:solidFill>
                  <a:schemeClr val="lt2"/>
                </a:solidFill>
              </a:defRPr>
            </a:lvl2pPr>
            <a:lvl3pPr marL="1371600" lvl="2" indent="-317500">
              <a:lnSpc>
                <a:spcPct val="115000"/>
              </a:lnSpc>
              <a:spcBef>
                <a:spcPts val="1600"/>
              </a:spcBef>
              <a:spcAft>
                <a:spcPts val="0"/>
              </a:spcAft>
              <a:buClr>
                <a:schemeClr val="lt2"/>
              </a:buClr>
              <a:buSzPts val="1400"/>
              <a:buChar char="■"/>
              <a:defRPr>
                <a:solidFill>
                  <a:schemeClr val="lt2"/>
                </a:solidFill>
              </a:defRPr>
            </a:lvl3pPr>
            <a:lvl4pPr marL="1828800" lvl="3" indent="-317500">
              <a:lnSpc>
                <a:spcPct val="115000"/>
              </a:lnSpc>
              <a:spcBef>
                <a:spcPts val="1600"/>
              </a:spcBef>
              <a:spcAft>
                <a:spcPts val="0"/>
              </a:spcAft>
              <a:buClr>
                <a:schemeClr val="lt2"/>
              </a:buClr>
              <a:buSzPts val="1400"/>
              <a:buChar char="●"/>
              <a:defRPr>
                <a:solidFill>
                  <a:schemeClr val="lt2"/>
                </a:solidFill>
              </a:defRPr>
            </a:lvl4pPr>
            <a:lvl5pPr marL="2286000" lvl="4" indent="-317500">
              <a:lnSpc>
                <a:spcPct val="115000"/>
              </a:lnSpc>
              <a:spcBef>
                <a:spcPts val="1600"/>
              </a:spcBef>
              <a:spcAft>
                <a:spcPts val="0"/>
              </a:spcAft>
              <a:buClr>
                <a:schemeClr val="lt2"/>
              </a:buClr>
              <a:buSzPts val="1400"/>
              <a:buChar char="○"/>
              <a:defRPr>
                <a:solidFill>
                  <a:schemeClr val="lt2"/>
                </a:solidFill>
              </a:defRPr>
            </a:lvl5pPr>
            <a:lvl6pPr marL="2743200" lvl="5" indent="-317500">
              <a:lnSpc>
                <a:spcPct val="115000"/>
              </a:lnSpc>
              <a:spcBef>
                <a:spcPts val="1600"/>
              </a:spcBef>
              <a:spcAft>
                <a:spcPts val="0"/>
              </a:spcAft>
              <a:buClr>
                <a:schemeClr val="lt2"/>
              </a:buClr>
              <a:buSzPts val="1400"/>
              <a:buChar char="■"/>
              <a:defRPr>
                <a:solidFill>
                  <a:schemeClr val="lt2"/>
                </a:solidFill>
              </a:defRPr>
            </a:lvl6pPr>
            <a:lvl7pPr marL="3200400" lvl="6" indent="-317500">
              <a:lnSpc>
                <a:spcPct val="115000"/>
              </a:lnSpc>
              <a:spcBef>
                <a:spcPts val="1600"/>
              </a:spcBef>
              <a:spcAft>
                <a:spcPts val="0"/>
              </a:spcAft>
              <a:buClr>
                <a:schemeClr val="lt2"/>
              </a:buClr>
              <a:buSzPts val="1400"/>
              <a:buChar char="●"/>
              <a:defRPr>
                <a:solidFill>
                  <a:schemeClr val="lt2"/>
                </a:solidFill>
              </a:defRPr>
            </a:lvl7pPr>
            <a:lvl8pPr marL="3657600" lvl="7" indent="-317500">
              <a:lnSpc>
                <a:spcPct val="115000"/>
              </a:lnSpc>
              <a:spcBef>
                <a:spcPts val="1600"/>
              </a:spcBef>
              <a:spcAft>
                <a:spcPts val="0"/>
              </a:spcAft>
              <a:buClr>
                <a:schemeClr val="lt2"/>
              </a:buClr>
              <a:buSzPts val="1400"/>
              <a:buChar char="○"/>
              <a:defRPr>
                <a:solidFill>
                  <a:schemeClr val="lt2"/>
                </a:solidFill>
              </a:defRPr>
            </a:lvl8pPr>
            <a:lvl9pPr marL="4114800" lvl="8" indent="-317500">
              <a:lnSpc>
                <a:spcPct val="115000"/>
              </a:lnSpc>
              <a:spcBef>
                <a:spcPts val="1600"/>
              </a:spcBef>
              <a:spcAft>
                <a:spcPts val="1600"/>
              </a:spcAft>
              <a:buClr>
                <a:schemeClr val="lt2"/>
              </a:buClr>
              <a:buSzPts val="1400"/>
              <a:buChar char="■"/>
              <a:defRPr>
                <a:solidFill>
                  <a:schemeClr val="lt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0.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59.xml"/><Relationship Id="rId1" Type="http://schemas.openxmlformats.org/officeDocument/2006/relationships/slideLayout" Target="../slideLayouts/slideLayout10.xml"/></Relationships>
</file>

<file path=ppt/slides/_rels/slide6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0.xml"/><Relationship Id="rId1" Type="http://schemas.openxmlformats.org/officeDocument/2006/relationships/slideLayout" Target="../slideLayouts/slideLayout10.xml"/></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10.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10.xml"/></Relationships>
</file>

<file path=ppt/slides/_rels/slide6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3.xml"/><Relationship Id="rId1" Type="http://schemas.openxmlformats.org/officeDocument/2006/relationships/slideLayout" Target="../slideLayouts/slideLayout10.xml"/></Relationships>
</file>

<file path=ppt/slides/_rels/slide6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1.xml"/><Relationship Id="rId1" Type="http://schemas.openxmlformats.org/officeDocument/2006/relationships/slideLayout" Target="../slideLayouts/slideLayout10.xml"/></Relationships>
</file>

<file path=ppt/slides/_rels/slide7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2.xml"/><Relationship Id="rId1" Type="http://schemas.openxmlformats.org/officeDocument/2006/relationships/slideLayout" Target="../slideLayouts/slideLayout10.xml"/></Relationships>
</file>

<file path=ppt/slides/_rels/slide7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3.xml"/><Relationship Id="rId1" Type="http://schemas.openxmlformats.org/officeDocument/2006/relationships/slideLayout" Target="../slideLayouts/slideLayout10.xml"/></Relationships>
</file>

<file path=ppt/slides/_rels/slide7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4.xml"/><Relationship Id="rId1" Type="http://schemas.openxmlformats.org/officeDocument/2006/relationships/slideLayout" Target="../slideLayouts/slideLayout10.xml"/></Relationships>
</file>

<file path=ppt/slides/_rels/slide7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5.xml"/><Relationship Id="rId1" Type="http://schemas.openxmlformats.org/officeDocument/2006/relationships/slideLayout" Target="../slideLayouts/slideLayout10.xml"/></Relationships>
</file>

<file path=ppt/slides/_rels/slide7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6.xml"/><Relationship Id="rId1" Type="http://schemas.openxmlformats.org/officeDocument/2006/relationships/slideLayout" Target="../slideLayouts/slideLayout10.xml"/></Relationships>
</file>

<file path=ppt/slides/_rels/slide7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7.xml"/><Relationship Id="rId1" Type="http://schemas.openxmlformats.org/officeDocument/2006/relationships/slideLayout" Target="../slideLayouts/slideLayout10.xml"/></Relationships>
</file>

<file path=ppt/slides/_rels/slide7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8.xml"/><Relationship Id="rId1" Type="http://schemas.openxmlformats.org/officeDocument/2006/relationships/slideLayout" Target="../slideLayouts/slideLayout10.xml"/></Relationships>
</file>

<file path=ppt/slides/_rels/slide7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9.xml"/><Relationship Id="rId1" Type="http://schemas.openxmlformats.org/officeDocument/2006/relationships/slideLayout" Target="../slideLayouts/slideLayout10.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10.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0.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10.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10.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10.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10.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10.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10.xml"/></Relationships>
</file>

<file path=ppt/slides/_rels/slide9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3.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10.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10.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10.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10.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10.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10.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10.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10.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10.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10.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10.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10.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0.xml"/><Relationship Id="rId1" Type="http://schemas.openxmlformats.org/officeDocument/2006/relationships/slideLayout" Target="../slideLayouts/slideLayout10.xml"/></Relationships>
</file>

<file path=ppt/slides/_rels/slide1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1.xml"/><Relationship Id="rId1" Type="http://schemas.openxmlformats.org/officeDocument/2006/relationships/slideLayout" Target="../slideLayouts/slideLayout10.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10.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10.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10.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10.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2" Type="http://schemas.openxmlformats.org/officeDocument/2006/relationships/notesSlide" Target="../notesSlides/notesSlide118.xml"/><Relationship Id="rId1" Type="http://schemas.openxmlformats.org/officeDocument/2006/relationships/slideLayout" Target="../slideLayouts/slideLayout10.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10.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3" Type="http://schemas.openxmlformats.org/officeDocument/2006/relationships/hyperlink" Target="https://manual.cs50.io/#string.h" TargetMode="External"/><Relationship Id="rId2" Type="http://schemas.openxmlformats.org/officeDocument/2006/relationships/notesSlide" Target="../notesSlides/notesSlide122.xml"/><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3" Type="http://schemas.openxmlformats.org/officeDocument/2006/relationships/hyperlink" Target="https://manual.cs50.io/#ctype.h" TargetMode="External"/><Relationship Id="rId2" Type="http://schemas.openxmlformats.org/officeDocument/2006/relationships/notesSlide" Target="../notesSlides/notesSlide125.xml"/><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6.xml"/><Relationship Id="rId1" Type="http://schemas.openxmlformats.org/officeDocument/2006/relationships/slideLayout" Target="../slideLayouts/slideLayout10.xml"/></Relationships>
</file>

<file path=ppt/slides/_rels/slide12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7.xml"/><Relationship Id="rId1" Type="http://schemas.openxmlformats.org/officeDocument/2006/relationships/slideLayout" Target="../slideLayouts/slideLayout10.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33.xml"/><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34.xml"/><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5.xml"/><Relationship Id="rId1" Type="http://schemas.openxmlformats.org/officeDocument/2006/relationships/slideLayout" Target="../slideLayouts/slideLayout10.xml"/></Relationships>
</file>

<file path=ppt/slides/_rels/slide1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6.xml"/><Relationship Id="rId1" Type="http://schemas.openxmlformats.org/officeDocument/2006/relationships/slideLayout" Target="../slideLayouts/slideLayout10.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6.xml"/><Relationship Id="rId1" Type="http://schemas.openxmlformats.org/officeDocument/2006/relationships/slideLayout" Target="../slideLayouts/slideLayout10.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2" name="TextBox 1">
            <a:extLst>
              <a:ext uri="{FF2B5EF4-FFF2-40B4-BE49-F238E27FC236}">
                <a16:creationId xmlns:a16="http://schemas.microsoft.com/office/drawing/2014/main" id="{84173A6F-4EC9-0550-300D-49127A29314F}"/>
              </a:ext>
            </a:extLst>
          </p:cNvPr>
          <p:cNvSpPr txBox="1"/>
          <p:nvPr/>
        </p:nvSpPr>
        <p:spPr>
          <a:xfrm>
            <a:off x="921001" y="2110085"/>
            <a:ext cx="7301999" cy="92333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5400" dirty="0">
                <a:solidFill>
                  <a:schemeClr val="tx1"/>
                </a:solidFill>
              </a:rPr>
              <a:t>Computing Technology</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9"/>
        <p:cNvGrpSpPr/>
        <p:nvPr/>
      </p:nvGrpSpPr>
      <p:grpSpPr>
        <a:xfrm>
          <a:off x="0" y="0"/>
          <a:ext cx="0" cy="0"/>
          <a:chOff x="0" y="0"/>
          <a:chExt cx="0" cy="0"/>
        </a:xfrm>
      </p:grpSpPr>
      <p:sp>
        <p:nvSpPr>
          <p:cNvPr id="70" name="Google Shape;70;p1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reading levels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Shape 74"/>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8"/>
        <p:cNvGrpSpPr/>
        <p:nvPr/>
      </p:nvGrpSpPr>
      <p:grpSpPr>
        <a:xfrm>
          <a:off x="0" y="0"/>
          <a:ext cx="0" cy="0"/>
          <a:chOff x="0" y="0"/>
          <a:chExt cx="0" cy="0"/>
        </a:xfrm>
      </p:grpSpPr>
      <p:sp>
        <p:nvSpPr>
          <p:cNvPr id="79" name="Google Shape;79;p1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t>One fish. Two fish. Red fish. Blue fish.</a:t>
            </a:r>
            <a:endParaRPr sz="25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Before Grade 1</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Shape 88"/>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2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t>Congratulations! Today is your day. You're off to Great Places! You're off and away!</a:t>
            </a:r>
            <a:endParaRPr sz="25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97"/>
        <p:cNvGrpSpPr/>
        <p:nvPr/>
      </p:nvGrpSpPr>
      <p:grpSpPr>
        <a:xfrm>
          <a:off x="0" y="0"/>
          <a:ext cx="0" cy="0"/>
          <a:chOff x="0" y="0"/>
          <a:chExt cx="0" cy="0"/>
        </a:xfrm>
      </p:grpSpPr>
      <p:sp>
        <p:nvSpPr>
          <p:cNvPr id="98" name="Google Shape;98;p2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Grade 3</a:t>
            </a: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Shape 102"/>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06"/>
        <p:cNvGrpSpPr/>
        <p:nvPr/>
      </p:nvGrpSpPr>
      <p:grpSpPr>
        <a:xfrm>
          <a:off x="0" y="0"/>
          <a:ext cx="0" cy="0"/>
          <a:chOff x="0" y="0"/>
          <a:chExt cx="0" cy="0"/>
        </a:xfrm>
      </p:grpSpPr>
      <p:sp>
        <p:nvSpPr>
          <p:cNvPr id="107" name="Google Shape;107;p2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500"/>
              <a:t>It was a bright cold day in April, and the clocks were striking thirteen. Winston Smith, his chin nuzzled into his breast in an effort to escape the vile wind, slipped quickly through the glass doors of Victory Mansions, though not quickly enough to prevent a swirl of gritty dust from entering along with him.</a:t>
            </a:r>
            <a:endParaRPr sz="25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1"/>
        <p:cNvGrpSpPr/>
        <p:nvPr/>
      </p:nvGrpSpPr>
      <p:grpSpPr>
        <a:xfrm>
          <a:off x="0" y="0"/>
          <a:ext cx="0" cy="0"/>
          <a:chOff x="0" y="0"/>
          <a:chExt cx="0" cy="0"/>
        </a:xfrm>
      </p:grpSpPr>
      <p:sp>
        <p:nvSpPr>
          <p:cNvPr id="112" name="Google Shape;112;p2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Grade 10</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2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reading levels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cryptography</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Consolas"/>
                <a:ea typeface="Consolas"/>
                <a:cs typeface="Consolas"/>
                <a:sym typeface="Consolas"/>
              </a:rPr>
              <a:t>J    M  P  X  F    D</a:t>
            </a:r>
            <a:endParaRPr dirty="0">
              <a:latin typeface="Consolas"/>
              <a:ea typeface="Consolas"/>
              <a:cs typeface="Consolas"/>
              <a:sym typeface="Consola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sp>
        <p:nvSpPr>
          <p:cNvPr id="132" name="Google Shape;132;p2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Consolas"/>
                <a:ea typeface="Consolas"/>
                <a:cs typeface="Consolas"/>
                <a:sym typeface="Consolas"/>
              </a:rPr>
              <a:t>I    L  O  V  E    C</a:t>
            </a:r>
            <a:endParaRPr dirty="0">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36"/>
        <p:cNvGrpSpPr/>
        <p:nvPr/>
      </p:nvGrpSpPr>
      <p:grpSpPr>
        <a:xfrm>
          <a:off x="0" y="0"/>
          <a:ext cx="0" cy="0"/>
          <a:chOff x="0" y="0"/>
          <a:chExt cx="0" cy="0"/>
        </a:xfrm>
      </p:grpSpPr>
      <p:sp>
        <p:nvSpPr>
          <p:cNvPr id="137" name="Google Shape;137;p30"/>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8" name="Google Shape;138;p30"/>
          <p:cNvSpPr txBox="1"/>
          <p:nvPr/>
        </p:nvSpPr>
        <p:spPr>
          <a:xfrm>
            <a:off x="82525" y="2195550"/>
            <a:ext cx="31269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900">
                <a:solidFill>
                  <a:srgbClr val="FFFFFF"/>
                </a:solidFill>
              </a:rPr>
              <a:t>source code</a:t>
            </a:r>
            <a:r>
              <a:rPr lang="en" sz="3600">
                <a:solidFill>
                  <a:srgbClr val="FFFFFF"/>
                </a:solidFill>
              </a:rPr>
              <a:t> →  </a:t>
            </a:r>
            <a:endParaRPr sz="3600">
              <a:solidFill>
                <a:srgbClr val="FFFFFF"/>
              </a:solidFill>
            </a:endParaRPr>
          </a:p>
        </p:txBody>
      </p:sp>
      <p:sp>
        <p:nvSpPr>
          <p:cNvPr id="139" name="Google Shape;139;p30"/>
          <p:cNvSpPr txBox="1"/>
          <p:nvPr/>
        </p:nvSpPr>
        <p:spPr>
          <a:xfrm>
            <a:off x="5886047" y="2195550"/>
            <a:ext cx="32580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900">
                <a:solidFill>
                  <a:srgbClr val="FFFFFF"/>
                </a:solidFill>
              </a:rPr>
              <a:t>machine code</a:t>
            </a:r>
            <a:endParaRPr sz="2900">
              <a:solidFill>
                <a:srgbClr val="FFFFFF"/>
              </a:solidFill>
            </a:endParaRPr>
          </a:p>
        </p:txBody>
      </p:sp>
      <p:sp>
        <p:nvSpPr>
          <p:cNvPr id="140" name="Google Shape;140;p3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900"/>
              <a:t>compiler</a:t>
            </a:r>
            <a:endParaRPr sz="29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txBox="1">
            <a:spLocks noGrp="1"/>
          </p:cNvSpPr>
          <p:nvPr>
            <p:ph type="body" idx="1"/>
          </p:nvPr>
        </p:nvSpPr>
        <p:spPr>
          <a:xfrm>
            <a:off x="2608950" y="1456200"/>
            <a:ext cx="3926100" cy="22311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world\n");</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32"/>
          <p:cNvSpPr txBox="1"/>
          <p:nvPr/>
        </p:nvSpPr>
        <p:spPr>
          <a:xfrm>
            <a:off x="0" y="1072350"/>
            <a:ext cx="9144000" cy="2998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800">
                <a:solidFill>
                  <a:srgbClr val="FFFFFF"/>
                </a:solidFill>
                <a:latin typeface="Consolas"/>
                <a:ea typeface="Consolas"/>
                <a:cs typeface="Consolas"/>
                <a:sym typeface="Consolas"/>
              </a:rPr>
              <a:t>01111111 01000101 01001100 01000110 00000010 00000001 00000001 00000000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00000010 00000000 00111110 00000000 00000001 00000000 00000000 00000000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10110000 00000101 01000000 00000000 00000000 00000000 00000000 00000000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11010000 00010011 00000000 00000000 00000000 00000000 00000000 00000000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00000000 00000000 00000000 00000000 01000000 00000000 00111000 00000000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00001001 00000000 01000000 00000000 00100100 00000000 00100001 00000000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00000110 00000000 00000000 00000000 00000101 00000000 00000000 00000000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01000000 00000000 01000000 00000000 00000000 00000000 00000000 00000000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11111000 00000001 00000000 00000000 00000000 00000000 00000000 00000000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11111000 00000001 00000000 00000000 00000000 00000000 00000000 00000000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00001000 00000000 00000000 00000000 00000000 00000000 00000000 00000000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00000011 00000000 00000000 00000000 00000100 00000000 00000000 00000000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00111000 00000010 00000000 00000000 00000000 00000000 00000000 00000000</a:t>
            </a:r>
            <a:br>
              <a:rPr lang="en" sz="1800">
                <a:solidFill>
                  <a:srgbClr val="FFFFFF"/>
                </a:solidFill>
                <a:latin typeface="Consolas"/>
                <a:ea typeface="Consolas"/>
                <a:cs typeface="Consolas"/>
                <a:sym typeface="Consolas"/>
              </a:rPr>
            </a:br>
            <a:r>
              <a:rPr lang="en" sz="1800">
                <a:solidFill>
                  <a:srgbClr val="FFFFFF"/>
                </a:solidFill>
                <a:latin typeface="Consolas"/>
                <a:ea typeface="Consolas"/>
                <a:cs typeface="Consolas"/>
                <a:sym typeface="Consolas"/>
              </a:rPr>
              <a:t>...</a:t>
            </a:r>
            <a:endParaRPr sz="1800">
              <a:solidFill>
                <a:srgbClr val="FFFFFF"/>
              </a:solidFill>
              <a:latin typeface="Consolas"/>
              <a:ea typeface="Consolas"/>
              <a:cs typeface="Consolas"/>
              <a:sym typeface="Consolas"/>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33"/>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make hello</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59"/>
        <p:cNvGrpSpPr/>
        <p:nvPr/>
      </p:nvGrpSpPr>
      <p:grpSpPr>
        <a:xfrm>
          <a:off x="0" y="0"/>
          <a:ext cx="0" cy="0"/>
          <a:chOff x="0" y="0"/>
          <a:chExt cx="0" cy="0"/>
        </a:xfrm>
      </p:grpSpPr>
      <p:sp>
        <p:nvSpPr>
          <p:cNvPr id="160" name="Google Shape;160;p34"/>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clang hello.c</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./a.out</a:t>
            </a:r>
            <a:endParaRPr>
              <a:solidFill>
                <a:srgbClr val="FFFFFF"/>
              </a:solidFill>
              <a:latin typeface="Consolas"/>
              <a:ea typeface="Consolas"/>
              <a:cs typeface="Consolas"/>
              <a:sym typeface="Consola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3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clang -o hello hello.c</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36"/>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world\n");</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37"/>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&lt;cs50.h&gt;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3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clang -o hello hello.c -lcs50</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3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make hello</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./hello</a:t>
            </a:r>
            <a:endParaRPr>
              <a:solidFill>
                <a:srgbClr val="FFFFFF"/>
              </a:solidFill>
              <a:latin typeface="Consolas"/>
              <a:ea typeface="Consolas"/>
              <a:cs typeface="Consolas"/>
              <a:sym typeface="Consola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89"/>
        <p:cNvGrpSpPr/>
        <p:nvPr/>
      </p:nvGrpSpPr>
      <p:grpSpPr>
        <a:xfrm>
          <a:off x="0" y="0"/>
          <a:ext cx="0" cy="0"/>
          <a:chOff x="0" y="0"/>
          <a:chExt cx="0" cy="0"/>
        </a:xfrm>
      </p:grpSpPr>
      <p:sp>
        <p:nvSpPr>
          <p:cNvPr id="190" name="Google Shape;190;p40"/>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endParaRPr>
              <a:solidFill>
                <a:srgbClr val="FFFFFF"/>
              </a:solidFill>
            </a:endParaRPr>
          </a:p>
          <a:p>
            <a:pPr marL="0" lvl="0" indent="0" algn="l" rtl="0">
              <a:spcBef>
                <a:spcPts val="1600"/>
              </a:spcBef>
              <a:spcAft>
                <a:spcPts val="1600"/>
              </a:spcAft>
              <a:buNone/>
            </a:pPr>
            <a:endParaRPr>
              <a:solidFill>
                <a:srgbClr val="FFFFFF"/>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4"/>
        <p:cNvGrpSpPr/>
        <p:nvPr/>
      </p:nvGrpSpPr>
      <p:grpSpPr>
        <a:xfrm>
          <a:off x="0" y="0"/>
          <a:ext cx="0" cy="0"/>
          <a:chOff x="0" y="0"/>
          <a:chExt cx="0" cy="0"/>
        </a:xfrm>
      </p:grpSpPr>
      <p:sp>
        <p:nvSpPr>
          <p:cNvPr id="195" name="Google Shape;195;p41"/>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42"/>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000000"/>
                </a:solidFill>
                <a:highlight>
                  <a:schemeClr val="dk1"/>
                </a:highlight>
              </a:rPr>
              <a:t>preprocessing</a:t>
            </a:r>
            <a:endParaRPr>
              <a:solidFill>
                <a:srgbClr val="000000"/>
              </a:solidFill>
              <a:highlight>
                <a:schemeClr val="dk1"/>
              </a:highlight>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sp>
        <p:nvSpPr>
          <p:cNvPr id="205" name="Google Shape;205;p43"/>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void meow(void);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for (int i = 0; i &lt; 3; i++)</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meow();</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void meow(void)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printf("meow\n");</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09"/>
        <p:cNvGrpSpPr/>
        <p:nvPr/>
      </p:nvGrpSpPr>
      <p:grpSpPr>
        <a:xfrm>
          <a:off x="0" y="0"/>
          <a:ext cx="0" cy="0"/>
          <a:chOff x="0" y="0"/>
          <a:chExt cx="0" cy="0"/>
        </a:xfrm>
      </p:grpSpPr>
      <p:sp>
        <p:nvSpPr>
          <p:cNvPr id="210" name="Google Shape;210;p44"/>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void meow(void);</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for (int i = 0; i &lt; 3; i++)</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meow();</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void meow(void)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printf("meow\n");</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45"/>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&lt;cs50.h&gt;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46"/>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#include &lt;cs50.h&gt;</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47"/>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string get_string(string prompt);</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chemeClr val="dk1"/>
                </a:solidFill>
                <a:latin typeface="Consolas"/>
                <a:ea typeface="Consolas"/>
                <a:cs typeface="Consolas"/>
                <a:sym typeface="Consolas"/>
              </a:rPr>
              <a:t>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48"/>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string get_string(string prompt);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#include &lt;stdio.h&gt;</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chemeClr val="dk1"/>
                </a:solidFill>
                <a:latin typeface="Consolas"/>
                <a:ea typeface="Consolas"/>
                <a:cs typeface="Consolas"/>
                <a:sym typeface="Consolas"/>
              </a:rPr>
              <a:t>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34"/>
        <p:cNvGrpSpPr/>
        <p:nvPr/>
      </p:nvGrpSpPr>
      <p:grpSpPr>
        <a:xfrm>
          <a:off x="0" y="0"/>
          <a:ext cx="0" cy="0"/>
          <a:chOff x="0" y="0"/>
          <a:chExt cx="0" cy="0"/>
        </a:xfrm>
      </p:grpSpPr>
      <p:sp>
        <p:nvSpPr>
          <p:cNvPr id="235" name="Google Shape;235;p49"/>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string get_string(string prompt);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int printf(string format, ...);</a:t>
            </a:r>
            <a:endParaRPr>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chemeClr val="dk1"/>
                </a:solidFill>
                <a:latin typeface="Consolas"/>
                <a:ea typeface="Consolas"/>
                <a:cs typeface="Consolas"/>
                <a:sym typeface="Consolas"/>
              </a:rPr>
              <a:t>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50"/>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000000"/>
                </a:solidFill>
                <a:highlight>
                  <a:schemeClr val="dk1"/>
                </a:highlight>
              </a:rPr>
              <a:t>compiling</a:t>
            </a:r>
            <a:endParaRPr>
              <a:solidFill>
                <a:srgbClr val="000000"/>
              </a:solidFill>
              <a:highlight>
                <a:schemeClr val="dk1"/>
              </a:highlight>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44"/>
        <p:cNvGrpSpPr/>
        <p:nvPr/>
      </p:nvGrpSpPr>
      <p:grpSpPr>
        <a:xfrm>
          <a:off x="0" y="0"/>
          <a:ext cx="0" cy="0"/>
          <a:chOff x="0" y="0"/>
          <a:chExt cx="0" cy="0"/>
        </a:xfrm>
      </p:grpSpPr>
      <p:sp>
        <p:nvSpPr>
          <p:cNvPr id="245" name="Google Shape;245;p51"/>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string get_string(string prompt);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printf(string format,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r>
              <a:rPr lang="en">
                <a:solidFill>
                  <a:schemeClr val="dk1"/>
                </a:solidFill>
                <a:latin typeface="Consolas"/>
                <a:ea typeface="Consolas"/>
                <a:cs typeface="Consolas"/>
                <a:sym typeface="Consolas"/>
              </a:rPr>
              <a:t>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52"/>
          <p:cNvSpPr txBox="1">
            <a:spLocks noGrp="1"/>
          </p:cNvSpPr>
          <p:nvPr>
            <p:ph type="body" idx="1"/>
          </p:nvPr>
        </p:nvSpPr>
        <p:spPr>
          <a:xfrm>
            <a:off x="199000" y="56150"/>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main:                                   # @main</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.cfi_startproc</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BB#0: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pushq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.cfi_def_cfa_offset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.Ltmp1:</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.cfi_offset %rbp,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%rsp,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.Ltmp2:</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.cfi_def_cfa_register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subq    $16, %rsp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xorl    %eax, %eax</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movl    %eax, %edi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get_string</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$.L.str.1, %rdi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%rax, -8(%rbp)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-8(%rbp),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printf</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53"/>
          <p:cNvSpPr txBox="1">
            <a:spLocks noGrp="1"/>
          </p:cNvSpPr>
          <p:nvPr>
            <p:ph type="body" idx="1"/>
          </p:nvPr>
        </p:nvSpPr>
        <p:spPr>
          <a:xfrm>
            <a:off x="199000" y="56150"/>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000000"/>
                </a:solidFill>
                <a:highlight>
                  <a:schemeClr val="dk1"/>
                </a:highlight>
                <a:latin typeface="Consolas"/>
                <a:ea typeface="Consolas"/>
                <a:cs typeface="Consolas"/>
                <a:sym typeface="Consolas"/>
              </a:rPr>
              <a:t>main</a:t>
            </a:r>
            <a:r>
              <a:rPr lang="en" sz="1300">
                <a:solidFill>
                  <a:srgbClr val="FFFFFF"/>
                </a:solidFill>
                <a:latin typeface="Consolas"/>
                <a:ea typeface="Consolas"/>
                <a:cs typeface="Consolas"/>
                <a:sym typeface="Consolas"/>
              </a:rPr>
              <a:t>:                                   # @main</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.cfi_startproc</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BB#0: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pushq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.cfi_def_cfa_offset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.Ltmp1:</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.cfi_offset %rbp,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%rsp,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.Ltmp2:</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.cfi_def_cfa_register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subq    $16, %rsp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xorl    %eax, %eax</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movl    %eax, %edi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a:t>
            </a:r>
            <a:r>
              <a:rPr lang="en" sz="1300">
                <a:solidFill>
                  <a:srgbClr val="000000"/>
                </a:solidFill>
                <a:highlight>
                  <a:schemeClr val="dk1"/>
                </a:highlight>
                <a:latin typeface="Consolas"/>
                <a:ea typeface="Consolas"/>
                <a:cs typeface="Consolas"/>
                <a:sym typeface="Consolas"/>
              </a:rPr>
              <a:t>get_string</a:t>
            </a:r>
            <a:endParaRPr sz="1300">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$.L.str.1, %rdi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%rax, -8(%rbp)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-8(%rbp),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a:t>
            </a:r>
            <a:r>
              <a:rPr lang="en" sz="1300">
                <a:solidFill>
                  <a:srgbClr val="000000"/>
                </a:solidFill>
                <a:highlight>
                  <a:schemeClr val="dk1"/>
                </a:highlight>
                <a:latin typeface="Consolas"/>
                <a:ea typeface="Consolas"/>
                <a:cs typeface="Consolas"/>
                <a:sym typeface="Consolas"/>
              </a:rPr>
              <a:t>printf</a:t>
            </a:r>
            <a:endParaRPr sz="1300">
              <a:solidFill>
                <a:srgbClr val="000000"/>
              </a:solidFill>
              <a:highlight>
                <a:schemeClr val="dk1"/>
              </a:highlight>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59"/>
        <p:cNvGrpSpPr/>
        <p:nvPr/>
      </p:nvGrpSpPr>
      <p:grpSpPr>
        <a:xfrm>
          <a:off x="0" y="0"/>
          <a:ext cx="0" cy="0"/>
          <a:chOff x="0" y="0"/>
          <a:chExt cx="0" cy="0"/>
        </a:xfrm>
      </p:grpSpPr>
      <p:sp>
        <p:nvSpPr>
          <p:cNvPr id="260" name="Google Shape;260;p54"/>
          <p:cNvSpPr txBox="1">
            <a:spLocks noGrp="1"/>
          </p:cNvSpPr>
          <p:nvPr>
            <p:ph type="body" idx="1"/>
          </p:nvPr>
        </p:nvSpPr>
        <p:spPr>
          <a:xfrm>
            <a:off x="199000" y="56150"/>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main:                                   # @main</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.cfi_startproc</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BB#0: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pushq</a:t>
            </a:r>
            <a:r>
              <a:rPr lang="en" sz="1300">
                <a:solidFill>
                  <a:srgbClr val="FFFFFF"/>
                </a:solidFill>
                <a:latin typeface="Consolas"/>
                <a:ea typeface="Consolas"/>
                <a:cs typeface="Consolas"/>
                <a:sym typeface="Consolas"/>
              </a:rPr>
              <a:t>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.cfi_def_cfa_offset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.Ltmp1:</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.cfi_offset %rbp,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movq</a:t>
            </a:r>
            <a:r>
              <a:rPr lang="en" sz="1300">
                <a:solidFill>
                  <a:srgbClr val="FFFFFF"/>
                </a:solidFill>
                <a:latin typeface="Consolas"/>
                <a:ea typeface="Consolas"/>
                <a:cs typeface="Consolas"/>
                <a:sym typeface="Consolas"/>
              </a:rPr>
              <a:t>    %rsp,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.Ltmp2:</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.cfi_def_cfa_register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subq</a:t>
            </a:r>
            <a:r>
              <a:rPr lang="en" sz="1300">
                <a:solidFill>
                  <a:srgbClr val="FFFFFF"/>
                </a:solidFill>
                <a:latin typeface="Consolas"/>
                <a:ea typeface="Consolas"/>
                <a:cs typeface="Consolas"/>
                <a:sym typeface="Consolas"/>
              </a:rPr>
              <a:t>    $16, %rsp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xorl</a:t>
            </a:r>
            <a:r>
              <a:rPr lang="en" sz="1300">
                <a:solidFill>
                  <a:srgbClr val="FFFFFF"/>
                </a:solidFill>
                <a:latin typeface="Consolas"/>
                <a:ea typeface="Consolas"/>
                <a:cs typeface="Consolas"/>
                <a:sym typeface="Consolas"/>
              </a:rPr>
              <a:t>    %eax, %eax</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movl</a:t>
            </a:r>
            <a:r>
              <a:rPr lang="en" sz="1300">
                <a:solidFill>
                  <a:srgbClr val="FFFFFF"/>
                </a:solidFill>
                <a:latin typeface="Consolas"/>
                <a:ea typeface="Consolas"/>
                <a:cs typeface="Consolas"/>
                <a:sym typeface="Consolas"/>
              </a:rPr>
              <a:t>    %eax, %edi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movabsq</a:t>
            </a:r>
            <a:r>
              <a:rPr lang="en" sz="1300">
                <a:solidFill>
                  <a:srgbClr val="FFFFFF"/>
                </a:solidFill>
                <a:latin typeface="Consolas"/>
                <a:ea typeface="Consolas"/>
                <a:cs typeface="Consolas"/>
                <a:sym typeface="Consolas"/>
              </a:rPr>
              <a:t>    $.L.str,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movb</a:t>
            </a:r>
            <a:r>
              <a:rPr lang="en" sz="1300">
                <a:solidFill>
                  <a:srgbClr val="FFFFFF"/>
                </a:solidFill>
                <a:latin typeface="Consolas"/>
                <a:ea typeface="Consolas"/>
                <a:cs typeface="Consolas"/>
                <a:sym typeface="Consolas"/>
              </a:rPr>
              <a:t>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callq</a:t>
            </a:r>
            <a:r>
              <a:rPr lang="en" sz="1300">
                <a:solidFill>
                  <a:srgbClr val="FFFFFF"/>
                </a:solidFill>
                <a:latin typeface="Consolas"/>
                <a:ea typeface="Consolas"/>
                <a:cs typeface="Consolas"/>
                <a:sym typeface="Consolas"/>
              </a:rPr>
              <a:t>    get_string</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movabsq</a:t>
            </a:r>
            <a:r>
              <a:rPr lang="en" sz="1300">
                <a:solidFill>
                  <a:srgbClr val="FFFFFF"/>
                </a:solidFill>
                <a:latin typeface="Consolas"/>
                <a:ea typeface="Consolas"/>
                <a:cs typeface="Consolas"/>
                <a:sym typeface="Consolas"/>
              </a:rPr>
              <a:t>    $.L.str.1, %rdi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movq</a:t>
            </a:r>
            <a:r>
              <a:rPr lang="en" sz="1300">
                <a:solidFill>
                  <a:srgbClr val="FFFFFF"/>
                </a:solidFill>
                <a:latin typeface="Consolas"/>
                <a:ea typeface="Consolas"/>
                <a:cs typeface="Consolas"/>
                <a:sym typeface="Consolas"/>
              </a:rPr>
              <a:t>    %rax, -8(%rbp)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movq</a:t>
            </a:r>
            <a:r>
              <a:rPr lang="en" sz="1300">
                <a:solidFill>
                  <a:srgbClr val="FFFFFF"/>
                </a:solidFill>
                <a:latin typeface="Consolas"/>
                <a:ea typeface="Consolas"/>
                <a:cs typeface="Consolas"/>
                <a:sym typeface="Consolas"/>
              </a:rPr>
              <a:t>    -8(%rbp),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movb</a:t>
            </a:r>
            <a:r>
              <a:rPr lang="en" sz="1300">
                <a:solidFill>
                  <a:srgbClr val="FFFFFF"/>
                </a:solidFill>
                <a:latin typeface="Consolas"/>
                <a:ea typeface="Consolas"/>
                <a:cs typeface="Consolas"/>
                <a:sym typeface="Consolas"/>
              </a:rPr>
              <a:t>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r>
              <a:rPr lang="en" sz="1300">
                <a:solidFill>
                  <a:srgbClr val="000000"/>
                </a:solidFill>
                <a:highlight>
                  <a:schemeClr val="dk1"/>
                </a:highlight>
                <a:latin typeface="Consolas"/>
                <a:ea typeface="Consolas"/>
                <a:cs typeface="Consolas"/>
                <a:sym typeface="Consolas"/>
              </a:rPr>
              <a:t>callq</a:t>
            </a:r>
            <a:r>
              <a:rPr lang="en" sz="1300">
                <a:solidFill>
                  <a:srgbClr val="FFFFFF"/>
                </a:solidFill>
                <a:latin typeface="Consolas"/>
                <a:ea typeface="Consolas"/>
                <a:cs typeface="Consolas"/>
                <a:sym typeface="Consolas"/>
              </a:rPr>
              <a:t>    printf</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5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000000"/>
                </a:solidFill>
                <a:highlight>
                  <a:schemeClr val="dk1"/>
                </a:highlight>
              </a:rPr>
              <a:t>assembling</a:t>
            </a:r>
            <a:endParaRPr>
              <a:solidFill>
                <a:srgbClr val="000000"/>
              </a:solidFill>
              <a:highlight>
                <a:schemeClr val="dk1"/>
              </a:highlight>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270" name="Google Shape;270;p56"/>
          <p:cNvSpPr txBox="1">
            <a:spLocks noGrp="1"/>
          </p:cNvSpPr>
          <p:nvPr>
            <p:ph type="body" idx="1"/>
          </p:nvPr>
        </p:nvSpPr>
        <p:spPr>
          <a:xfrm>
            <a:off x="199000" y="56150"/>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main:                                   # @main</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.cfi_startproc</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BB#0: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pushq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.Ltmp0:</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.cfi_def_cfa_offset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.Ltmp1:</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.cfi_offset %rbp, -16</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%rsp,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.Ltmp2:</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.cfi_def_cfa_register %rbp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subq    $16, %rsp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xorl    %eax, %eax</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movl    %eax, %edi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get_string</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movabsq    $.L.str.1, %rdi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%rax, -8(%rbp)</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movq    -8(%rbp), %rsi</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movb    $0, %al</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callq    printf</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sz="1300">
                <a:solidFill>
                  <a:srgbClr val="FFFFFF"/>
                </a:solidFill>
                <a:latin typeface="Consolas"/>
                <a:ea typeface="Consolas"/>
                <a:cs typeface="Consolas"/>
                <a:sym typeface="Consolas"/>
              </a:rPr>
              <a:t>    ...</a:t>
            </a: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sz="1300">
              <a:solidFill>
                <a:srgbClr val="FFFFFF"/>
              </a:solidFill>
              <a:latin typeface="Consolas"/>
              <a:ea typeface="Consolas"/>
              <a:cs typeface="Consolas"/>
              <a:sym typeface="Consola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57"/>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10100000000000100000000000000000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00001010000000000000000100000000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01010101010010001000100111100101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01001000100000111110110000010000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00110001110000001000100111000111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01001000101111100000000000000000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00000000000000001011000000000000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11101000000000000000000000000000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00000000010010001011111100000000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00000000000000000000000001001000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5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000000"/>
                </a:solidFill>
                <a:highlight>
                  <a:schemeClr val="dk1"/>
                </a:highlight>
              </a:rPr>
              <a:t>linking</a:t>
            </a:r>
            <a:endParaRPr>
              <a:solidFill>
                <a:srgbClr val="000000"/>
              </a:solidFill>
              <a:highlight>
                <a:schemeClr val="dk1"/>
              </a:highlight>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59"/>
          <p:cNvSpPr txBox="1">
            <a:spLocks noGrp="1"/>
          </p:cNvSpPr>
          <p:nvPr>
            <p:ph type="body" idx="1"/>
          </p:nvPr>
        </p:nvSpPr>
        <p:spPr>
          <a:xfrm>
            <a:off x="199000" y="230325"/>
            <a:ext cx="8520600" cy="46938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&lt;cs50.h&gt;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string name = get_string("What's your name?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printf("hello, %s\n", name);</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Google Shape;290;p60"/>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hello.c</a:t>
            </a:r>
            <a:endParaRPr>
              <a:solidFill>
                <a:srgbClr val="FFFFFF"/>
              </a:solidFill>
              <a:latin typeface="Consolas"/>
              <a:ea typeface="Consolas"/>
              <a:cs typeface="Consolas"/>
              <a:sym typeface="Consola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61"/>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hello.c</a:t>
            </a:r>
            <a:endParaRPr>
              <a:solidFill>
                <a:srgbClr val="FFFFFF"/>
              </a:solidFill>
              <a:latin typeface="Consolas"/>
              <a:ea typeface="Consolas"/>
              <a:cs typeface="Consolas"/>
              <a:sym typeface="Consolas"/>
            </a:endParaRPr>
          </a:p>
        </p:txBody>
      </p:sp>
      <p:sp>
        <p:nvSpPr>
          <p:cNvPr id="296" name="Google Shape;296;p61"/>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cs50.c</a:t>
            </a:r>
            <a:endParaRPr>
              <a:solidFill>
                <a:srgbClr val="FFFFFF"/>
              </a:solidFill>
              <a:latin typeface="Consolas"/>
              <a:ea typeface="Consolas"/>
              <a:cs typeface="Consolas"/>
              <a:sym typeface="Consolas"/>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62"/>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hello.c</a:t>
            </a:r>
            <a:endParaRPr>
              <a:solidFill>
                <a:srgbClr val="FFFFFF"/>
              </a:solidFill>
              <a:latin typeface="Consolas"/>
              <a:ea typeface="Consolas"/>
              <a:cs typeface="Consolas"/>
              <a:sym typeface="Consolas"/>
            </a:endParaRPr>
          </a:p>
        </p:txBody>
      </p:sp>
      <p:sp>
        <p:nvSpPr>
          <p:cNvPr id="302" name="Google Shape;302;p62"/>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cs50.c</a:t>
            </a:r>
            <a:endParaRPr>
              <a:solidFill>
                <a:srgbClr val="FFFFFF"/>
              </a:solidFill>
              <a:latin typeface="Consolas"/>
              <a:ea typeface="Consolas"/>
              <a:cs typeface="Consolas"/>
              <a:sym typeface="Consolas"/>
            </a:endParaRPr>
          </a:p>
        </p:txBody>
      </p:sp>
      <p:sp>
        <p:nvSpPr>
          <p:cNvPr id="303" name="Google Shape;303;p62"/>
          <p:cNvSpPr txBox="1">
            <a:spLocks noGrp="1"/>
          </p:cNvSpPr>
          <p:nvPr>
            <p:ph type="body" idx="1"/>
          </p:nvPr>
        </p:nvSpPr>
        <p:spPr>
          <a:xfrm>
            <a:off x="60368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stdio.c</a:t>
            </a:r>
            <a:endParaRPr>
              <a:solidFill>
                <a:srgbClr val="FFFFFF"/>
              </a:solidFill>
              <a:latin typeface="Consolas"/>
              <a:ea typeface="Consolas"/>
              <a:cs typeface="Consolas"/>
              <a:sym typeface="Consola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sp>
        <p:nvSpPr>
          <p:cNvPr id="308" name="Google Shape;308;p63"/>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10100000000000100000000000000000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00001010000000000000000100000000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01010101010010001000100111100101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01001000100000111110110000010000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00110001110000001000100111000111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01001000101111100000000000000000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00000000000000001011000000000000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11101000000000000000000000000000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00000000010010001011111100000000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00000000000000000000000001001000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09" name="Google Shape;309;p63"/>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cs50.c</a:t>
            </a:r>
            <a:endParaRPr>
              <a:solidFill>
                <a:srgbClr val="FFFFFF"/>
              </a:solidFill>
              <a:latin typeface="Consolas"/>
              <a:ea typeface="Consolas"/>
              <a:cs typeface="Consolas"/>
              <a:sym typeface="Consolas"/>
            </a:endParaRPr>
          </a:p>
        </p:txBody>
      </p:sp>
      <p:sp>
        <p:nvSpPr>
          <p:cNvPr id="310" name="Google Shape;310;p63"/>
          <p:cNvSpPr txBox="1">
            <a:spLocks noGrp="1"/>
          </p:cNvSpPr>
          <p:nvPr>
            <p:ph type="body" idx="1"/>
          </p:nvPr>
        </p:nvSpPr>
        <p:spPr>
          <a:xfrm>
            <a:off x="60368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stdio.c</a:t>
            </a:r>
            <a:endParaRPr>
              <a:solidFill>
                <a:srgbClr val="FFFFFF"/>
              </a:solidFill>
              <a:latin typeface="Consolas"/>
              <a:ea typeface="Consolas"/>
              <a:cs typeface="Consolas"/>
              <a:sym typeface="Consola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64"/>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10100000000000100000000000000000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00001010000000000000000100000000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01010101010010001000100111100101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01001000100000111110110000010000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00110001110000001000100111000111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01001000101111100000000000000000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00000000000000001011000000000000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11101000000000000000000000000000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00000000010010001011111100000000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00000000000000000000000001001000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16" name="Google Shape;316;p64"/>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11000000000011110000000000000000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00101000001100100000000000000000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01000000000000000011100000000000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00000111000000000100000000000000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00011100000000000001100100000000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00000101000000000000000000000000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01011100001001010000000000000000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17" name="Google Shape;317;p64"/>
          <p:cNvSpPr txBox="1">
            <a:spLocks noGrp="1"/>
          </p:cNvSpPr>
          <p:nvPr>
            <p:ph type="body" idx="1"/>
          </p:nvPr>
        </p:nvSpPr>
        <p:spPr>
          <a:xfrm>
            <a:off x="60368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stdio.c</a:t>
            </a:r>
            <a:endParaRPr>
              <a:solidFill>
                <a:srgbClr val="FFFFFF"/>
              </a:solidFill>
              <a:latin typeface="Consolas"/>
              <a:ea typeface="Consolas"/>
              <a:cs typeface="Consolas"/>
              <a:sym typeface="Consola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65"/>
          <p:cNvSpPr txBox="1">
            <a:spLocks noGrp="1"/>
          </p:cNvSpPr>
          <p:nvPr>
            <p:ph type="body" idx="1"/>
          </p:nvPr>
        </p:nvSpPr>
        <p:spPr>
          <a:xfrm>
            <a:off x="1990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10100000000000100000000000000000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00001010000000000000000100000000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01010101010010001000100111100101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01001000100000111110110000010000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00110001110000001000100111000111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01001000101111100000000000000000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00000000000000001011000000000000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11101000000000000000000000000000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00000000010010001011111100000000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00000000000000000000000001001000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23" name="Google Shape;323;p65"/>
          <p:cNvSpPr txBox="1">
            <a:spLocks noGrp="1"/>
          </p:cNvSpPr>
          <p:nvPr>
            <p:ph type="body" idx="1"/>
          </p:nvPr>
        </p:nvSpPr>
        <p:spPr>
          <a:xfrm>
            <a:off x="31179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00000010000000010000000100000000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00000011000000000011111000000000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11000000000011110000000000000000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00101000001100100000000000000000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01000000000000000011100000000000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00000111000000000100000000000000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00011100000000000001100100000000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00000101000000000000000000000000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01011100001001010000000000000000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00000000000000000000000000000000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
        <p:nvSpPr>
          <p:cNvPr id="324" name="Google Shape;324;p65"/>
          <p:cNvSpPr txBox="1">
            <a:spLocks noGrp="1"/>
          </p:cNvSpPr>
          <p:nvPr>
            <p:ph type="body" idx="1"/>
          </p:nvPr>
        </p:nvSpPr>
        <p:spPr>
          <a:xfrm>
            <a:off x="6036800" y="56150"/>
            <a:ext cx="29082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00101111011011000110100101100010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01100011001011100111001101101111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00101110001101100010000000101111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01110101011100110111001000101111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01101100011010010110001000101111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01111000001110000011011001011111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00110110001101000010110101101100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01101001011011100111010101111000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00101101011001110110111001110101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00101111011011000110100101100010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01100011010111110110111001101111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01101110011100110110100001100001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01110010011001010110010000101110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01100001001000000010000001000001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01010011010111110100111001000101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01000101010001000100010101000100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00100000001010000010000000101111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01101100011010010110001000101111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01111000001110000011011001011111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00110110001101000010110101101100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01101001011011100111010101111000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00101101011001110110111001110101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00101111011011000110010000101101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01101100011010010110111001110101</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01111000001011010111100000111000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00110110001011010011011000110100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66"/>
          <p:cNvSpPr txBox="1">
            <a:spLocks noGrp="1"/>
          </p:cNvSpPr>
          <p:nvPr>
            <p:ph type="body" idx="1"/>
          </p:nvPr>
        </p:nvSpPr>
        <p:spPr>
          <a:xfrm>
            <a:off x="199000" y="56150"/>
            <a:ext cx="87465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00000010000000010000000100000000000000000000000000000000000000000000000000000000000000000000000000000001000000000011111000000000000000010000000000000000000000000000000000000000000000000000000000000000000000000000000000000000000000000000000000000000000000000000000000000000000000000000000010100000000000100000000000000000000000000000000000000000000000000000000000000000000000000000000001000000000000000000000000000000000000000000000001000000000000000000101000000000000000010000000001010101010010001000100111100101010010001000001111101100000100000011000111000000100010011100011101001000101111100000000000000000000000000000000000000000000000000000000000000000101100000000000011101000000000000000000000000000000000000100100010111111000000000000000000000000000000000000000000000000000000000000000001001000...0111111101000101010011000100011000000010000000010000000100000000000000000000000000000000000000000000000000000000000000000000000000000011000000000011111000000000000000010000000000000000000000001100000000001111000000000000000000000000000000000000000000000000010000000000000000000000000000000000000000000000000000000000000000101000001100100000000000000000000000000000000000000000000000000000000000000000000000000000000001000000000000000011100000000000000001110000000001000000000000000001110000000000000110010000000000000001000000000000000000000000000001010000000000000000000000000000000000000000000000000000000000000000000000000000000000000000000000000000000000000000000000000000000000000000000000000000000000000000000000000000000000000000000000000000000000000000000000000101110000100101000000000000000000000000000000000000000000000000...0010111101101100011010010110001001100011001011100111001101101111001011100011011000100000001011110111010101110011011100100010111101101100011010010110001000101111011110000011100000110110010111110011011000110100001011010110110001101001011011100111010101111000001011010110011101101110011101010010111101101100011010010110001001100011010111110110111001101111011011100111001101101000011000010111001001100101011001000010111001100001001000000010000001000001010100110101111101001110010001010100010101000100010001010100010000100000001010000010000000101111011011000110100101100010001011110111100000111000001101100101111100110110001101000010110101101100011010010110111001110101011110000010110101100111011011100111010100101111011011000110010000101101011011000110100101101110011101010111100000101101011110000011100000110110001011010011011000110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sz="1200">
              <a:solidFill>
                <a:schemeClr val="dk1"/>
              </a:solidFill>
              <a:latin typeface="Consolas"/>
              <a:ea typeface="Consolas"/>
              <a:cs typeface="Consolas"/>
              <a:sym typeface="Consola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6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rPr>
              <a:t>preprocessing</a:t>
            </a: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r>
              <a:rPr lang="en">
                <a:solidFill>
                  <a:srgbClr val="FFFFFF"/>
                </a:solidFill>
              </a:rPr>
              <a:t>assembling</a:t>
            </a:r>
            <a:endParaRPr>
              <a:solidFill>
                <a:srgbClr val="FFFFFF"/>
              </a:solidFill>
            </a:endParaRPr>
          </a:p>
          <a:p>
            <a:pPr marL="0" lvl="0" indent="0" algn="l" rtl="0">
              <a:spcBef>
                <a:spcPts val="1600"/>
              </a:spcBef>
              <a:spcAft>
                <a:spcPts val="1600"/>
              </a:spcAft>
              <a:buNone/>
            </a:pPr>
            <a:r>
              <a:rPr lang="en">
                <a:solidFill>
                  <a:srgbClr val="FFFFFF"/>
                </a:solidFill>
              </a:rPr>
              <a:t>linking</a:t>
            </a:r>
            <a:endParaRPr>
              <a:solidFill>
                <a:srgbClr val="FFFFFF"/>
              </a:solidFill>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338"/>
        <p:cNvGrpSpPr/>
        <p:nvPr/>
      </p:nvGrpSpPr>
      <p:grpSpPr>
        <a:xfrm>
          <a:off x="0" y="0"/>
          <a:ext cx="0" cy="0"/>
          <a:chOff x="0" y="0"/>
          <a:chExt cx="0" cy="0"/>
        </a:xfrm>
      </p:grpSpPr>
      <p:sp>
        <p:nvSpPr>
          <p:cNvPr id="339" name="Google Shape;339;p68"/>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a:p>
            <a:pPr marL="0" lvl="0" indent="0" algn="l" rtl="0">
              <a:spcBef>
                <a:spcPts val="1600"/>
              </a:spcBef>
              <a:spcAft>
                <a:spcPts val="0"/>
              </a:spcAft>
              <a:buNone/>
            </a:pPr>
            <a:r>
              <a:rPr lang="en">
                <a:solidFill>
                  <a:srgbClr val="FFFFFF"/>
                </a:solidFill>
              </a:rPr>
              <a:t>compiling</a:t>
            </a:r>
            <a:endParaRPr>
              <a:solidFill>
                <a:srgbClr val="FFFFFF"/>
              </a:solidFill>
            </a:endParaRPr>
          </a:p>
          <a:p>
            <a:pPr marL="0" lvl="0" indent="0" algn="l" rtl="0">
              <a:spcBef>
                <a:spcPts val="1600"/>
              </a:spcBef>
              <a:spcAft>
                <a:spcPts val="0"/>
              </a:spcAft>
              <a:buNone/>
            </a:pPr>
            <a:endParaRPr>
              <a:solidFill>
                <a:srgbClr val="FFFFFF"/>
              </a:solidFill>
            </a:endParaRPr>
          </a:p>
          <a:p>
            <a:pPr marL="0" lvl="0" indent="0" algn="l" rtl="0">
              <a:spcBef>
                <a:spcPts val="1600"/>
              </a:spcBef>
              <a:spcAft>
                <a:spcPts val="1600"/>
              </a:spcAft>
              <a:buNone/>
            </a:pPr>
            <a:endParaRPr>
              <a:solidFill>
                <a:srgbClr val="FFFFFF"/>
              </a:solidFill>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6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endParaRPr>
          </a:p>
          <a:p>
            <a:pPr marL="0" lvl="0" indent="0" algn="l" rtl="0">
              <a:spcBef>
                <a:spcPts val="1600"/>
              </a:spcBef>
              <a:spcAft>
                <a:spcPts val="0"/>
              </a:spcAft>
              <a:buNone/>
            </a:pPr>
            <a:r>
              <a:rPr lang="en">
                <a:solidFill>
                  <a:srgbClr val="FFFFFF"/>
                </a:solidFill>
              </a:rPr>
              <a:t>decompiling</a:t>
            </a:r>
            <a:endParaRPr>
              <a:solidFill>
                <a:srgbClr val="FFFFFF"/>
              </a:solidFill>
            </a:endParaRPr>
          </a:p>
          <a:p>
            <a:pPr marL="0" lvl="0" indent="0" algn="l" rtl="0">
              <a:spcBef>
                <a:spcPts val="1600"/>
              </a:spcBef>
              <a:spcAft>
                <a:spcPts val="0"/>
              </a:spcAft>
              <a:buNone/>
            </a:pPr>
            <a:endParaRPr>
              <a:solidFill>
                <a:srgbClr val="FFFFFF"/>
              </a:solidFill>
            </a:endParaRPr>
          </a:p>
          <a:p>
            <a:pPr marL="0" lvl="0" indent="0" algn="l" rtl="0">
              <a:spcBef>
                <a:spcPts val="1600"/>
              </a:spcBef>
              <a:spcAft>
                <a:spcPts val="1600"/>
              </a:spcAft>
              <a:buNone/>
            </a:pPr>
            <a:endParaRPr>
              <a:solidFill>
                <a:srgbClr val="FFFFFF"/>
              </a:solidFill>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7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reverse engineering</a:t>
            </a:r>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Google Shape;354;p71"/>
          <p:cNvSpPr txBox="1">
            <a:spLocks noGrp="1"/>
          </p:cNvSpPr>
          <p:nvPr>
            <p:ph type="body" idx="1"/>
          </p:nvPr>
        </p:nvSpPr>
        <p:spPr>
          <a:xfrm>
            <a:off x="199000" y="56150"/>
            <a:ext cx="8746500" cy="4998600"/>
          </a:xfrm>
          <a:prstGeom prst="rect">
            <a:avLst/>
          </a:prstGeom>
        </p:spPr>
        <p:txBody>
          <a:bodyPr spcFirstLastPara="1" wrap="square" lIns="91425" tIns="91425" rIns="91425" bIns="91425" anchor="ctr" anchorCtr="0">
            <a:noAutofit/>
          </a:bodyPr>
          <a:lstStyle/>
          <a:p>
            <a:pPr marL="0" lvl="0" indent="0" algn="l" rtl="0">
              <a:lnSpc>
                <a:spcPct val="100000"/>
              </a:lnSpc>
              <a:spcBef>
                <a:spcPts val="0"/>
              </a:spcBef>
              <a:spcAft>
                <a:spcPts val="0"/>
              </a:spcAft>
              <a:buNone/>
            </a:pPr>
            <a:r>
              <a:rPr lang="en" sz="1200">
                <a:solidFill>
                  <a:schemeClr val="dk1"/>
                </a:solidFill>
                <a:latin typeface="Consolas"/>
                <a:ea typeface="Consolas"/>
                <a:cs typeface="Consolas"/>
                <a:sym typeface="Consolas"/>
              </a:rPr>
              <a:t>0111111101000101010011000100011000000010000000010000000100000000000000000000000000000000000000000000000000000000000000000000000000000001000000000011111000000000000000010000000000000000000000000000000000000000000000000000000000000000000000000000000000000000000000000000000000000000000000000000000000000000000000000000000010100000000000100000000000000000000000000000000000000000000000000000000000000000000000000000000001000000000000000000000000000000000000000000000001000000000000000000101000000000000000010000000001010101010010001000100111100101010010001000001111101100000100000011000111000000100010011100011101001000101111100000000000000000000000000000000000000000000000000000000000000000101100000000000011101000000000000000000000000000000000000100100010111111000000000000000000000000000000000000000000000000000000000000000001001000...0111111101000101010011000100011000000010000000010000000100000000000000000000000000000000000000000000000000000000000000000000000000000011000000000011111000000000000000010000000000000000000000001100000000001111000000000000000000000000000000000000000000000000010000000000000000000000000000000000000000000000000000000000000000101000001100100000000000000000000000000000000000000000000000000000000000000000000000000000000001000000000000000011100000000000000001110000000001000000000000000001110000000000000110010000000000000001000000000000000000000000000001010000000000000000000000000000000000000000000000000000000000000000000000000000000000000000000000000000000000000000000000000000000000000000000000000000000000000000000000000000000000000000000000000000000000000000000000000101110000100101000000000000000000000000000000000000000000000000...0010111101101100011010010110001001100011001011100111001101101111001011100011011000100000001011110111010101110011011100100010111101101100011010010110001000101111011110000011100000110110010111110011011000110100001011010110110001101001011011100111010101111000001011010110011101101110011101010010111101101100011010010110001001100011010111110110111001101111011011100111001101101000011000010111001001100101011001000010111001100001001000000010000001000001010100110101111101001110010001010100010101000100010001010100010000100000001010000010000000101111011011000110100101100010001011110111100000111000001101100101111100110110001101000010110101101100011010010110111001110101011110000010110101100111011011100111010100101111011011000110010000101101011011000110100101101110011101010111100000101101011110000011100000110110001011010011011000110100...</a:t>
            </a: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sz="1200">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sz="1200">
              <a:solidFill>
                <a:schemeClr val="dk1"/>
              </a:solidFill>
              <a:latin typeface="Consolas"/>
              <a:ea typeface="Consolas"/>
              <a:cs typeface="Consolas"/>
              <a:sym typeface="Consola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358"/>
        <p:cNvGrpSpPr/>
        <p:nvPr/>
      </p:nvGrpSpPr>
      <p:grpSpPr>
        <a:xfrm>
          <a:off x="0" y="0"/>
          <a:ext cx="0" cy="0"/>
          <a:chOff x="0" y="0"/>
          <a:chExt cx="0" cy="0"/>
        </a:xfrm>
      </p:grpSpPr>
      <p:sp>
        <p:nvSpPr>
          <p:cNvPr id="359" name="Google Shape;359;p7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debugging</a:t>
            </a:r>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pic>
        <p:nvPicPr>
          <p:cNvPr id="364" name="Google Shape;364;p73"/>
          <p:cNvPicPr preferRelativeResize="0"/>
          <p:nvPr/>
        </p:nvPicPr>
        <p:blipFill>
          <a:blip r:embed="rId3">
            <a:alphaModFix/>
          </a:blip>
          <a:stretch>
            <a:fillRect/>
          </a:stretch>
        </p:blipFill>
        <p:spPr>
          <a:xfrm>
            <a:off x="2515100" y="0"/>
            <a:ext cx="4113804" cy="5143501"/>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pic>
        <p:nvPicPr>
          <p:cNvPr id="369" name="Google Shape;369;p74"/>
          <p:cNvPicPr preferRelativeResize="0"/>
          <p:nvPr/>
        </p:nvPicPr>
        <p:blipFill>
          <a:blip r:embed="rId3">
            <a:alphaModFix/>
          </a:blip>
          <a:stretch>
            <a:fillRect/>
          </a:stretch>
        </p:blipFill>
        <p:spPr>
          <a:xfrm>
            <a:off x="522025" y="0"/>
            <a:ext cx="8099948" cy="5143499"/>
          </a:xfrm>
          <a:prstGeom prst="rect">
            <a:avLst/>
          </a:prstGeom>
          <a:noFill/>
          <a:ln>
            <a:noFill/>
          </a:ln>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373"/>
        <p:cNvGrpSpPr/>
        <p:nvPr/>
      </p:nvGrpSpPr>
      <p:grpSpPr>
        <a:xfrm>
          <a:off x="0" y="0"/>
          <a:ext cx="0" cy="0"/>
          <a:chOff x="0" y="0"/>
          <a:chExt cx="0" cy="0"/>
        </a:xfrm>
      </p:grpSpPr>
      <p:pic>
        <p:nvPicPr>
          <p:cNvPr id="374" name="Google Shape;374;p75"/>
          <p:cNvPicPr preferRelativeResize="0"/>
          <p:nvPr/>
        </p:nvPicPr>
        <p:blipFill>
          <a:blip r:embed="rId3">
            <a:alphaModFix/>
          </a:blip>
          <a:stretch>
            <a:fillRect/>
          </a:stretch>
        </p:blipFill>
        <p:spPr>
          <a:xfrm>
            <a:off x="1478238" y="0"/>
            <a:ext cx="6187517" cy="5143500"/>
          </a:xfrm>
          <a:prstGeom prst="rect">
            <a:avLst/>
          </a:prstGeom>
          <a:noFill/>
          <a:ln>
            <a:noFill/>
          </a:ln>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378"/>
        <p:cNvGrpSpPr/>
        <p:nvPr/>
      </p:nvGrpSpPr>
      <p:grpSpPr>
        <a:xfrm>
          <a:off x="0" y="0"/>
          <a:ext cx="0" cy="0"/>
          <a:chOff x="0" y="0"/>
          <a:chExt cx="0" cy="0"/>
        </a:xfrm>
      </p:grpSpPr>
      <p:pic>
        <p:nvPicPr>
          <p:cNvPr id="379" name="Google Shape;379;p76"/>
          <p:cNvPicPr preferRelativeResize="0"/>
          <p:nvPr/>
        </p:nvPicPr>
        <p:blipFill>
          <a:blip r:embed="rId3">
            <a:alphaModFix/>
          </a:blip>
          <a:stretch>
            <a:fillRect/>
          </a:stretch>
        </p:blipFill>
        <p:spPr>
          <a:xfrm>
            <a:off x="-304803" y="-3907375"/>
            <a:ext cx="11736975" cy="9756600"/>
          </a:xfrm>
          <a:prstGeom prst="rect">
            <a:avLst/>
          </a:prstGeom>
          <a:noFill/>
          <a:ln>
            <a:noFill/>
          </a:ln>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pic>
        <p:nvPicPr>
          <p:cNvPr id="384" name="Google Shape;384;p77"/>
          <p:cNvPicPr preferRelativeResize="0"/>
          <p:nvPr/>
        </p:nvPicPr>
        <p:blipFill>
          <a:blip r:embed="rId3">
            <a:alphaModFix/>
          </a:blip>
          <a:stretch>
            <a:fillRect/>
          </a:stretch>
        </p:blipFill>
        <p:spPr>
          <a:xfrm>
            <a:off x="0" y="0"/>
            <a:ext cx="9143990" cy="5143500"/>
          </a:xfrm>
          <a:prstGeom prst="rect">
            <a:avLst/>
          </a:prstGeom>
          <a:noFill/>
          <a:ln>
            <a:noFill/>
          </a:ln>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388"/>
        <p:cNvGrpSpPr/>
        <p:nvPr/>
      </p:nvGrpSpPr>
      <p:grpSpPr>
        <a:xfrm>
          <a:off x="0" y="0"/>
          <a:ext cx="0" cy="0"/>
          <a:chOff x="0" y="0"/>
          <a:chExt cx="0" cy="0"/>
        </a:xfrm>
      </p:grpSpPr>
      <p:pic>
        <p:nvPicPr>
          <p:cNvPr id="5" name="Picture 4" descr="A yellow rubber ducky&#10;&#10;AI-generated content may be incorrect.">
            <a:extLst>
              <a:ext uri="{FF2B5EF4-FFF2-40B4-BE49-F238E27FC236}">
                <a16:creationId xmlns:a16="http://schemas.microsoft.com/office/drawing/2014/main" id="{6220C297-3FC1-820C-85DD-2D6B932B7DF2}"/>
              </a:ext>
            </a:extLst>
          </p:cNvPr>
          <p:cNvPicPr>
            <a:picLocks noChangeAspect="1"/>
          </p:cNvPicPr>
          <p:nvPr/>
        </p:nvPicPr>
        <p:blipFill>
          <a:blip r:embed="rId3"/>
          <a:stretch>
            <a:fillRect/>
          </a:stretch>
        </p:blipFill>
        <p:spPr>
          <a:xfrm>
            <a:off x="2343428" y="343178"/>
            <a:ext cx="4457143" cy="445714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399"/>
        <p:cNvGrpSpPr/>
        <p:nvPr/>
      </p:nvGrpSpPr>
      <p:grpSpPr>
        <a:xfrm>
          <a:off x="0" y="0"/>
          <a:ext cx="0" cy="0"/>
          <a:chOff x="0" y="0"/>
          <a:chExt cx="0" cy="0"/>
        </a:xfrm>
      </p:grpSpPr>
      <p:sp>
        <p:nvSpPr>
          <p:cNvPr id="400" name="Google Shape;400;p80"/>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printf</a:t>
            </a:r>
            <a:endParaRPr>
              <a:solidFill>
                <a:srgbClr val="FFFFFF"/>
              </a:solidFill>
              <a:latin typeface="Consolas"/>
              <a:ea typeface="Consolas"/>
              <a:cs typeface="Consolas"/>
              <a:sym typeface="Consolas"/>
            </a:endParaRPr>
          </a:p>
          <a:p>
            <a:pPr marL="0" lvl="0" indent="0" algn="l" rtl="0">
              <a:spcBef>
                <a:spcPts val="1600"/>
              </a:spcBef>
              <a:spcAft>
                <a:spcPts val="0"/>
              </a:spcAft>
              <a:buNone/>
            </a:pPr>
            <a:endParaRPr>
              <a:solidFill>
                <a:srgbClr val="FFFFFF"/>
              </a:solidFill>
            </a:endParaRPr>
          </a:p>
          <a:p>
            <a:pPr marL="0" lvl="0" indent="0" algn="l" rtl="0">
              <a:spcBef>
                <a:spcPts val="1600"/>
              </a:spcBef>
              <a:spcAft>
                <a:spcPts val="1600"/>
              </a:spcAft>
              <a:buNone/>
            </a:pPr>
            <a:endParaRPr>
              <a:solidFill>
                <a:srgbClr val="FFFFFF"/>
              </a:solidFill>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404"/>
        <p:cNvGrpSpPr/>
        <p:nvPr/>
      </p:nvGrpSpPr>
      <p:grpSpPr>
        <a:xfrm>
          <a:off x="0" y="0"/>
          <a:ext cx="0" cy="0"/>
          <a:chOff x="0" y="0"/>
          <a:chExt cx="0" cy="0"/>
        </a:xfrm>
      </p:grpSpPr>
      <p:sp>
        <p:nvSpPr>
          <p:cNvPr id="405" name="Google Shape;405;p81"/>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printf</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debug50</a:t>
            </a:r>
            <a:endParaRPr>
              <a:solidFill>
                <a:srgbClr val="FFFFFF"/>
              </a:solidFill>
              <a:latin typeface="Consolas"/>
              <a:ea typeface="Consolas"/>
              <a:cs typeface="Consolas"/>
              <a:sym typeface="Consolas"/>
            </a:endParaRPr>
          </a:p>
          <a:p>
            <a:pPr marL="0" lvl="0" indent="0" algn="l" rtl="0">
              <a:spcBef>
                <a:spcPts val="1600"/>
              </a:spcBef>
              <a:spcAft>
                <a:spcPts val="1600"/>
              </a:spcAft>
              <a:buNone/>
            </a:pPr>
            <a:endParaRPr>
              <a:solidFill>
                <a:srgbClr val="FFFFFF"/>
              </a:solidFill>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82"/>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printf</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debug50</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rPr>
              <a:t>rubber duck</a:t>
            </a:r>
            <a:endParaRPr>
              <a:solidFill>
                <a:srgbClr val="FFFFFF"/>
              </a:solidFill>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414"/>
        <p:cNvGrpSpPr/>
        <p:nvPr/>
      </p:nvGrpSpPr>
      <p:grpSpPr>
        <a:xfrm>
          <a:off x="0" y="0"/>
          <a:ext cx="0" cy="0"/>
          <a:chOff x="0" y="0"/>
          <a:chExt cx="0" cy="0"/>
        </a:xfrm>
      </p:grpSpPr>
      <p:sp>
        <p:nvSpPr>
          <p:cNvPr id="415" name="Google Shape;415;p8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types</a:t>
            </a:r>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0" name="Google Shape;420;p84"/>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char</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string</a:t>
            </a:r>
            <a:endParaRPr>
              <a:solidFill>
                <a:srgbClr val="666666"/>
              </a:solidFill>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24"/>
        <p:cNvGrpSpPr/>
        <p:nvPr/>
      </p:nvGrpSpPr>
      <p:grpSpPr>
        <a:xfrm>
          <a:off x="0" y="0"/>
          <a:ext cx="0" cy="0"/>
          <a:chOff x="0" y="0"/>
          <a:chExt cx="0" cy="0"/>
        </a:xfrm>
      </p:grpSpPr>
      <p:sp>
        <p:nvSpPr>
          <p:cNvPr id="425" name="Google Shape;425;p8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chemeClr val="dk1"/>
                </a:solidFill>
                <a:latin typeface="Consolas"/>
                <a:ea typeface="Consolas"/>
                <a:cs typeface="Consolas"/>
                <a:sym typeface="Consolas"/>
              </a:rPr>
              <a:t>bool   </a:t>
            </a:r>
            <a:r>
              <a:rPr lang="en">
                <a:solidFill>
                  <a:srgbClr val="666666"/>
                </a:solidFill>
              </a:rPr>
              <a:t>1 byte</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    </a:t>
            </a:r>
            <a:r>
              <a:rPr lang="en">
                <a:solidFill>
                  <a:srgbClr val="666666"/>
                </a:solidFill>
              </a:rPr>
              <a:t>4 bytes</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long   </a:t>
            </a:r>
            <a:r>
              <a:rPr lang="en">
                <a:solidFill>
                  <a:srgbClr val="666666"/>
                </a:solidFill>
              </a:rPr>
              <a:t>8 bytes</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float  </a:t>
            </a:r>
            <a:r>
              <a:rPr lang="en">
                <a:solidFill>
                  <a:srgbClr val="666666"/>
                </a:solidFill>
              </a:rPr>
              <a:t>4 bytes</a:t>
            </a:r>
            <a:endParaRPr>
              <a:solidFill>
                <a:schemeClr val="dk1"/>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double </a:t>
            </a:r>
            <a:r>
              <a:rPr lang="en">
                <a:solidFill>
                  <a:srgbClr val="666666"/>
                </a:solidFill>
              </a:rPr>
              <a:t>8 bytes</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char   </a:t>
            </a:r>
            <a:r>
              <a:rPr lang="en">
                <a:solidFill>
                  <a:srgbClr val="666666"/>
                </a:solidFill>
              </a:rPr>
              <a:t>1 byte</a:t>
            </a:r>
            <a:endParaRPr>
              <a:solidFill>
                <a:srgbClr val="666666"/>
              </a:solidFill>
            </a:endParaRPr>
          </a:p>
          <a:p>
            <a:pPr marL="0" lvl="0" indent="0" algn="l" rtl="0">
              <a:spcBef>
                <a:spcPts val="1600"/>
              </a:spcBef>
              <a:spcAft>
                <a:spcPts val="0"/>
              </a:spcAft>
              <a:buNone/>
            </a:pPr>
            <a:r>
              <a:rPr lang="en">
                <a:solidFill>
                  <a:schemeClr val="dk1"/>
                </a:solidFill>
                <a:latin typeface="Consolas"/>
                <a:ea typeface="Consolas"/>
                <a:cs typeface="Consolas"/>
                <a:sym typeface="Consolas"/>
              </a:rPr>
              <a:t>string </a:t>
            </a:r>
            <a:r>
              <a:rPr lang="en">
                <a:solidFill>
                  <a:srgbClr val="666666"/>
                </a:solidFill>
              </a:rPr>
              <a:t>? bytes</a:t>
            </a:r>
            <a:endParaRPr>
              <a:solidFill>
                <a:srgbClr val="666666"/>
              </a:solidFill>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a:t>
            </a:r>
            <a:endParaRPr>
              <a:solidFill>
                <a:srgbClr val="666666"/>
              </a:solidFill>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29"/>
        <p:cNvGrpSpPr/>
        <p:nvPr/>
      </p:nvGrpSpPr>
      <p:grpSpPr>
        <a:xfrm>
          <a:off x="0" y="0"/>
          <a:ext cx="0" cy="0"/>
          <a:chOff x="0" y="0"/>
          <a:chExt cx="0" cy="0"/>
        </a:xfrm>
      </p:grpSpPr>
      <p:pic>
        <p:nvPicPr>
          <p:cNvPr id="430" name="Google Shape;430;p86"/>
          <p:cNvPicPr preferRelativeResize="0"/>
          <p:nvPr/>
        </p:nvPicPr>
        <p:blipFill>
          <a:blip r:embed="rId3">
            <a:alphaModFix/>
          </a:blip>
          <a:stretch>
            <a:fillRect/>
          </a:stretch>
        </p:blipFill>
        <p:spPr>
          <a:xfrm>
            <a:off x="152400" y="152400"/>
            <a:ext cx="8602134" cy="4838701"/>
          </a:xfrm>
          <a:prstGeom prst="rect">
            <a:avLst/>
          </a:prstGeom>
          <a:noFill/>
          <a:ln>
            <a:noFill/>
          </a:ln>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34"/>
        <p:cNvGrpSpPr/>
        <p:nvPr/>
      </p:nvGrpSpPr>
      <p:grpSpPr>
        <a:xfrm>
          <a:off x="0" y="0"/>
          <a:ext cx="0" cy="0"/>
          <a:chOff x="0" y="0"/>
          <a:chExt cx="0" cy="0"/>
        </a:xfrm>
      </p:grpSpPr>
      <p:pic>
        <p:nvPicPr>
          <p:cNvPr id="435" name="Google Shape;435;p87"/>
          <p:cNvPicPr preferRelativeResize="0"/>
          <p:nvPr/>
        </p:nvPicPr>
        <p:blipFill>
          <a:blip r:embed="rId3">
            <a:alphaModFix/>
          </a:blip>
          <a:stretch>
            <a:fillRect/>
          </a:stretch>
        </p:blipFill>
        <p:spPr>
          <a:xfrm>
            <a:off x="152400" y="152400"/>
            <a:ext cx="8602134" cy="4838701"/>
          </a:xfrm>
          <a:prstGeom prst="rect">
            <a:avLst/>
          </a:prstGeom>
          <a:noFill/>
          <a:ln>
            <a:noFill/>
          </a:ln>
        </p:spPr>
      </p:pic>
      <p:sp>
        <p:nvSpPr>
          <p:cNvPr id="436" name="Google Shape;436;p87"/>
          <p:cNvSpPr/>
          <p:nvPr/>
        </p:nvSpPr>
        <p:spPr>
          <a:xfrm>
            <a:off x="4739725" y="1372870"/>
            <a:ext cx="1336200" cy="2163300"/>
          </a:xfrm>
          <a:prstGeom prst="ellipse">
            <a:avLst/>
          </a:prstGeom>
          <a:noFill/>
          <a:ln w="76200"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0"/>
        <p:cNvGrpSpPr/>
        <p:nvPr/>
      </p:nvGrpSpPr>
      <p:grpSpPr>
        <a:xfrm>
          <a:off x="0" y="0"/>
          <a:ext cx="0" cy="0"/>
          <a:chOff x="0" y="0"/>
          <a:chExt cx="0" cy="0"/>
        </a:xfrm>
      </p:grpSpPr>
      <p:pic>
        <p:nvPicPr>
          <p:cNvPr id="441" name="Google Shape;441;p88"/>
          <p:cNvPicPr preferRelativeResize="0"/>
          <p:nvPr/>
        </p:nvPicPr>
        <p:blipFill>
          <a:blip r:embed="rId3">
            <a:alphaModFix/>
          </a:blip>
          <a:stretch>
            <a:fillRect/>
          </a:stretch>
        </p:blipFill>
        <p:spPr>
          <a:xfrm>
            <a:off x="-6669275" y="-2362200"/>
            <a:ext cx="18288026" cy="10287000"/>
          </a:xfrm>
          <a:prstGeom prst="rect">
            <a:avLst/>
          </a:prstGeom>
          <a:noFill/>
          <a:ln>
            <a:noFill/>
          </a:ln>
        </p:spPr>
      </p:pic>
      <p:sp>
        <p:nvSpPr>
          <p:cNvPr id="442" name="Google Shape;442;p88"/>
          <p:cNvSpPr/>
          <p:nvPr/>
        </p:nvSpPr>
        <p:spPr>
          <a:xfrm>
            <a:off x="2998500" y="35700"/>
            <a:ext cx="3039000" cy="4919700"/>
          </a:xfrm>
          <a:prstGeom prst="ellipse">
            <a:avLst/>
          </a:prstGeom>
          <a:noFill/>
          <a:ln w="152400" cap="flat" cmpd="sng">
            <a:solidFill>
              <a:srgbClr val="FFFF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46"/>
        <p:cNvGrpSpPr/>
        <p:nvPr/>
      </p:nvGrpSpPr>
      <p:grpSpPr>
        <a:xfrm>
          <a:off x="0" y="0"/>
          <a:ext cx="0" cy="0"/>
          <a:chOff x="0" y="0"/>
          <a:chExt cx="0" cy="0"/>
        </a:xfrm>
      </p:grpSpPr>
      <p:pic>
        <p:nvPicPr>
          <p:cNvPr id="447" name="Google Shape;447;p89"/>
          <p:cNvPicPr preferRelativeResize="0"/>
          <p:nvPr/>
        </p:nvPicPr>
        <p:blipFill>
          <a:blip r:embed="rId3">
            <a:alphaModFix/>
          </a:blip>
          <a:stretch>
            <a:fillRect/>
          </a:stretch>
        </p:blipFill>
        <p:spPr>
          <a:xfrm>
            <a:off x="-6669275" y="-2362200"/>
            <a:ext cx="18288026" cy="10287000"/>
          </a:xfrm>
          <a:prstGeom prst="rect">
            <a:avLst/>
          </a:prstGeom>
          <a:noFill/>
          <a:ln>
            <a:noFill/>
          </a:ln>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51"/>
        <p:cNvGrpSpPr/>
        <p:nvPr/>
      </p:nvGrpSpPr>
      <p:grpSpPr>
        <a:xfrm>
          <a:off x="0" y="0"/>
          <a:ext cx="0" cy="0"/>
          <a:chOff x="0" y="0"/>
          <a:chExt cx="0" cy="0"/>
        </a:xfrm>
      </p:grpSpPr>
      <p:pic>
        <p:nvPicPr>
          <p:cNvPr id="452" name="Google Shape;452;p90"/>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453" name="Google Shape;453;p90"/>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4" name="Google Shape;454;p90"/>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5" name="Google Shape;455;p90"/>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6" name="Google Shape;456;p90"/>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7" name="Google Shape;457;p90"/>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8" name="Google Shape;458;p90"/>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59" name="Google Shape;459;p90"/>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60" name="Google Shape;460;p90"/>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61" name="Google Shape;461;p90"/>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62" name="Google Shape;462;p90"/>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3" name="Google Shape;463;p90"/>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4" name="Google Shape;464;p90"/>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5" name="Google Shape;465;p90"/>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6" name="Google Shape;466;p90"/>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7" name="Google Shape;467;p90"/>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8" name="Google Shape;468;p90"/>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69" name="Google Shape;469;p90"/>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0" name="Google Shape;470;p90"/>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1" name="Google Shape;471;p90"/>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2" name="Google Shape;472;p90"/>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3" name="Google Shape;473;p90"/>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4" name="Google Shape;474;p90"/>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5" name="Google Shape;475;p90"/>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6" name="Google Shape;476;p90"/>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7" name="Google Shape;477;p90"/>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78" name="Google Shape;478;p90"/>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482"/>
        <p:cNvGrpSpPr/>
        <p:nvPr/>
      </p:nvGrpSpPr>
      <p:grpSpPr>
        <a:xfrm>
          <a:off x="0" y="0"/>
          <a:ext cx="0" cy="0"/>
          <a:chOff x="0" y="0"/>
          <a:chExt cx="0" cy="0"/>
        </a:xfrm>
      </p:grpSpPr>
      <p:pic>
        <p:nvPicPr>
          <p:cNvPr id="483" name="Google Shape;483;p91"/>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484" name="Google Shape;484;p91"/>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5" name="Google Shape;485;p91"/>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6" name="Google Shape;486;p91"/>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7" name="Google Shape;487;p91"/>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8" name="Google Shape;488;p91"/>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89" name="Google Shape;489;p91"/>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90" name="Google Shape;490;p91"/>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91" name="Google Shape;491;p91"/>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92" name="Google Shape;492;p91"/>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493" name="Google Shape;493;p91"/>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4" name="Google Shape;494;p91"/>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5" name="Google Shape;495;p91"/>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6" name="Google Shape;496;p91"/>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7" name="Google Shape;497;p91"/>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8" name="Google Shape;498;p91"/>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499" name="Google Shape;499;p91"/>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0" name="Google Shape;500;p91"/>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1" name="Google Shape;501;p91"/>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2" name="Google Shape;502;p91"/>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3" name="Google Shape;503;p91"/>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4" name="Google Shape;504;p91"/>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5" name="Google Shape;505;p91"/>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6" name="Google Shape;506;p91"/>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7" name="Google Shape;507;p91"/>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8" name="Google Shape;508;p91"/>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09" name="Google Shape;509;p91"/>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
        <p:nvSpPr>
          <p:cNvPr id="510" name="Google Shape;510;p91"/>
          <p:cNvSpPr/>
          <p:nvPr/>
        </p:nvSpPr>
        <p:spPr>
          <a:xfrm>
            <a:off x="3657600" y="931875"/>
            <a:ext cx="228600" cy="201600"/>
          </a:xfrm>
          <a:prstGeom prst="rect">
            <a:avLst/>
          </a:prstGeom>
          <a:solidFill>
            <a:srgbClr val="FFFF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14"/>
        <p:cNvGrpSpPr/>
        <p:nvPr/>
      </p:nvGrpSpPr>
      <p:grpSpPr>
        <a:xfrm>
          <a:off x="0" y="0"/>
          <a:ext cx="0" cy="0"/>
          <a:chOff x="0" y="0"/>
          <a:chExt cx="0" cy="0"/>
        </a:xfrm>
      </p:grpSpPr>
      <p:pic>
        <p:nvPicPr>
          <p:cNvPr id="515" name="Google Shape;515;p92"/>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516" name="Google Shape;516;p92"/>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17" name="Google Shape;517;p92"/>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18" name="Google Shape;518;p92"/>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19" name="Google Shape;519;p92"/>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0" name="Google Shape;520;p92"/>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1" name="Google Shape;521;p92"/>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2" name="Google Shape;522;p92"/>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3" name="Google Shape;523;p92"/>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4" name="Google Shape;524;p92"/>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25" name="Google Shape;525;p92"/>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26" name="Google Shape;526;p92"/>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27" name="Google Shape;527;p92"/>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28" name="Google Shape;528;p92"/>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29" name="Google Shape;529;p92"/>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0" name="Google Shape;530;p92"/>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1" name="Google Shape;531;p92"/>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2" name="Google Shape;532;p92"/>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3" name="Google Shape;533;p92"/>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4" name="Google Shape;534;p92"/>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5" name="Google Shape;535;p92"/>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6" name="Google Shape;536;p92"/>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7" name="Google Shape;537;p92"/>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8" name="Google Shape;538;p92"/>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39" name="Google Shape;539;p92"/>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40" name="Google Shape;540;p92"/>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41" name="Google Shape;541;p92"/>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
        <p:nvSpPr>
          <p:cNvPr id="542" name="Google Shape;542;p92"/>
          <p:cNvSpPr/>
          <p:nvPr/>
        </p:nvSpPr>
        <p:spPr>
          <a:xfrm>
            <a:off x="3657600" y="931875"/>
            <a:ext cx="914400" cy="201600"/>
          </a:xfrm>
          <a:prstGeom prst="rect">
            <a:avLst/>
          </a:prstGeom>
          <a:solidFill>
            <a:srgbClr val="FFFF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46"/>
        <p:cNvGrpSpPr/>
        <p:nvPr/>
      </p:nvGrpSpPr>
      <p:grpSpPr>
        <a:xfrm>
          <a:off x="0" y="0"/>
          <a:ext cx="0" cy="0"/>
          <a:chOff x="0" y="0"/>
          <a:chExt cx="0" cy="0"/>
        </a:xfrm>
      </p:grpSpPr>
      <p:pic>
        <p:nvPicPr>
          <p:cNvPr id="547" name="Google Shape;547;p93"/>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548" name="Google Shape;548;p93"/>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49" name="Google Shape;549;p93"/>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0" name="Google Shape;550;p93"/>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1" name="Google Shape;551;p93"/>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2" name="Google Shape;552;p93"/>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3" name="Google Shape;553;p93"/>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4" name="Google Shape;554;p93"/>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5" name="Google Shape;555;p93"/>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6" name="Google Shape;556;p93"/>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57" name="Google Shape;557;p93"/>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58" name="Google Shape;558;p93"/>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59" name="Google Shape;559;p93"/>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0" name="Google Shape;560;p93"/>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1" name="Google Shape;561;p93"/>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2" name="Google Shape;562;p93"/>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3" name="Google Shape;563;p93"/>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4" name="Google Shape;564;p93"/>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5" name="Google Shape;565;p93"/>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6" name="Google Shape;566;p93"/>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7" name="Google Shape;567;p93"/>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8" name="Google Shape;568;p93"/>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69" name="Google Shape;569;p93"/>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70" name="Google Shape;570;p93"/>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71" name="Google Shape;571;p93"/>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72" name="Google Shape;572;p93"/>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73" name="Google Shape;573;p93"/>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
        <p:nvSpPr>
          <p:cNvPr id="574" name="Google Shape;574;p93"/>
          <p:cNvSpPr/>
          <p:nvPr/>
        </p:nvSpPr>
        <p:spPr>
          <a:xfrm>
            <a:off x="3657600" y="931875"/>
            <a:ext cx="1905000" cy="201600"/>
          </a:xfrm>
          <a:prstGeom prst="rect">
            <a:avLst/>
          </a:prstGeom>
          <a:solidFill>
            <a:srgbClr val="FFFF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578"/>
        <p:cNvGrpSpPr/>
        <p:nvPr/>
      </p:nvGrpSpPr>
      <p:grpSpPr>
        <a:xfrm>
          <a:off x="0" y="0"/>
          <a:ext cx="0" cy="0"/>
          <a:chOff x="0" y="0"/>
          <a:chExt cx="0" cy="0"/>
        </a:xfrm>
      </p:grpSpPr>
      <p:pic>
        <p:nvPicPr>
          <p:cNvPr id="579" name="Google Shape;579;p94"/>
          <p:cNvPicPr preferRelativeResize="0"/>
          <p:nvPr/>
        </p:nvPicPr>
        <p:blipFill>
          <a:blip r:embed="rId3">
            <a:alphaModFix/>
          </a:blip>
          <a:stretch>
            <a:fillRect/>
          </a:stretch>
        </p:blipFill>
        <p:spPr>
          <a:xfrm>
            <a:off x="-6669275" y="-2362200"/>
            <a:ext cx="18288026" cy="10287000"/>
          </a:xfrm>
          <a:prstGeom prst="rect">
            <a:avLst/>
          </a:prstGeom>
          <a:noFill/>
          <a:ln w="28575" cap="flat" cmpd="sng">
            <a:solidFill>
              <a:schemeClr val="dk2"/>
            </a:solidFill>
            <a:prstDash val="solid"/>
            <a:round/>
            <a:headEnd type="none" w="sm" len="sm"/>
            <a:tailEnd type="none" w="sm" len="sm"/>
          </a:ln>
        </p:spPr>
      </p:pic>
      <p:cxnSp>
        <p:nvCxnSpPr>
          <p:cNvPr id="580" name="Google Shape;580;p94"/>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1" name="Google Shape;581;p94"/>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2" name="Google Shape;582;p94"/>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3" name="Google Shape;583;p94"/>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4" name="Google Shape;584;p94"/>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5" name="Google Shape;585;p94"/>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6" name="Google Shape;586;p94"/>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7" name="Google Shape;587;p94"/>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8" name="Google Shape;588;p94"/>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589" name="Google Shape;589;p94"/>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0" name="Google Shape;590;p94"/>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1" name="Google Shape;591;p94"/>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2" name="Google Shape;592;p94"/>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3" name="Google Shape;593;p94"/>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4" name="Google Shape;594;p94"/>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5" name="Google Shape;595;p94"/>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6" name="Google Shape;596;p94"/>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7" name="Google Shape;597;p94"/>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8" name="Google Shape;598;p94"/>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599" name="Google Shape;599;p94"/>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0" name="Google Shape;600;p94"/>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1" name="Google Shape;601;p94"/>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2" name="Google Shape;602;p94"/>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3" name="Google Shape;603;p94"/>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4" name="Google Shape;604;p94"/>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05" name="Google Shape;605;p94"/>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609"/>
        <p:cNvGrpSpPr/>
        <p:nvPr/>
      </p:nvGrpSpPr>
      <p:grpSpPr>
        <a:xfrm>
          <a:off x="0" y="0"/>
          <a:ext cx="0" cy="0"/>
          <a:chOff x="0" y="0"/>
          <a:chExt cx="0" cy="0"/>
        </a:xfrm>
      </p:grpSpPr>
      <p:cxnSp>
        <p:nvCxnSpPr>
          <p:cNvPr id="610" name="Google Shape;610;p95"/>
          <p:cNvCxnSpPr/>
          <p:nvPr/>
        </p:nvCxnSpPr>
        <p:spPr>
          <a:xfrm>
            <a:off x="55626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1" name="Google Shape;611;p95"/>
          <p:cNvCxnSpPr/>
          <p:nvPr/>
        </p:nvCxnSpPr>
        <p:spPr>
          <a:xfrm>
            <a:off x="3657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2" name="Google Shape;612;p95"/>
          <p:cNvCxnSpPr/>
          <p:nvPr/>
        </p:nvCxnSpPr>
        <p:spPr>
          <a:xfrm>
            <a:off x="45720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3" name="Google Shape;613;p95"/>
          <p:cNvCxnSpPr/>
          <p:nvPr/>
        </p:nvCxnSpPr>
        <p:spPr>
          <a:xfrm>
            <a:off x="41148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4" name="Google Shape;614;p95"/>
          <p:cNvCxnSpPr/>
          <p:nvPr/>
        </p:nvCxnSpPr>
        <p:spPr>
          <a:xfrm>
            <a:off x="5038725"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5" name="Google Shape;615;p95"/>
          <p:cNvCxnSpPr/>
          <p:nvPr/>
        </p:nvCxnSpPr>
        <p:spPr>
          <a:xfrm>
            <a:off x="3886200" y="91440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6" name="Google Shape;616;p95"/>
          <p:cNvCxnSpPr/>
          <p:nvPr/>
        </p:nvCxnSpPr>
        <p:spPr>
          <a:xfrm>
            <a:off x="43434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7" name="Google Shape;617;p95"/>
          <p:cNvCxnSpPr/>
          <p:nvPr/>
        </p:nvCxnSpPr>
        <p:spPr>
          <a:xfrm>
            <a:off x="480060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8" name="Google Shape;618;p95"/>
          <p:cNvCxnSpPr/>
          <p:nvPr/>
        </p:nvCxnSpPr>
        <p:spPr>
          <a:xfrm>
            <a:off x="5295520" y="923850"/>
            <a:ext cx="0" cy="3295800"/>
          </a:xfrm>
          <a:prstGeom prst="straightConnector1">
            <a:avLst/>
          </a:prstGeom>
          <a:noFill/>
          <a:ln w="28575" cap="flat" cmpd="sng">
            <a:solidFill>
              <a:srgbClr val="FFFF00"/>
            </a:solidFill>
            <a:prstDash val="solid"/>
            <a:round/>
            <a:headEnd type="none" w="med" len="med"/>
            <a:tailEnd type="none" w="med" len="med"/>
          </a:ln>
        </p:spPr>
      </p:cxnSp>
      <p:cxnSp>
        <p:nvCxnSpPr>
          <p:cNvPr id="619" name="Google Shape;619;p95"/>
          <p:cNvCxnSpPr/>
          <p:nvPr/>
        </p:nvCxnSpPr>
        <p:spPr>
          <a:xfrm>
            <a:off x="3638550" y="9318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0" name="Google Shape;620;p95"/>
          <p:cNvCxnSpPr/>
          <p:nvPr/>
        </p:nvCxnSpPr>
        <p:spPr>
          <a:xfrm>
            <a:off x="3638550" y="25622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1" name="Google Shape;621;p95"/>
          <p:cNvCxnSpPr/>
          <p:nvPr/>
        </p:nvCxnSpPr>
        <p:spPr>
          <a:xfrm>
            <a:off x="3638550" y="4210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2" name="Google Shape;622;p95"/>
          <p:cNvCxnSpPr/>
          <p:nvPr/>
        </p:nvCxnSpPr>
        <p:spPr>
          <a:xfrm>
            <a:off x="3638550" y="17621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3" name="Google Shape;623;p95"/>
          <p:cNvCxnSpPr/>
          <p:nvPr/>
        </p:nvCxnSpPr>
        <p:spPr>
          <a:xfrm>
            <a:off x="3638550" y="21622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4" name="Google Shape;624;p95"/>
          <p:cNvCxnSpPr/>
          <p:nvPr/>
        </p:nvCxnSpPr>
        <p:spPr>
          <a:xfrm>
            <a:off x="3638550" y="13430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5" name="Google Shape;625;p95"/>
          <p:cNvCxnSpPr/>
          <p:nvPr/>
        </p:nvCxnSpPr>
        <p:spPr>
          <a:xfrm>
            <a:off x="3638550" y="11335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6" name="Google Shape;626;p95"/>
          <p:cNvCxnSpPr/>
          <p:nvPr/>
        </p:nvCxnSpPr>
        <p:spPr>
          <a:xfrm>
            <a:off x="3638550" y="155263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7" name="Google Shape;627;p95"/>
          <p:cNvCxnSpPr/>
          <p:nvPr/>
        </p:nvCxnSpPr>
        <p:spPr>
          <a:xfrm>
            <a:off x="3638550" y="1962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8" name="Google Shape;628;p95"/>
          <p:cNvCxnSpPr/>
          <p:nvPr/>
        </p:nvCxnSpPr>
        <p:spPr>
          <a:xfrm>
            <a:off x="3638550" y="2371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29" name="Google Shape;629;p95"/>
          <p:cNvCxnSpPr/>
          <p:nvPr/>
        </p:nvCxnSpPr>
        <p:spPr>
          <a:xfrm>
            <a:off x="3638550" y="339576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0" name="Google Shape;630;p95"/>
          <p:cNvCxnSpPr/>
          <p:nvPr/>
        </p:nvCxnSpPr>
        <p:spPr>
          <a:xfrm>
            <a:off x="3638550" y="37958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1" name="Google Shape;631;p95"/>
          <p:cNvCxnSpPr/>
          <p:nvPr/>
        </p:nvCxnSpPr>
        <p:spPr>
          <a:xfrm>
            <a:off x="3638550" y="29957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2" name="Google Shape;632;p95"/>
          <p:cNvCxnSpPr/>
          <p:nvPr/>
        </p:nvCxnSpPr>
        <p:spPr>
          <a:xfrm>
            <a:off x="3638550" y="27671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3" name="Google Shape;633;p95"/>
          <p:cNvCxnSpPr/>
          <p:nvPr/>
        </p:nvCxnSpPr>
        <p:spPr>
          <a:xfrm>
            <a:off x="3638550" y="3186213"/>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4" name="Google Shape;634;p95"/>
          <p:cNvCxnSpPr/>
          <p:nvPr/>
        </p:nvCxnSpPr>
        <p:spPr>
          <a:xfrm>
            <a:off x="3638550" y="3595788"/>
            <a:ext cx="1943100" cy="0"/>
          </a:xfrm>
          <a:prstGeom prst="straightConnector1">
            <a:avLst/>
          </a:prstGeom>
          <a:noFill/>
          <a:ln w="28575" cap="flat" cmpd="sng">
            <a:solidFill>
              <a:srgbClr val="FFFF00"/>
            </a:solidFill>
            <a:prstDash val="solid"/>
            <a:round/>
            <a:headEnd type="none" w="med" len="med"/>
            <a:tailEnd type="none" w="med" len="med"/>
          </a:ln>
        </p:spPr>
      </p:cxnSp>
      <p:cxnSp>
        <p:nvCxnSpPr>
          <p:cNvPr id="635" name="Google Shape;635;p95"/>
          <p:cNvCxnSpPr/>
          <p:nvPr/>
        </p:nvCxnSpPr>
        <p:spPr>
          <a:xfrm>
            <a:off x="3638550" y="4005363"/>
            <a:ext cx="1943100" cy="0"/>
          </a:xfrm>
          <a:prstGeom prst="straightConnector1">
            <a:avLst/>
          </a:prstGeom>
          <a:noFill/>
          <a:ln w="28575" cap="flat" cmpd="sng">
            <a:solidFill>
              <a:srgbClr val="FFFF00"/>
            </a:solidFill>
            <a:prstDash val="solid"/>
            <a:round/>
            <a:headEnd type="none" w="med" len="med"/>
            <a:tailEnd type="none" w="med" len="med"/>
          </a:ln>
        </p:spPr>
      </p:cxn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639"/>
        <p:cNvGrpSpPr/>
        <p:nvPr/>
      </p:nvGrpSpPr>
      <p:grpSpPr>
        <a:xfrm>
          <a:off x="0" y="0"/>
          <a:ext cx="0" cy="0"/>
          <a:chOff x="0" y="0"/>
          <a:chExt cx="0" cy="0"/>
        </a:xfrm>
      </p:grpSpPr>
      <p:graphicFrame>
        <p:nvGraphicFramePr>
          <p:cNvPr id="640" name="Google Shape;640;p96"/>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644"/>
        <p:cNvGrpSpPr/>
        <p:nvPr/>
      </p:nvGrpSpPr>
      <p:grpSpPr>
        <a:xfrm>
          <a:off x="0" y="0"/>
          <a:ext cx="0" cy="0"/>
          <a:chOff x="0" y="0"/>
          <a:chExt cx="0" cy="0"/>
        </a:xfrm>
      </p:grpSpPr>
      <p:sp>
        <p:nvSpPr>
          <p:cNvPr id="645" name="Google Shape;645;p9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int score1 = 72;</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 score2 = 73;</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int score3 = 33;</a:t>
            </a:r>
            <a:endParaRPr>
              <a:solidFill>
                <a:srgbClr val="FFFFFF"/>
              </a:solidFill>
              <a:latin typeface="Consolas"/>
              <a:ea typeface="Consolas"/>
              <a:cs typeface="Consolas"/>
              <a:sym typeface="Consolas"/>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graphicFrame>
        <p:nvGraphicFramePr>
          <p:cNvPr id="650" name="Google Shape;650;p98"/>
          <p:cNvGraphicFramePr/>
          <p:nvPr/>
        </p:nvGraphicFramePr>
        <p:xfrm>
          <a:off x="0" y="-50"/>
          <a:ext cx="3000000" cy="3000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Shape 654"/>
        <p:cNvGrpSpPr/>
        <p:nvPr/>
      </p:nvGrpSpPr>
      <p:grpSpPr>
        <a:xfrm>
          <a:off x="0" y="0"/>
          <a:ext cx="0" cy="0"/>
          <a:chOff x="0" y="0"/>
          <a:chExt cx="0" cy="0"/>
        </a:xfrm>
      </p:grpSpPr>
      <p:graphicFrame>
        <p:nvGraphicFramePr>
          <p:cNvPr id="655" name="Google Shape;655;p99"/>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score1</a:t>
                      </a: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659"/>
        <p:cNvGrpSpPr/>
        <p:nvPr/>
      </p:nvGrpSpPr>
      <p:grpSpPr>
        <a:xfrm>
          <a:off x="0" y="0"/>
          <a:ext cx="0" cy="0"/>
          <a:chOff x="0" y="0"/>
          <a:chExt cx="0" cy="0"/>
        </a:xfrm>
      </p:grpSpPr>
      <p:graphicFrame>
        <p:nvGraphicFramePr>
          <p:cNvPr id="660" name="Google Shape;660;p100"/>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score1</a:t>
                      </a: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score2</a:t>
                      </a:r>
                      <a:endParaRPr sz="4800">
                        <a:solidFill>
                          <a:srgbClr val="FFFFFF"/>
                        </a:solidFill>
                        <a:latin typeface="Consolas"/>
                        <a:ea typeface="Consolas"/>
                        <a:cs typeface="Consolas"/>
                        <a:sym typeface="Consolas"/>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664"/>
        <p:cNvGrpSpPr/>
        <p:nvPr/>
      </p:nvGrpSpPr>
      <p:grpSpPr>
        <a:xfrm>
          <a:off x="0" y="0"/>
          <a:ext cx="0" cy="0"/>
          <a:chOff x="0" y="0"/>
          <a:chExt cx="0" cy="0"/>
        </a:xfrm>
      </p:grpSpPr>
      <p:graphicFrame>
        <p:nvGraphicFramePr>
          <p:cNvPr id="665" name="Google Shape;665;p101"/>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score1</a:t>
                      </a:r>
                      <a:endParaRPr>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score2</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33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score3</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669"/>
        <p:cNvGrpSpPr/>
        <p:nvPr/>
      </p:nvGrpSpPr>
      <p:grpSpPr>
        <a:xfrm>
          <a:off x="0" y="0"/>
          <a:ext cx="0" cy="0"/>
          <a:chOff x="0" y="0"/>
          <a:chExt cx="0" cy="0"/>
        </a:xfrm>
      </p:grpSpPr>
      <p:graphicFrame>
        <p:nvGraphicFramePr>
          <p:cNvPr id="670" name="Google Shape;670;p102"/>
          <p:cNvGraphicFramePr/>
          <p:nvPr/>
        </p:nvGraphicFramePr>
        <p:xfrm>
          <a:off x="0" y="-50"/>
          <a:ext cx="3000000" cy="3000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1900">
                          <a:solidFill>
                            <a:srgbClr val="FFFFFF"/>
                          </a:solidFill>
                          <a:latin typeface="Consolas"/>
                          <a:ea typeface="Consolas"/>
                          <a:cs typeface="Consolas"/>
                          <a:sym typeface="Consolas"/>
                        </a:rPr>
                        <a:t>00000000000000000000000001001000</a:t>
                      </a:r>
                      <a:endParaRPr sz="19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sz="1900">
                          <a:solidFill>
                            <a:srgbClr val="FFFFFF"/>
                          </a:solidFill>
                          <a:latin typeface="Consolas"/>
                          <a:ea typeface="Consolas"/>
                          <a:cs typeface="Consolas"/>
                          <a:sym typeface="Consolas"/>
                        </a:rPr>
                        <a:t>00000000000000000000000001001001</a:t>
                      </a:r>
                      <a:endParaRPr sz="19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score2</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143000">
                <a:tc gridSpan="4">
                  <a:txBody>
                    <a:bodyPr/>
                    <a:lstStyle/>
                    <a:p>
                      <a:pPr marL="0" lvl="0" indent="0" algn="ctr" rtl="0">
                        <a:spcBef>
                          <a:spcPts val="0"/>
                        </a:spcBef>
                        <a:spcAft>
                          <a:spcPts val="0"/>
                        </a:spcAft>
                        <a:buNone/>
                      </a:pPr>
                      <a:r>
                        <a:rPr lang="en" sz="1900">
                          <a:solidFill>
                            <a:srgbClr val="FFFFFF"/>
                          </a:solidFill>
                          <a:latin typeface="Consolas"/>
                          <a:ea typeface="Consolas"/>
                          <a:cs typeface="Consolas"/>
                          <a:sym typeface="Consolas"/>
                        </a:rPr>
                        <a:t>00000000000000000000000000100001</a:t>
                      </a:r>
                      <a:endParaRPr sz="19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Shape 674"/>
        <p:cNvGrpSpPr/>
        <p:nvPr/>
      </p:nvGrpSpPr>
      <p:grpSpPr>
        <a:xfrm>
          <a:off x="0" y="0"/>
          <a:ext cx="0" cy="0"/>
          <a:chOff x="0" y="0"/>
          <a:chExt cx="0" cy="0"/>
        </a:xfrm>
      </p:grpSpPr>
      <p:sp>
        <p:nvSpPr>
          <p:cNvPr id="675" name="Google Shape;675;p103"/>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int score1 = 72;</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int score2 = 73;</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int score3 = 33;</a:t>
            </a:r>
            <a:endParaRPr>
              <a:solidFill>
                <a:srgbClr val="FFFFFF"/>
              </a:solidFill>
              <a:latin typeface="Consolas"/>
              <a:ea typeface="Consolas"/>
              <a:cs typeface="Consolas"/>
              <a:sym typeface="Consolas"/>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10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arrays</a:t>
            </a:r>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684"/>
        <p:cNvGrpSpPr/>
        <p:nvPr/>
      </p:nvGrpSpPr>
      <p:grpSpPr>
        <a:xfrm>
          <a:off x="0" y="0"/>
          <a:ext cx="0" cy="0"/>
          <a:chOff x="0" y="0"/>
          <a:chExt cx="0" cy="0"/>
        </a:xfrm>
      </p:grpSpPr>
      <p:sp>
        <p:nvSpPr>
          <p:cNvPr id="685" name="Google Shape;685;p10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int scores[3];</a:t>
            </a:r>
            <a:endParaRPr>
              <a:solidFill>
                <a:srgbClr val="FFFFFF"/>
              </a:solidFill>
              <a:latin typeface="Consolas"/>
              <a:ea typeface="Consolas"/>
              <a:cs typeface="Consolas"/>
              <a:sym typeface="Consolas"/>
            </a:endParaRPr>
          </a:p>
          <a:p>
            <a:pPr marL="0" lvl="0" indent="0" algn="l" rtl="0">
              <a:spcBef>
                <a:spcPts val="1600"/>
              </a:spcBef>
              <a:spcAft>
                <a:spcPts val="0"/>
              </a:spcAft>
              <a:buNone/>
            </a:pPr>
            <a:endParaRPr>
              <a:solidFill>
                <a:srgbClr val="FFFFFF"/>
              </a:solidFill>
              <a:latin typeface="Consolas"/>
              <a:ea typeface="Consolas"/>
              <a:cs typeface="Consolas"/>
              <a:sym typeface="Consolas"/>
            </a:endParaRPr>
          </a:p>
          <a:p>
            <a:pPr marL="0" lvl="0" indent="0" algn="l" rtl="0">
              <a:spcBef>
                <a:spcPts val="1600"/>
              </a:spcBef>
              <a:spcAft>
                <a:spcPts val="0"/>
              </a:spcAft>
              <a:buNone/>
            </a:pPr>
            <a:endParaRPr>
              <a:solidFill>
                <a:srgbClr val="FFFFFF"/>
              </a:solidFill>
              <a:latin typeface="Consolas"/>
              <a:ea typeface="Consolas"/>
              <a:cs typeface="Consolas"/>
              <a:sym typeface="Consolas"/>
            </a:endParaRPr>
          </a:p>
          <a:p>
            <a:pPr marL="0" lvl="0" indent="0" algn="l" rtl="0">
              <a:spcBef>
                <a:spcPts val="1600"/>
              </a:spcBef>
              <a:spcAft>
                <a:spcPts val="1600"/>
              </a:spcAft>
              <a:buNone/>
            </a:pPr>
            <a:endParaRPr>
              <a:solidFill>
                <a:srgbClr val="FFFFFF"/>
              </a:solidFill>
              <a:latin typeface="Consolas"/>
              <a:ea typeface="Consolas"/>
              <a:cs typeface="Consolas"/>
              <a:sym typeface="Consolas"/>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689"/>
        <p:cNvGrpSpPr/>
        <p:nvPr/>
      </p:nvGrpSpPr>
      <p:grpSpPr>
        <a:xfrm>
          <a:off x="0" y="0"/>
          <a:ext cx="0" cy="0"/>
          <a:chOff x="0" y="0"/>
          <a:chExt cx="0" cy="0"/>
        </a:xfrm>
      </p:grpSpPr>
      <p:sp>
        <p:nvSpPr>
          <p:cNvPr id="690" name="Google Shape;690;p106"/>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int scores[3];</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scores[0] = 72;</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scores[1] = 73;</a:t>
            </a:r>
            <a:endParaRPr>
              <a:solidFill>
                <a:schemeClr val="dk1"/>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scores[2] = 33;</a:t>
            </a:r>
            <a:endParaRPr>
              <a:solidFill>
                <a:srgbClr val="FFFFFF"/>
              </a:solidFill>
              <a:latin typeface="Consolas"/>
              <a:ea typeface="Consolas"/>
              <a:cs typeface="Consolas"/>
              <a:sym typeface="Consolas"/>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graphicFrame>
        <p:nvGraphicFramePr>
          <p:cNvPr id="695" name="Google Shape;695;p107"/>
          <p:cNvGraphicFramePr/>
          <p:nvPr/>
        </p:nvGraphicFramePr>
        <p:xfrm>
          <a:off x="0" y="-50"/>
          <a:ext cx="3000000" cy="3000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scores[0]</a:t>
                      </a: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scores[1]</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0000"/>
                  </a:ext>
                </a:extLst>
              </a:tr>
              <a:tr h="1143000">
                <a:tc gridSpan="4">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33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scores[2]</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hMerge="1">
                  <a:txBody>
                    <a:bodyPr/>
                    <a:lstStyle/>
                    <a:p>
                      <a:endParaRPr lang="en-US"/>
                    </a:p>
                  </a:txBody>
                  <a:tcPr/>
                </a:tc>
                <a:tc hMerge="1">
                  <a:txBody>
                    <a:bodyPr/>
                    <a:lstStyle/>
                    <a:p>
                      <a:endParaRPr lang="en-US"/>
                    </a:p>
                  </a:txBody>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699"/>
        <p:cNvGrpSpPr/>
        <p:nvPr/>
      </p:nvGrpSpPr>
      <p:grpSpPr>
        <a:xfrm>
          <a:off x="0" y="0"/>
          <a:ext cx="0" cy="0"/>
          <a:chOff x="0" y="0"/>
          <a:chExt cx="0" cy="0"/>
        </a:xfrm>
      </p:grpSpPr>
      <p:pic>
        <p:nvPicPr>
          <p:cNvPr id="700" name="Google Shape;700;p108"/>
          <p:cNvPicPr preferRelativeResize="0"/>
          <p:nvPr/>
        </p:nvPicPr>
        <p:blipFill>
          <a:blip r:embed="rId3">
            <a:alphaModFix/>
          </a:blip>
          <a:stretch>
            <a:fillRect/>
          </a:stretch>
        </p:blipFill>
        <p:spPr>
          <a:xfrm>
            <a:off x="2286000" y="1809750"/>
            <a:ext cx="1524000" cy="1524000"/>
          </a:xfrm>
          <a:prstGeom prst="rect">
            <a:avLst/>
          </a:prstGeom>
          <a:noFill/>
          <a:ln>
            <a:noFill/>
          </a:ln>
        </p:spPr>
      </p:pic>
      <p:pic>
        <p:nvPicPr>
          <p:cNvPr id="701" name="Google Shape;701;p108"/>
          <p:cNvPicPr preferRelativeResize="0"/>
          <p:nvPr/>
        </p:nvPicPr>
        <p:blipFill>
          <a:blip r:embed="rId4">
            <a:alphaModFix/>
          </a:blip>
          <a:stretch>
            <a:fillRect/>
          </a:stretch>
        </p:blipFill>
        <p:spPr>
          <a:xfrm>
            <a:off x="3810000" y="1809750"/>
            <a:ext cx="1524000" cy="1524000"/>
          </a:xfrm>
          <a:prstGeom prst="rect">
            <a:avLst/>
          </a:prstGeom>
          <a:noFill/>
          <a:ln>
            <a:noFill/>
          </a:ln>
        </p:spPr>
      </p:pic>
      <p:pic>
        <p:nvPicPr>
          <p:cNvPr id="702" name="Google Shape;702;p108"/>
          <p:cNvPicPr preferRelativeResize="0"/>
          <p:nvPr/>
        </p:nvPicPr>
        <p:blipFill>
          <a:blip r:embed="rId5">
            <a:alphaModFix/>
          </a:blip>
          <a:stretch>
            <a:fillRect/>
          </a:stretch>
        </p:blipFill>
        <p:spPr>
          <a:xfrm>
            <a:off x="5334000" y="1809750"/>
            <a:ext cx="1524000" cy="1524000"/>
          </a:xfrm>
          <a:prstGeom prst="rect">
            <a:avLst/>
          </a:prstGeom>
          <a:noFill/>
          <a:ln>
            <a:noFill/>
          </a:ln>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706"/>
        <p:cNvGrpSpPr/>
        <p:nvPr/>
      </p:nvGrpSpPr>
      <p:grpSpPr>
        <a:xfrm>
          <a:off x="0" y="0"/>
          <a:ext cx="0" cy="0"/>
          <a:chOff x="0" y="0"/>
          <a:chExt cx="0" cy="0"/>
        </a:xfrm>
      </p:grpSpPr>
      <p:sp>
        <p:nvSpPr>
          <p:cNvPr id="707" name="Google Shape;707;p109"/>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char c1 = 'H';</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rgbClr val="FFFFFF"/>
                </a:solidFill>
                <a:latin typeface="Consolas"/>
                <a:ea typeface="Consolas"/>
                <a:cs typeface="Consolas"/>
                <a:sym typeface="Consolas"/>
              </a:rPr>
              <a:t>char c2 = 'I';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rgbClr val="FFFFFF"/>
                </a:solidFill>
                <a:latin typeface="Consolas"/>
                <a:ea typeface="Consolas"/>
                <a:cs typeface="Consolas"/>
                <a:sym typeface="Consolas"/>
              </a:rPr>
              <a:t>char c3 = '!';</a:t>
            </a:r>
            <a:endParaRPr>
              <a:solidFill>
                <a:srgbClr val="FFFFFF"/>
              </a:solidFill>
              <a:latin typeface="Consolas"/>
              <a:ea typeface="Consolas"/>
              <a:cs typeface="Consolas"/>
              <a:sym typeface="Consolas"/>
            </a:endParaRP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711"/>
        <p:cNvGrpSpPr/>
        <p:nvPr/>
      </p:nvGrpSpPr>
      <p:grpSpPr>
        <a:xfrm>
          <a:off x="0" y="0"/>
          <a:ext cx="0" cy="0"/>
          <a:chOff x="0" y="0"/>
          <a:chExt cx="0" cy="0"/>
        </a:xfrm>
      </p:grpSpPr>
      <p:graphicFrame>
        <p:nvGraphicFramePr>
          <p:cNvPr id="712" name="Google Shape;712;p110"/>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716"/>
        <p:cNvGrpSpPr/>
        <p:nvPr/>
      </p:nvGrpSpPr>
      <p:grpSpPr>
        <a:xfrm>
          <a:off x="0" y="0"/>
          <a:ext cx="0" cy="0"/>
          <a:chOff x="0" y="0"/>
          <a:chExt cx="0" cy="0"/>
        </a:xfrm>
      </p:grpSpPr>
      <p:graphicFrame>
        <p:nvGraphicFramePr>
          <p:cNvPr id="717" name="Google Shape;717;p111"/>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c2</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721"/>
        <p:cNvGrpSpPr/>
        <p:nvPr/>
      </p:nvGrpSpPr>
      <p:grpSpPr>
        <a:xfrm>
          <a:off x="0" y="0"/>
          <a:ext cx="0" cy="0"/>
          <a:chOff x="0" y="0"/>
          <a:chExt cx="0" cy="0"/>
        </a:xfrm>
      </p:grpSpPr>
      <p:graphicFrame>
        <p:nvGraphicFramePr>
          <p:cNvPr id="722" name="Google Shape;722;p112"/>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c2</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33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726"/>
        <p:cNvGrpSpPr/>
        <p:nvPr/>
      </p:nvGrpSpPr>
      <p:grpSpPr>
        <a:xfrm>
          <a:off x="0" y="0"/>
          <a:ext cx="0" cy="0"/>
          <a:chOff x="0" y="0"/>
          <a:chExt cx="0" cy="0"/>
        </a:xfrm>
      </p:grpSpPr>
      <p:graphicFrame>
        <p:nvGraphicFramePr>
          <p:cNvPr id="727" name="Google Shape;727;p113"/>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1700">
                          <a:solidFill>
                            <a:srgbClr val="FFFFFF"/>
                          </a:solidFill>
                          <a:latin typeface="Consolas"/>
                          <a:ea typeface="Consolas"/>
                          <a:cs typeface="Consolas"/>
                          <a:sym typeface="Consolas"/>
                        </a:rPr>
                        <a:t>01001000</a:t>
                      </a:r>
                      <a:endParaRPr sz="17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1700">
                          <a:solidFill>
                            <a:srgbClr val="FFFFFF"/>
                          </a:solidFill>
                          <a:latin typeface="Consolas"/>
                          <a:ea typeface="Consolas"/>
                          <a:cs typeface="Consolas"/>
                          <a:sym typeface="Consolas"/>
                        </a:rPr>
                        <a:t>01001001</a:t>
                      </a:r>
                      <a:endParaRPr sz="17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c2</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1700">
                          <a:solidFill>
                            <a:srgbClr val="FFFFFF"/>
                          </a:solidFill>
                          <a:latin typeface="Consolas"/>
                          <a:ea typeface="Consolas"/>
                          <a:cs typeface="Consolas"/>
                          <a:sym typeface="Consolas"/>
                        </a:rPr>
                        <a:t>00100001</a:t>
                      </a:r>
                      <a:endParaRPr sz="17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c3</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11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string</a:t>
            </a:r>
            <a:endParaRPr>
              <a:latin typeface="Consolas"/>
              <a:ea typeface="Consolas"/>
              <a:cs typeface="Consolas"/>
              <a:sym typeface="Consolas"/>
            </a:endParaRPr>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736"/>
        <p:cNvGrpSpPr/>
        <p:nvPr/>
      </p:nvGrpSpPr>
      <p:grpSpPr>
        <a:xfrm>
          <a:off x="0" y="0"/>
          <a:ext cx="0" cy="0"/>
          <a:chOff x="0" y="0"/>
          <a:chExt cx="0" cy="0"/>
        </a:xfrm>
      </p:grpSpPr>
      <p:sp>
        <p:nvSpPr>
          <p:cNvPr id="737" name="Google Shape;737;p115"/>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1600"/>
              </a:spcAft>
              <a:buNone/>
            </a:pPr>
            <a:r>
              <a:rPr lang="en">
                <a:solidFill>
                  <a:srgbClr val="FFFFFF"/>
                </a:solidFill>
                <a:latin typeface="Consolas"/>
                <a:ea typeface="Consolas"/>
                <a:cs typeface="Consolas"/>
                <a:sym typeface="Consolas"/>
              </a:rPr>
              <a:t>string s = "HI!";</a:t>
            </a:r>
            <a:endParaRPr>
              <a:solidFill>
                <a:srgbClr val="FFFFFF"/>
              </a:solidFill>
              <a:latin typeface="Consolas"/>
              <a:ea typeface="Consolas"/>
              <a:cs typeface="Consolas"/>
              <a:sym typeface="Consolas"/>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741"/>
        <p:cNvGrpSpPr/>
        <p:nvPr/>
      </p:nvGrpSpPr>
      <p:grpSpPr>
        <a:xfrm>
          <a:off x="0" y="0"/>
          <a:ext cx="0" cy="0"/>
          <a:chOff x="0" y="0"/>
          <a:chExt cx="0" cy="0"/>
        </a:xfrm>
      </p:grpSpPr>
      <p:graphicFrame>
        <p:nvGraphicFramePr>
          <p:cNvPr id="742" name="Google Shape;742;p116"/>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endParaRPr sz="4800">
                        <a:solidFill>
                          <a:srgbClr val="FFFFFF"/>
                        </a:solidFill>
                        <a:latin typeface="Consolas"/>
                        <a:ea typeface="Consolas"/>
                        <a:cs typeface="Consolas"/>
                        <a:sym typeface="Consolas"/>
                      </a:endParaRPr>
                    </a:p>
                  </a:txBody>
                  <a:tcPr marL="91425" marR="91425" marT="91425" marB="91425" anchor="ctr">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graphicFrame>
        <p:nvGraphicFramePr>
          <p:cNvPr id="747" name="Google Shape;747;p117"/>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Shape 751"/>
        <p:cNvGrpSpPr/>
        <p:nvPr/>
      </p:nvGrpSpPr>
      <p:grpSpPr>
        <a:xfrm>
          <a:off x="0" y="0"/>
          <a:ext cx="0" cy="0"/>
          <a:chOff x="0" y="0"/>
          <a:chExt cx="0" cy="0"/>
        </a:xfrm>
      </p:grpSpPr>
      <p:graphicFrame>
        <p:nvGraphicFramePr>
          <p:cNvPr id="752" name="Google Shape;752;p118"/>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Shape 756"/>
        <p:cNvGrpSpPr/>
        <p:nvPr/>
      </p:nvGrpSpPr>
      <p:grpSpPr>
        <a:xfrm>
          <a:off x="0" y="0"/>
          <a:ext cx="0" cy="0"/>
          <a:chOff x="0" y="0"/>
          <a:chExt cx="0" cy="0"/>
        </a:xfrm>
      </p:grpSpPr>
      <p:graphicFrame>
        <p:nvGraphicFramePr>
          <p:cNvPr id="757" name="Google Shape;757;p119"/>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1700">
                          <a:solidFill>
                            <a:srgbClr val="FFFFFF"/>
                          </a:solidFill>
                          <a:latin typeface="Consolas"/>
                          <a:ea typeface="Consolas"/>
                          <a:cs typeface="Consolas"/>
                          <a:sym typeface="Consolas"/>
                        </a:rPr>
                        <a:t>00000000</a:t>
                      </a:r>
                      <a:endParaRPr sz="1700">
                        <a:solidFill>
                          <a:srgbClr val="FFFFFF"/>
                        </a:solidFill>
                        <a:latin typeface="Consolas"/>
                        <a:ea typeface="Consolas"/>
                        <a:cs typeface="Consolas"/>
                        <a:sym typeface="Consolas"/>
                      </a:endParaRPr>
                    </a:p>
                    <a:p>
                      <a:pPr marL="0" lvl="0" indent="0" algn="ctr" rtl="0">
                        <a:spcBef>
                          <a:spcPts val="0"/>
                        </a:spcBef>
                        <a:spcAft>
                          <a:spcPts val="0"/>
                        </a:spcAft>
                        <a:buNone/>
                      </a:pPr>
                      <a:endParaRPr>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s[3]</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Shape 761"/>
        <p:cNvGrpSpPr/>
        <p:nvPr/>
      </p:nvGrpSpPr>
      <p:grpSpPr>
        <a:xfrm>
          <a:off x="0" y="0"/>
          <a:ext cx="0" cy="0"/>
          <a:chOff x="0" y="0"/>
          <a:chExt cx="0" cy="0"/>
        </a:xfrm>
      </p:grpSpPr>
      <p:graphicFrame>
        <p:nvGraphicFramePr>
          <p:cNvPr id="762" name="Google Shape;762;p120"/>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s[3]</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766"/>
        <p:cNvGrpSpPr/>
        <p:nvPr/>
      </p:nvGrpSpPr>
      <p:grpSpPr>
        <a:xfrm>
          <a:off x="0" y="0"/>
          <a:ext cx="0" cy="0"/>
          <a:chOff x="0" y="0"/>
          <a:chExt cx="0" cy="0"/>
        </a:xfrm>
      </p:grpSpPr>
      <p:graphicFrame>
        <p:nvGraphicFramePr>
          <p:cNvPr id="767" name="Google Shape;767;p121"/>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s[3]</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graphicFrame>
        <p:nvGraphicFramePr>
          <p:cNvPr id="772" name="Google Shape;772;p122"/>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72</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73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s[1]</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33</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s[3]</a:t>
                      </a: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Shape 776"/>
        <p:cNvGrpSpPr/>
        <p:nvPr/>
      </p:nvGrpSpPr>
      <p:grpSpPr>
        <a:xfrm>
          <a:off x="0" y="0"/>
          <a:ext cx="0" cy="0"/>
          <a:chOff x="0" y="0"/>
          <a:chExt cx="0" cy="0"/>
        </a:xfrm>
      </p:grpSpPr>
      <p:graphicFrame>
        <p:nvGraphicFramePr>
          <p:cNvPr id="777" name="Google Shape;777;p123"/>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\0</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Shape 781"/>
        <p:cNvGrpSpPr/>
        <p:nvPr/>
      </p:nvGrpSpPr>
      <p:grpSpPr>
        <a:xfrm>
          <a:off x="0" y="0"/>
          <a:ext cx="0" cy="0"/>
          <a:chOff x="0" y="0"/>
          <a:chExt cx="0" cy="0"/>
        </a:xfrm>
      </p:grpSpPr>
      <p:sp>
        <p:nvSpPr>
          <p:cNvPr id="782" name="Google Shape;782;p12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NUL</a:t>
            </a:r>
            <a:endParaRPr>
              <a:latin typeface="Consolas"/>
              <a:ea typeface="Consolas"/>
              <a:cs typeface="Consolas"/>
              <a:sym typeface="Consolas"/>
            </a:endParaRP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pic>
        <p:nvPicPr>
          <p:cNvPr id="787" name="Google Shape;787;p125"/>
          <p:cNvPicPr preferRelativeResize="0"/>
          <p:nvPr/>
        </p:nvPicPr>
        <p:blipFill>
          <a:blip r:embed="rId3">
            <a:alphaModFix/>
          </a:blip>
          <a:stretch>
            <a:fillRect/>
          </a:stretch>
        </p:blipFill>
        <p:spPr>
          <a:xfrm>
            <a:off x="348375" y="728387"/>
            <a:ext cx="8447252" cy="3686724"/>
          </a:xfrm>
          <a:prstGeom prst="rect">
            <a:avLst/>
          </a:prstGeom>
          <a:noFill/>
          <a:ln>
            <a:noFill/>
          </a:ln>
        </p:spPr>
      </p:pic>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pic>
        <p:nvPicPr>
          <p:cNvPr id="792" name="Google Shape;792;p126"/>
          <p:cNvPicPr preferRelativeResize="0"/>
          <p:nvPr/>
        </p:nvPicPr>
        <p:blipFill>
          <a:blip r:embed="rId3">
            <a:alphaModFix/>
          </a:blip>
          <a:stretch>
            <a:fillRect/>
          </a:stretch>
        </p:blipFill>
        <p:spPr>
          <a:xfrm>
            <a:off x="348375" y="728387"/>
            <a:ext cx="8447252" cy="3686724"/>
          </a:xfrm>
          <a:prstGeom prst="rect">
            <a:avLst/>
          </a:prstGeom>
          <a:noFill/>
          <a:ln>
            <a:noFill/>
          </a:ln>
        </p:spPr>
      </p:pic>
      <p:sp>
        <p:nvSpPr>
          <p:cNvPr id="793" name="Google Shape;793;p126"/>
          <p:cNvSpPr/>
          <p:nvPr/>
        </p:nvSpPr>
        <p:spPr>
          <a:xfrm>
            <a:off x="1333500" y="0"/>
            <a:ext cx="78108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Shape 797"/>
        <p:cNvGrpSpPr/>
        <p:nvPr/>
      </p:nvGrpSpPr>
      <p:grpSpPr>
        <a:xfrm>
          <a:off x="0" y="0"/>
          <a:ext cx="0" cy="0"/>
          <a:chOff x="0" y="0"/>
          <a:chExt cx="0" cy="0"/>
        </a:xfrm>
      </p:grpSpPr>
      <p:sp>
        <p:nvSpPr>
          <p:cNvPr id="798" name="Google Shape;798;p127"/>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string s = "HI!";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string t = "BYE!";</a:t>
            </a:r>
            <a:endParaRPr>
              <a:solidFill>
                <a:srgbClr val="FFFFFF"/>
              </a:solidFill>
              <a:latin typeface="Consolas"/>
              <a:ea typeface="Consolas"/>
              <a:cs typeface="Consolas"/>
              <a:sym typeface="Consolas"/>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Shape 802"/>
        <p:cNvGrpSpPr/>
        <p:nvPr/>
      </p:nvGrpSpPr>
      <p:grpSpPr>
        <a:xfrm>
          <a:off x="0" y="0"/>
          <a:ext cx="0" cy="0"/>
          <a:chOff x="0" y="0"/>
          <a:chExt cx="0" cy="0"/>
        </a:xfrm>
      </p:grpSpPr>
      <p:graphicFrame>
        <p:nvGraphicFramePr>
          <p:cNvPr id="803" name="Google Shape;803;p128"/>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Shape 807"/>
        <p:cNvGrpSpPr/>
        <p:nvPr/>
      </p:nvGrpSpPr>
      <p:grpSpPr>
        <a:xfrm>
          <a:off x="0" y="0"/>
          <a:ext cx="0" cy="0"/>
          <a:chOff x="0" y="0"/>
          <a:chExt cx="0" cy="0"/>
        </a:xfrm>
      </p:grpSpPr>
      <p:graphicFrame>
        <p:nvGraphicFramePr>
          <p:cNvPr id="808" name="Google Shape;808;p129"/>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\0</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Shape 812"/>
        <p:cNvGrpSpPr/>
        <p:nvPr/>
      </p:nvGrpSpPr>
      <p:grpSpPr>
        <a:xfrm>
          <a:off x="0" y="0"/>
          <a:ext cx="0" cy="0"/>
          <a:chOff x="0" y="0"/>
          <a:chExt cx="0" cy="0"/>
        </a:xfrm>
      </p:grpSpPr>
      <p:graphicFrame>
        <p:nvGraphicFramePr>
          <p:cNvPr id="813" name="Google Shape;813;p130"/>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s</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\0</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B</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t</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Y</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E</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Shape 817"/>
        <p:cNvGrpSpPr/>
        <p:nvPr/>
      </p:nvGrpSpPr>
      <p:grpSpPr>
        <a:xfrm>
          <a:off x="0" y="0"/>
          <a:ext cx="0" cy="0"/>
          <a:chOff x="0" y="0"/>
          <a:chExt cx="0" cy="0"/>
        </a:xfrm>
      </p:grpSpPr>
      <p:graphicFrame>
        <p:nvGraphicFramePr>
          <p:cNvPr id="818" name="Google Shape;818;p131"/>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H</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s[0]</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I</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s[1]</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s[3]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B</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t[0]</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Y</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t[1]</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E</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t[2]</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t[3]</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t[4]</a:t>
                      </a: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Shape 822"/>
        <p:cNvGrpSpPr/>
        <p:nvPr/>
      </p:nvGrpSpPr>
      <p:grpSpPr>
        <a:xfrm>
          <a:off x="0" y="0"/>
          <a:ext cx="0" cy="0"/>
          <a:chOff x="0" y="0"/>
          <a:chExt cx="0" cy="0"/>
        </a:xfrm>
      </p:grpSpPr>
      <p:sp>
        <p:nvSpPr>
          <p:cNvPr id="823" name="Google Shape;823;p132"/>
          <p:cNvSpPr txBox="1">
            <a:spLocks noGrp="1"/>
          </p:cNvSpPr>
          <p:nvPr>
            <p:ph type="body" idx="1"/>
          </p:nvPr>
        </p:nvSpPr>
        <p:spPr>
          <a:xfrm>
            <a:off x="311700" y="1152475"/>
            <a:ext cx="8520600" cy="34164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a:solidFill>
                  <a:srgbClr val="FFFFFF"/>
                </a:solidFill>
                <a:latin typeface="Consolas"/>
                <a:ea typeface="Consolas"/>
                <a:cs typeface="Consolas"/>
                <a:sym typeface="Consolas"/>
              </a:rPr>
              <a:t>string words[2];</a:t>
            </a:r>
            <a:endParaRPr>
              <a:solidFill>
                <a:srgbClr val="FFFFFF"/>
              </a:solidFill>
              <a:latin typeface="Consolas"/>
              <a:ea typeface="Consolas"/>
              <a:cs typeface="Consolas"/>
              <a:sym typeface="Consolas"/>
            </a:endParaRPr>
          </a:p>
          <a:p>
            <a:pPr marL="0" lvl="0" indent="0" algn="l" rtl="0">
              <a:spcBef>
                <a:spcPts val="1600"/>
              </a:spcBef>
              <a:spcAft>
                <a:spcPts val="0"/>
              </a:spcAft>
              <a:buNone/>
            </a:pPr>
            <a:r>
              <a:rPr lang="en">
                <a:solidFill>
                  <a:schemeClr val="dk1"/>
                </a:solidFill>
                <a:latin typeface="Consolas"/>
                <a:ea typeface="Consolas"/>
                <a:cs typeface="Consolas"/>
                <a:sym typeface="Consolas"/>
              </a:rPr>
              <a:t>words</a:t>
            </a:r>
            <a:r>
              <a:rPr lang="en">
                <a:solidFill>
                  <a:srgbClr val="FFFFFF"/>
                </a:solidFill>
                <a:latin typeface="Consolas"/>
                <a:ea typeface="Consolas"/>
                <a:cs typeface="Consolas"/>
                <a:sym typeface="Consolas"/>
              </a:rPr>
              <a:t>[0] = "HI!";</a:t>
            </a:r>
            <a:endParaRPr>
              <a:solidFill>
                <a:srgbClr val="FFFFFF"/>
              </a:solidFill>
              <a:latin typeface="Consolas"/>
              <a:ea typeface="Consolas"/>
              <a:cs typeface="Consolas"/>
              <a:sym typeface="Consolas"/>
            </a:endParaRPr>
          </a:p>
          <a:p>
            <a:pPr marL="0" lvl="0" indent="0" algn="l" rtl="0">
              <a:spcBef>
                <a:spcPts val="1600"/>
              </a:spcBef>
              <a:spcAft>
                <a:spcPts val="1600"/>
              </a:spcAft>
              <a:buNone/>
            </a:pPr>
            <a:r>
              <a:rPr lang="en">
                <a:solidFill>
                  <a:schemeClr val="dk1"/>
                </a:solidFill>
                <a:latin typeface="Consolas"/>
                <a:ea typeface="Consolas"/>
                <a:cs typeface="Consolas"/>
                <a:sym typeface="Consolas"/>
              </a:rPr>
              <a:t>words[1] = "BYE!";</a:t>
            </a:r>
            <a:endParaRPr>
              <a:solidFill>
                <a:schemeClr val="dk1"/>
              </a:solidFill>
              <a:latin typeface="Consolas"/>
              <a:ea typeface="Consolas"/>
              <a:cs typeface="Consolas"/>
              <a:sym typeface="Consolas"/>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Shape 827"/>
        <p:cNvGrpSpPr/>
        <p:nvPr/>
      </p:nvGrpSpPr>
      <p:grpSpPr>
        <a:xfrm>
          <a:off x="0" y="0"/>
          <a:ext cx="0" cy="0"/>
          <a:chOff x="0" y="0"/>
          <a:chExt cx="0" cy="0"/>
        </a:xfrm>
      </p:grpSpPr>
      <p:graphicFrame>
        <p:nvGraphicFramePr>
          <p:cNvPr id="828" name="Google Shape;828;p133"/>
          <p:cNvGraphicFramePr/>
          <p:nvPr/>
        </p:nvGraphicFramePr>
        <p:xfrm>
          <a:off x="0" y="-50"/>
          <a:ext cx="3000000" cy="3000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H</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words[0]</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I</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\0</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B</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rgbClr val="FFFFFF"/>
                          </a:solidFill>
                          <a:latin typeface="Consolas"/>
                          <a:ea typeface="Consolas"/>
                          <a:cs typeface="Consolas"/>
                          <a:sym typeface="Consolas"/>
                        </a:rPr>
                        <a:t>words[1]</a:t>
                      </a:r>
                      <a:endParaRPr>
                        <a:solidFill>
                          <a:srgbClr val="FFFFFF"/>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Y</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E</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r>
                        <a:rPr lang="en">
                          <a:solidFill>
                            <a:schemeClr val="dk1"/>
                          </a:solidFill>
                          <a:latin typeface="Consolas"/>
                          <a:ea typeface="Consolas"/>
                          <a:cs typeface="Consolas"/>
                          <a:sym typeface="Consolas"/>
                        </a:rPr>
                        <a:t> </a:t>
                      </a:r>
                      <a:endParaRPr sz="4800">
                        <a:solidFill>
                          <a:srgbClr val="FFFFFF"/>
                        </a:solidFill>
                        <a:latin typeface="Consolas"/>
                        <a:ea typeface="Consolas"/>
                        <a:cs typeface="Consolas"/>
                        <a:sym typeface="Consolas"/>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rgbClr val="FFFFFF"/>
                          </a:solidFill>
                          <a:latin typeface="Consolas"/>
                          <a:ea typeface="Consolas"/>
                          <a:cs typeface="Consolas"/>
                          <a:sym typeface="Consolas"/>
                        </a:rPr>
                        <a:t>!</a:t>
                      </a:r>
                      <a:endParaRPr sz="4800">
                        <a:solidFill>
                          <a:srgbClr val="FFFFFF"/>
                        </a:solidFill>
                        <a:latin typeface="Consolas"/>
                        <a:ea typeface="Consolas"/>
                        <a:cs typeface="Consolas"/>
                        <a:sym typeface="Consolas"/>
                      </a:endParaRPr>
                    </a:p>
                    <a:p>
                      <a:pPr marL="0" lvl="0" indent="0" algn="ctr" rtl="0">
                        <a:spcBef>
                          <a:spcPts val="0"/>
                        </a:spcBef>
                        <a:spcAft>
                          <a:spcPts val="0"/>
                        </a:spcAft>
                        <a:buNone/>
                      </a:pPr>
                      <a:endParaRPr/>
                    </a:p>
                  </a:txBody>
                  <a:tcPr marL="91425" marR="91425" marT="91425" marB="91425" anchor="b">
                    <a:lnL w="38100" cap="flat" cmpd="sng">
                      <a:solidFill>
                        <a:srgbClr val="000000"/>
                      </a:solidFill>
                      <a:prstDash val="solid"/>
                      <a:round/>
                      <a:headEnd type="none" w="sm" len="sm"/>
                      <a:tailEnd type="none" w="sm" len="sm"/>
                    </a:lnL>
                    <a:lnR w="38100" cap="flat" cmpd="sng">
                      <a:solidFill>
                        <a:srgbClr val="0000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 </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Shape 832"/>
        <p:cNvGrpSpPr/>
        <p:nvPr/>
      </p:nvGrpSpPr>
      <p:grpSpPr>
        <a:xfrm>
          <a:off x="0" y="0"/>
          <a:ext cx="0" cy="0"/>
          <a:chOff x="0" y="0"/>
          <a:chExt cx="0" cy="0"/>
        </a:xfrm>
      </p:grpSpPr>
      <p:graphicFrame>
        <p:nvGraphicFramePr>
          <p:cNvPr id="833" name="Google Shape;833;p134"/>
          <p:cNvGraphicFramePr/>
          <p:nvPr/>
        </p:nvGraphicFramePr>
        <p:xfrm>
          <a:off x="0" y="-50"/>
          <a:ext cx="9144000" cy="5715000"/>
        </p:xfrm>
        <a:graphic>
          <a:graphicData uri="http://schemas.openxmlformats.org/drawingml/2006/table">
            <a:tbl>
              <a:tblPr>
                <a:noFill/>
                <a:tableStyleId>{75EE7636-6F58-4BA5-A9DD-6A382D0931FE}</a:tableStyleId>
              </a:tblPr>
              <a:tblGrid>
                <a:gridCol w="1143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gridCol w="1143000">
                  <a:extLst>
                    <a:ext uri="{9D8B030D-6E8A-4147-A177-3AD203B41FA5}">
                      <a16:colId xmlns:a16="http://schemas.microsoft.com/office/drawing/2014/main" val="20005"/>
                    </a:ext>
                  </a:extLst>
                </a:gridCol>
                <a:gridCol w="1143000">
                  <a:extLst>
                    <a:ext uri="{9D8B030D-6E8A-4147-A177-3AD203B41FA5}">
                      <a16:colId xmlns:a16="http://schemas.microsoft.com/office/drawing/2014/main" val="20006"/>
                    </a:ext>
                  </a:extLst>
                </a:gridCol>
                <a:gridCol w="1143000">
                  <a:extLst>
                    <a:ext uri="{9D8B030D-6E8A-4147-A177-3AD203B41FA5}">
                      <a16:colId xmlns:a16="http://schemas.microsoft.com/office/drawing/2014/main" val="20007"/>
                    </a:ext>
                  </a:extLst>
                </a:gridCol>
              </a:tblGrid>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H</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words[0][0]</a:t>
                      </a:r>
                      <a:endParaRPr sz="1200"/>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I</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words[0][1]</a:t>
                      </a:r>
                      <a:endParaRPr sz="1200"/>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words[0][2]</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words[0][3]</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B</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words[1][0]</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Y</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words[1][1]</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E</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words[1][2]</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words[1][3]</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0"/>
                  </a:ext>
                </a:extLst>
              </a:tr>
              <a:tr h="1143000">
                <a:tc>
                  <a:txBody>
                    <a:bodyPr/>
                    <a:lstStyle/>
                    <a:p>
                      <a:pPr marL="0" lvl="0" indent="0" algn="ctr" rtl="0">
                        <a:spcBef>
                          <a:spcPts val="0"/>
                        </a:spcBef>
                        <a:spcAft>
                          <a:spcPts val="0"/>
                        </a:spcAft>
                        <a:buNone/>
                      </a:pPr>
                      <a:r>
                        <a:rPr lang="en" sz="4800">
                          <a:solidFill>
                            <a:schemeClr val="dk1"/>
                          </a:solidFill>
                          <a:latin typeface="Consolas"/>
                          <a:ea typeface="Consolas"/>
                          <a:cs typeface="Consolas"/>
                          <a:sym typeface="Consolas"/>
                        </a:rPr>
                        <a:t>\0</a:t>
                      </a:r>
                      <a:endParaRPr sz="4800">
                        <a:solidFill>
                          <a:schemeClr val="dk1"/>
                        </a:solidFill>
                        <a:latin typeface="Consolas"/>
                        <a:ea typeface="Consolas"/>
                        <a:cs typeface="Consolas"/>
                        <a:sym typeface="Consolas"/>
                      </a:endParaRPr>
                    </a:p>
                    <a:p>
                      <a:pPr marL="0" lvl="0" indent="0" algn="ctr" rtl="0">
                        <a:spcBef>
                          <a:spcPts val="0"/>
                        </a:spcBef>
                        <a:spcAft>
                          <a:spcPts val="0"/>
                        </a:spcAft>
                        <a:buNone/>
                      </a:pPr>
                      <a:r>
                        <a:rPr lang="en" sz="1200">
                          <a:solidFill>
                            <a:schemeClr val="dk1"/>
                          </a:solidFill>
                          <a:latin typeface="Consolas"/>
                          <a:ea typeface="Consolas"/>
                          <a:cs typeface="Consolas"/>
                          <a:sym typeface="Consolas"/>
                        </a:rPr>
                        <a:t>words[1][4]</a:t>
                      </a:r>
                      <a:endParaRPr sz="4800">
                        <a:solidFill>
                          <a:schemeClr val="dk1"/>
                        </a:solidFill>
                        <a:latin typeface="Consolas"/>
                        <a:ea typeface="Consolas"/>
                        <a:cs typeface="Consolas"/>
                        <a:sym typeface="Consolas"/>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1"/>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2"/>
                  </a:ext>
                </a:extLst>
              </a:tr>
              <a:tr h="1143000">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b">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3"/>
                  </a:ext>
                </a:extLst>
              </a:tr>
              <a:tr h="1143000">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lnL w="38100" cap="flat" cmpd="sng">
                      <a:solidFill>
                        <a:srgbClr val="FFFF00"/>
                      </a:solidFill>
                      <a:prstDash val="solid"/>
                      <a:round/>
                      <a:headEnd type="none" w="sm" len="sm"/>
                      <a:tailEnd type="none" w="sm" len="sm"/>
                    </a:lnL>
                    <a:lnR w="38100" cap="flat" cmpd="sng">
                      <a:solidFill>
                        <a:srgbClr val="FFFF00"/>
                      </a:solidFill>
                      <a:prstDash val="solid"/>
                      <a:round/>
                      <a:headEnd type="none" w="sm" len="sm"/>
                      <a:tailEnd type="none" w="sm" len="sm"/>
                    </a:lnR>
                    <a:lnT w="38100" cap="flat" cmpd="sng">
                      <a:solidFill>
                        <a:srgbClr val="FFFF00"/>
                      </a:solidFill>
                      <a:prstDash val="solid"/>
                      <a:round/>
                      <a:headEnd type="none" w="sm" len="sm"/>
                      <a:tailEnd type="none" w="sm" len="sm"/>
                    </a:lnT>
                    <a:lnB w="38100" cap="flat" cmpd="sng">
                      <a:solidFill>
                        <a:srgbClr val="FFFF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Shape 837"/>
        <p:cNvGrpSpPr/>
        <p:nvPr/>
      </p:nvGrpSpPr>
      <p:grpSpPr>
        <a:xfrm>
          <a:off x="0" y="0"/>
          <a:ext cx="0" cy="0"/>
          <a:chOff x="0" y="0"/>
          <a:chExt cx="0" cy="0"/>
        </a:xfrm>
      </p:grpSpPr>
      <p:sp>
        <p:nvSpPr>
          <p:cNvPr id="838" name="Google Shape;838;p13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string</a:t>
            </a:r>
            <a:endParaRPr>
              <a:latin typeface="Consolas"/>
              <a:ea typeface="Consolas"/>
              <a:cs typeface="Consolas"/>
              <a:sym typeface="Consolas"/>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Shape 842"/>
        <p:cNvGrpSpPr/>
        <p:nvPr/>
      </p:nvGrpSpPr>
      <p:grpSpPr>
        <a:xfrm>
          <a:off x="0" y="0"/>
          <a:ext cx="0" cy="0"/>
          <a:chOff x="0" y="0"/>
          <a:chExt cx="0" cy="0"/>
        </a:xfrm>
      </p:grpSpPr>
      <p:sp>
        <p:nvSpPr>
          <p:cNvPr id="843" name="Google Shape;843;p13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string.h</a:t>
            </a:r>
            <a:endParaRPr>
              <a:latin typeface="Consolas"/>
              <a:ea typeface="Consolas"/>
              <a:cs typeface="Consolas"/>
              <a:sym typeface="Consolas"/>
            </a:endParaRPr>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Shape 847"/>
        <p:cNvGrpSpPr/>
        <p:nvPr/>
      </p:nvGrpSpPr>
      <p:grpSpPr>
        <a:xfrm>
          <a:off x="0" y="0"/>
          <a:ext cx="0" cy="0"/>
          <a:chOff x="0" y="0"/>
          <a:chExt cx="0" cy="0"/>
        </a:xfrm>
      </p:grpSpPr>
      <p:sp>
        <p:nvSpPr>
          <p:cNvPr id="848" name="Google Shape;848;p13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uFill>
                  <a:noFill/>
                </a:uFill>
                <a:hlinkClick r:id="rId3"/>
              </a:rPr>
              <a:t>manual.cs50.io/#string.h</a:t>
            </a:r>
            <a:endParaRPr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Shape 852"/>
        <p:cNvGrpSpPr/>
        <p:nvPr/>
      </p:nvGrpSpPr>
      <p:grpSpPr>
        <a:xfrm>
          <a:off x="0" y="0"/>
          <a:ext cx="0" cy="0"/>
          <a:chOff x="0" y="0"/>
          <a:chExt cx="0" cy="0"/>
        </a:xfrm>
      </p:grpSpPr>
      <p:sp>
        <p:nvSpPr>
          <p:cNvPr id="853" name="Google Shape;853;p13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strlen</a:t>
            </a:r>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Shape 857"/>
        <p:cNvGrpSpPr/>
        <p:nvPr/>
      </p:nvGrpSpPr>
      <p:grpSpPr>
        <a:xfrm>
          <a:off x="0" y="0"/>
          <a:ext cx="0" cy="0"/>
          <a:chOff x="0" y="0"/>
          <a:chExt cx="0" cy="0"/>
        </a:xfrm>
      </p:grpSpPr>
      <p:sp>
        <p:nvSpPr>
          <p:cNvPr id="858" name="Google Shape;858;p13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ctype.h</a:t>
            </a:r>
            <a:endParaRPr/>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sp>
        <p:nvSpPr>
          <p:cNvPr id="863" name="Google Shape;863;p14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uFill>
                  <a:noFill/>
                </a:uFill>
                <a:hlinkClick r:id="rId3"/>
              </a:rPr>
              <a:t>manual.cs50.io/#ctype.h</a:t>
            </a:r>
            <a:endParaRPr/>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Shape 867"/>
        <p:cNvGrpSpPr/>
        <p:nvPr/>
      </p:nvGrpSpPr>
      <p:grpSpPr>
        <a:xfrm>
          <a:off x="0" y="0"/>
          <a:ext cx="0" cy="0"/>
          <a:chOff x="0" y="0"/>
          <a:chExt cx="0" cy="0"/>
        </a:xfrm>
      </p:grpSpPr>
      <p:pic>
        <p:nvPicPr>
          <p:cNvPr id="868" name="Google Shape;868;p141"/>
          <p:cNvPicPr preferRelativeResize="0"/>
          <p:nvPr/>
        </p:nvPicPr>
        <p:blipFill>
          <a:blip r:embed="rId3">
            <a:alphaModFix/>
          </a:blip>
          <a:stretch>
            <a:fillRect/>
          </a:stretch>
        </p:blipFill>
        <p:spPr>
          <a:xfrm>
            <a:off x="348375" y="728387"/>
            <a:ext cx="8447252" cy="3686724"/>
          </a:xfrm>
          <a:prstGeom prst="rect">
            <a:avLst/>
          </a:prstGeom>
          <a:noFill/>
          <a:ln>
            <a:noFill/>
          </a:ln>
        </p:spPr>
      </p:pic>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Shape 872"/>
        <p:cNvGrpSpPr/>
        <p:nvPr/>
      </p:nvGrpSpPr>
      <p:grpSpPr>
        <a:xfrm>
          <a:off x="0" y="0"/>
          <a:ext cx="0" cy="0"/>
          <a:chOff x="0" y="0"/>
          <a:chExt cx="0" cy="0"/>
        </a:xfrm>
      </p:grpSpPr>
      <p:pic>
        <p:nvPicPr>
          <p:cNvPr id="873" name="Google Shape;873;p142"/>
          <p:cNvPicPr preferRelativeResize="0"/>
          <p:nvPr/>
        </p:nvPicPr>
        <p:blipFill>
          <a:blip r:embed="rId3">
            <a:alphaModFix/>
          </a:blip>
          <a:stretch>
            <a:fillRect/>
          </a:stretch>
        </p:blipFill>
        <p:spPr>
          <a:xfrm>
            <a:off x="348375" y="728387"/>
            <a:ext cx="8447252" cy="3686724"/>
          </a:xfrm>
          <a:prstGeom prst="rect">
            <a:avLst/>
          </a:prstGeom>
          <a:noFill/>
          <a:ln>
            <a:noFill/>
          </a:ln>
        </p:spPr>
      </p:pic>
      <p:sp>
        <p:nvSpPr>
          <p:cNvPr id="874" name="Google Shape;874;p142"/>
          <p:cNvSpPr/>
          <p:nvPr/>
        </p:nvSpPr>
        <p:spPr>
          <a:xfrm>
            <a:off x="300" y="0"/>
            <a:ext cx="42360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5" name="Google Shape;875;p142"/>
          <p:cNvSpPr/>
          <p:nvPr/>
        </p:nvSpPr>
        <p:spPr>
          <a:xfrm>
            <a:off x="7450275" y="0"/>
            <a:ext cx="16938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76" name="Google Shape;876;p142"/>
          <p:cNvSpPr/>
          <p:nvPr/>
        </p:nvSpPr>
        <p:spPr>
          <a:xfrm>
            <a:off x="5333975" y="0"/>
            <a:ext cx="1018500" cy="5143500"/>
          </a:xfrm>
          <a:prstGeom prst="rect">
            <a:avLst/>
          </a:prstGeom>
          <a:solidFill>
            <a:srgbClr val="000000">
              <a:alpha val="74900"/>
            </a:srgbClr>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Shape 880"/>
        <p:cNvGrpSpPr/>
        <p:nvPr/>
      </p:nvGrpSpPr>
      <p:grpSpPr>
        <a:xfrm>
          <a:off x="0" y="0"/>
          <a:ext cx="0" cy="0"/>
          <a:chOff x="0" y="0"/>
          <a:chExt cx="0" cy="0"/>
        </a:xfrm>
      </p:grpSpPr>
      <p:sp>
        <p:nvSpPr>
          <p:cNvPr id="881" name="Google Shape;881;p14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command-line arguments</a:t>
            </a:r>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Shape 885"/>
        <p:cNvGrpSpPr/>
        <p:nvPr/>
      </p:nvGrpSpPr>
      <p:grpSpPr>
        <a:xfrm>
          <a:off x="0" y="0"/>
          <a:ext cx="0" cy="0"/>
          <a:chOff x="0" y="0"/>
          <a:chExt cx="0" cy="0"/>
        </a:xfrm>
      </p:grpSpPr>
      <p:sp>
        <p:nvSpPr>
          <p:cNvPr id="886" name="Google Shape;886;p144"/>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main(void)</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Shape 890"/>
        <p:cNvGrpSpPr/>
        <p:nvPr/>
      </p:nvGrpSpPr>
      <p:grpSpPr>
        <a:xfrm>
          <a:off x="0" y="0"/>
          <a:ext cx="0" cy="0"/>
          <a:chOff x="0" y="0"/>
          <a:chExt cx="0" cy="0"/>
        </a:xfrm>
      </p:grpSpPr>
      <p:sp>
        <p:nvSpPr>
          <p:cNvPr id="891" name="Google Shape;891;p145"/>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a:t>
            </a:r>
            <a:r>
              <a:rPr lang="en">
                <a:solidFill>
                  <a:srgbClr val="000000"/>
                </a:solidFill>
                <a:highlight>
                  <a:schemeClr val="dk1"/>
                </a:highlight>
                <a:latin typeface="Consolas"/>
                <a:ea typeface="Consolas"/>
                <a:cs typeface="Consolas"/>
                <a:sym typeface="Consolas"/>
              </a:rPr>
              <a:t>void</a:t>
            </a:r>
            <a:r>
              <a:rPr lang="en">
                <a:solidFill>
                  <a:srgbClr val="FFFFFF"/>
                </a:solidFill>
                <a:latin typeface="Consolas"/>
                <a:ea typeface="Consolas"/>
                <a:cs typeface="Consolas"/>
                <a:sym typeface="Consolas"/>
              </a:rPr>
              <a:t>)</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Shape 895"/>
        <p:cNvGrpSpPr/>
        <p:nvPr/>
      </p:nvGrpSpPr>
      <p:grpSpPr>
        <a:xfrm>
          <a:off x="0" y="0"/>
          <a:ext cx="0" cy="0"/>
          <a:chOff x="0" y="0"/>
          <a:chExt cx="0" cy="0"/>
        </a:xfrm>
      </p:grpSpPr>
      <p:sp>
        <p:nvSpPr>
          <p:cNvPr id="896" name="Google Shape;896;p146"/>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a:t>
            </a:r>
            <a:r>
              <a:rPr lang="en">
                <a:solidFill>
                  <a:srgbClr val="000000"/>
                </a:solidFill>
                <a:highlight>
                  <a:schemeClr val="dk1"/>
                </a:highlight>
                <a:latin typeface="Consolas"/>
                <a:ea typeface="Consolas"/>
                <a:cs typeface="Consolas"/>
                <a:sym typeface="Consolas"/>
              </a:rPr>
              <a:t>int argc, string argv[]</a:t>
            </a:r>
            <a:r>
              <a:rPr lang="en">
                <a:solidFill>
                  <a:srgbClr val="FFFFFF"/>
                </a:solidFill>
                <a:latin typeface="Consolas"/>
                <a:ea typeface="Consolas"/>
                <a:cs typeface="Consolas"/>
                <a:sym typeface="Consolas"/>
              </a:rPr>
              <a:t>)</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latin typeface="Consolas"/>
              <a:ea typeface="Consolas"/>
              <a:cs typeface="Consolas"/>
              <a:sym typeface="Consolas"/>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Shape 900"/>
        <p:cNvGrpSpPr/>
        <p:nvPr/>
      </p:nvGrpSpPr>
      <p:grpSpPr>
        <a:xfrm>
          <a:off x="0" y="0"/>
          <a:ext cx="0" cy="0"/>
          <a:chOff x="0" y="0"/>
          <a:chExt cx="0" cy="0"/>
        </a:xfrm>
      </p:grpSpPr>
      <p:sp>
        <p:nvSpPr>
          <p:cNvPr id="901" name="Google Shape;901;p14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ASCII art</a:t>
            </a:r>
            <a:endParaRP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Shape 905"/>
        <p:cNvGrpSpPr/>
        <p:nvPr/>
      </p:nvGrpSpPr>
      <p:grpSpPr>
        <a:xfrm>
          <a:off x="0" y="0"/>
          <a:ext cx="0" cy="0"/>
          <a:chOff x="0" y="0"/>
          <a:chExt cx="0" cy="0"/>
        </a:xfrm>
      </p:grpSpPr>
      <p:sp>
        <p:nvSpPr>
          <p:cNvPr id="906" name="Google Shape;906;p14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cowsay</a:t>
            </a:r>
            <a:endParaRPr>
              <a:latin typeface="Consolas"/>
              <a:ea typeface="Consolas"/>
              <a:cs typeface="Consolas"/>
              <a:sym typeface="Consolas"/>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Shape 910"/>
        <p:cNvGrpSpPr/>
        <p:nvPr/>
      </p:nvGrpSpPr>
      <p:grpSpPr>
        <a:xfrm>
          <a:off x="0" y="0"/>
          <a:ext cx="0" cy="0"/>
          <a:chOff x="0" y="0"/>
          <a:chExt cx="0" cy="0"/>
        </a:xfrm>
      </p:grpSpPr>
      <p:sp>
        <p:nvSpPr>
          <p:cNvPr id="911" name="Google Shape;911;p14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exit status</a:t>
            </a:r>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Shape 915"/>
        <p:cNvGrpSpPr/>
        <p:nvPr/>
      </p:nvGrpSpPr>
      <p:grpSpPr>
        <a:xfrm>
          <a:off x="0" y="0"/>
          <a:ext cx="0" cy="0"/>
          <a:chOff x="0" y="0"/>
          <a:chExt cx="0" cy="0"/>
        </a:xfrm>
      </p:grpSpPr>
      <p:pic>
        <p:nvPicPr>
          <p:cNvPr id="916" name="Google Shape;916;p150"/>
          <p:cNvPicPr preferRelativeResize="0"/>
          <p:nvPr/>
        </p:nvPicPr>
        <p:blipFill>
          <a:blip r:embed="rId3">
            <a:alphaModFix/>
          </a:blip>
          <a:stretch>
            <a:fillRect/>
          </a:stretch>
        </p:blipFill>
        <p:spPr>
          <a:xfrm>
            <a:off x="1893900" y="152400"/>
            <a:ext cx="5356208" cy="4838700"/>
          </a:xfrm>
          <a:prstGeom prst="rect">
            <a:avLst/>
          </a:prstGeom>
          <a:noFill/>
          <a:ln>
            <a:noFill/>
          </a:ln>
        </p:spPr>
      </p:pic>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Shape 920"/>
        <p:cNvGrpSpPr/>
        <p:nvPr/>
      </p:nvGrpSpPr>
      <p:grpSpPr>
        <a:xfrm>
          <a:off x="0" y="0"/>
          <a:ext cx="0" cy="0"/>
          <a:chOff x="0" y="0"/>
          <a:chExt cx="0" cy="0"/>
        </a:xfrm>
      </p:grpSpPr>
      <p:pic>
        <p:nvPicPr>
          <p:cNvPr id="3" name="Picture 2">
            <a:extLst>
              <a:ext uri="{FF2B5EF4-FFF2-40B4-BE49-F238E27FC236}">
                <a16:creationId xmlns:a16="http://schemas.microsoft.com/office/drawing/2014/main" id="{E63312E7-BB51-83F0-1E0E-9A7BA4ADFD62}"/>
              </a:ext>
            </a:extLst>
          </p:cNvPr>
          <p:cNvPicPr>
            <a:picLocks noChangeAspect="1"/>
          </p:cNvPicPr>
          <p:nvPr/>
        </p:nvPicPr>
        <p:blipFill>
          <a:blip r:embed="rId3"/>
          <a:stretch>
            <a:fillRect/>
          </a:stretch>
        </p:blipFill>
        <p:spPr>
          <a:xfrm>
            <a:off x="2115188" y="0"/>
            <a:ext cx="4913623" cy="5143500"/>
          </a:xfrm>
          <a:prstGeom prst="rect">
            <a:avLst/>
          </a:prstGeom>
        </p:spPr>
      </p:pic>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Shape 925"/>
        <p:cNvGrpSpPr/>
        <p:nvPr/>
      </p:nvGrpSpPr>
      <p:grpSpPr>
        <a:xfrm>
          <a:off x="0" y="0"/>
          <a:ext cx="0" cy="0"/>
          <a:chOff x="0" y="0"/>
          <a:chExt cx="0" cy="0"/>
        </a:xfrm>
      </p:grpSpPr>
      <p:sp>
        <p:nvSpPr>
          <p:cNvPr id="926" name="Google Shape;926;p152"/>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int main(int argc, string argv[])</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Shape 930"/>
        <p:cNvGrpSpPr/>
        <p:nvPr/>
      </p:nvGrpSpPr>
      <p:grpSpPr>
        <a:xfrm>
          <a:off x="0" y="0"/>
          <a:ext cx="0" cy="0"/>
          <a:chOff x="0" y="0"/>
          <a:chExt cx="0" cy="0"/>
        </a:xfrm>
      </p:grpSpPr>
      <p:sp>
        <p:nvSpPr>
          <p:cNvPr id="931" name="Google Shape;931;p153"/>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#include &lt;stdio.h&gt;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int</a:t>
            </a:r>
            <a:r>
              <a:rPr lang="en">
                <a:solidFill>
                  <a:srgbClr val="FFFFFF"/>
                </a:solidFill>
                <a:latin typeface="Consolas"/>
                <a:ea typeface="Consolas"/>
                <a:cs typeface="Consolas"/>
                <a:sym typeface="Consolas"/>
              </a:rPr>
              <a:t> main(int argc, string argv[])</a:t>
            </a:r>
            <a:br>
              <a:rPr lang="en">
                <a:solidFill>
                  <a:srgbClr val="FFFFFF"/>
                </a:solidFill>
                <a:latin typeface="Consolas"/>
                <a:ea typeface="Consolas"/>
                <a:cs typeface="Consolas"/>
                <a:sym typeface="Consolas"/>
              </a:rPr>
            </a:b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    ...</a:t>
            </a:r>
            <a:endParaRPr>
              <a:solidFill>
                <a:srgbClr val="FFFFFF"/>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FFFFFF"/>
                </a:solidFill>
                <a:latin typeface="Consolas"/>
                <a:ea typeface="Consolas"/>
                <a:cs typeface="Consolas"/>
                <a:sym typeface="Consolas"/>
              </a:rPr>
              <a:t>}</a:t>
            </a:r>
            <a:endParaRPr>
              <a:solidFill>
                <a:srgbClr val="FFFFFF"/>
              </a:solidFill>
              <a:latin typeface="Consolas"/>
              <a:ea typeface="Consolas"/>
              <a:cs typeface="Consolas"/>
              <a:sym typeface="Consolas"/>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Shape 935"/>
        <p:cNvGrpSpPr/>
        <p:nvPr/>
      </p:nvGrpSpPr>
      <p:grpSpPr>
        <a:xfrm>
          <a:off x="0" y="0"/>
          <a:ext cx="0" cy="0"/>
          <a:chOff x="0" y="0"/>
          <a:chExt cx="0" cy="0"/>
        </a:xfrm>
      </p:grpSpPr>
      <p:sp>
        <p:nvSpPr>
          <p:cNvPr id="936" name="Google Shape;936;p154"/>
          <p:cNvSpPr txBox="1">
            <a:spLocks noGrp="1"/>
          </p:cNvSpPr>
          <p:nvPr>
            <p:ph type="body" idx="1"/>
          </p:nvPr>
        </p:nvSpPr>
        <p:spPr>
          <a:xfrm>
            <a:off x="2008650" y="1350150"/>
            <a:ext cx="5126700" cy="2443200"/>
          </a:xfrm>
          <a:prstGeom prst="rect">
            <a:avLst/>
          </a:prstGeom>
        </p:spPr>
        <p:txBody>
          <a:bodyPr spcFirstLastPara="1" wrap="square" lIns="91425" tIns="91425" rIns="91425" bIns="91425" anchor="t" anchorCtr="0">
            <a:noAutofit/>
          </a:bodyPr>
          <a:lstStyle/>
          <a:p>
            <a:pPr marL="0" lvl="0" indent="0" algn="l" rtl="0">
              <a:lnSpc>
                <a:spcPct val="100000"/>
              </a:lnSpc>
              <a:spcBef>
                <a:spcPts val="0"/>
              </a:spcBef>
              <a:spcAft>
                <a:spcPts val="0"/>
              </a:spcAft>
              <a:buNone/>
            </a:pP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#include &lt;stdio.h&gt;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rgbClr val="000000"/>
                </a:solidFill>
                <a:highlight>
                  <a:schemeClr val="dk1"/>
                </a:highlight>
                <a:latin typeface="Consolas"/>
                <a:ea typeface="Consolas"/>
                <a:cs typeface="Consolas"/>
                <a:sym typeface="Consolas"/>
              </a:rPr>
              <a:t>int</a:t>
            </a:r>
            <a:r>
              <a:rPr lang="en">
                <a:solidFill>
                  <a:schemeClr val="dk1"/>
                </a:solidFill>
                <a:latin typeface="Consolas"/>
                <a:ea typeface="Consolas"/>
                <a:cs typeface="Consolas"/>
                <a:sym typeface="Consolas"/>
              </a:rPr>
              <a:t> main(void)</a:t>
            </a:r>
            <a:br>
              <a:rPr lang="en">
                <a:solidFill>
                  <a:schemeClr val="dk1"/>
                </a:solidFill>
                <a:latin typeface="Consolas"/>
                <a:ea typeface="Consolas"/>
                <a:cs typeface="Consolas"/>
                <a:sym typeface="Consolas"/>
              </a:rPr>
            </a:b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    ...</a:t>
            </a:r>
            <a:endParaRPr>
              <a:solidFill>
                <a:schemeClr val="dk1"/>
              </a:solidFill>
              <a:latin typeface="Consolas"/>
              <a:ea typeface="Consolas"/>
              <a:cs typeface="Consolas"/>
              <a:sym typeface="Consolas"/>
            </a:endParaRPr>
          </a:p>
          <a:p>
            <a:pPr marL="0" lvl="0" indent="0" algn="l" rtl="0">
              <a:lnSpc>
                <a:spcPct val="100000"/>
              </a:lnSpc>
              <a:spcBef>
                <a:spcPts val="0"/>
              </a:spcBef>
              <a:spcAft>
                <a:spcPts val="0"/>
              </a:spcAft>
              <a:buNone/>
            </a:pPr>
            <a:r>
              <a:rPr lang="en">
                <a:solidFill>
                  <a:schemeClr val="dk1"/>
                </a:solidFill>
                <a:latin typeface="Consolas"/>
                <a:ea typeface="Consolas"/>
                <a:cs typeface="Consolas"/>
                <a:sym typeface="Consolas"/>
              </a:rPr>
              <a:t>}</a:t>
            </a:r>
            <a:endParaRPr>
              <a:solidFill>
                <a:schemeClr val="dk1"/>
              </a:solidFill>
              <a:latin typeface="Consolas"/>
              <a:ea typeface="Consolas"/>
              <a:cs typeface="Consolas"/>
              <a:sym typeface="Consolas"/>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Shape 940"/>
        <p:cNvGrpSpPr/>
        <p:nvPr/>
      </p:nvGrpSpPr>
      <p:grpSpPr>
        <a:xfrm>
          <a:off x="0" y="0"/>
          <a:ext cx="0" cy="0"/>
          <a:chOff x="0" y="0"/>
          <a:chExt cx="0" cy="0"/>
        </a:xfrm>
      </p:grpSpPr>
      <p:sp>
        <p:nvSpPr>
          <p:cNvPr id="941" name="Google Shape;941;p15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latin typeface="Consolas"/>
                <a:ea typeface="Consolas"/>
                <a:cs typeface="Consolas"/>
                <a:sym typeface="Consolas"/>
              </a:rPr>
              <a:t>echo $?</a:t>
            </a:r>
            <a:endParaRPr>
              <a:latin typeface="Consolas"/>
              <a:ea typeface="Consolas"/>
              <a:cs typeface="Consolas"/>
              <a:sym typeface="Consolas"/>
            </a:endParaRP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Shape 945"/>
        <p:cNvGrpSpPr/>
        <p:nvPr/>
      </p:nvGrpSpPr>
      <p:grpSpPr>
        <a:xfrm>
          <a:off x="0" y="0"/>
          <a:ext cx="0" cy="0"/>
          <a:chOff x="0" y="0"/>
          <a:chExt cx="0" cy="0"/>
        </a:xfrm>
      </p:grpSpPr>
      <p:sp>
        <p:nvSpPr>
          <p:cNvPr id="946" name="Google Shape;946;p15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cryptography</a:t>
            </a:r>
            <a:endParaRP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Shape 950"/>
        <p:cNvGrpSpPr/>
        <p:nvPr/>
      </p:nvGrpSpPr>
      <p:grpSpPr>
        <a:xfrm>
          <a:off x="0" y="0"/>
          <a:ext cx="0" cy="0"/>
          <a:chOff x="0" y="0"/>
          <a:chExt cx="0" cy="0"/>
        </a:xfrm>
      </p:grpSpPr>
      <p:sp>
        <p:nvSpPr>
          <p:cNvPr id="951" name="Google Shape;951;p15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encryption</a:t>
            </a:r>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Shape 955"/>
        <p:cNvGrpSpPr/>
        <p:nvPr/>
      </p:nvGrpSpPr>
      <p:grpSpPr>
        <a:xfrm>
          <a:off x="0" y="0"/>
          <a:ext cx="0" cy="0"/>
          <a:chOff x="0" y="0"/>
          <a:chExt cx="0" cy="0"/>
        </a:xfrm>
      </p:grpSpPr>
      <p:sp>
        <p:nvSpPr>
          <p:cNvPr id="956" name="Google Shape;956;p158"/>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57" name="Google Shape;957;p158"/>
          <p:cNvSpPr txBox="1"/>
          <p:nvPr/>
        </p:nvSpPr>
        <p:spPr>
          <a:xfrm>
            <a:off x="1283157" y="2195550"/>
            <a:ext cx="19263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input →  </a:t>
            </a:r>
            <a:endParaRPr sz="3600">
              <a:solidFill>
                <a:srgbClr val="FFFFFF"/>
              </a:solidFill>
            </a:endParaRPr>
          </a:p>
        </p:txBody>
      </p:sp>
      <p:sp>
        <p:nvSpPr>
          <p:cNvPr id="958" name="Google Shape;958;p158"/>
          <p:cNvSpPr txBox="1"/>
          <p:nvPr/>
        </p:nvSpPr>
        <p:spPr>
          <a:xfrm>
            <a:off x="5886057" y="2195550"/>
            <a:ext cx="2220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output</a:t>
            </a:r>
            <a:endParaRPr sz="3600">
              <a:solidFill>
                <a:srgbClr val="FFFFFF"/>
              </a:solidFill>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Shape 962"/>
        <p:cNvGrpSpPr/>
        <p:nvPr/>
      </p:nvGrpSpPr>
      <p:grpSpPr>
        <a:xfrm>
          <a:off x="0" y="0"/>
          <a:ext cx="0" cy="0"/>
          <a:chOff x="0" y="0"/>
          <a:chExt cx="0" cy="0"/>
        </a:xfrm>
      </p:grpSpPr>
      <p:sp>
        <p:nvSpPr>
          <p:cNvPr id="963" name="Google Shape;963;p159"/>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64" name="Google Shape;964;p159"/>
          <p:cNvSpPr txBox="1"/>
          <p:nvPr/>
        </p:nvSpPr>
        <p:spPr>
          <a:xfrm>
            <a:off x="201896" y="21955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plaintext →  </a:t>
            </a:r>
            <a:endParaRPr sz="3600">
              <a:solidFill>
                <a:srgbClr val="FFFFFF"/>
              </a:solidFill>
            </a:endParaRPr>
          </a:p>
        </p:txBody>
      </p:sp>
      <p:sp>
        <p:nvSpPr>
          <p:cNvPr id="965" name="Google Shape;965;p159"/>
          <p:cNvSpPr txBox="1"/>
          <p:nvPr/>
        </p:nvSpPr>
        <p:spPr>
          <a:xfrm>
            <a:off x="5886048" y="2195550"/>
            <a:ext cx="2901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ciphertext</a:t>
            </a:r>
            <a:endParaRPr sz="3600">
              <a:solidFill>
                <a:srgbClr val="FFFFFF"/>
              </a:solidFill>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Shape 969"/>
        <p:cNvGrpSpPr/>
        <p:nvPr/>
      </p:nvGrpSpPr>
      <p:grpSpPr>
        <a:xfrm>
          <a:off x="0" y="0"/>
          <a:ext cx="0" cy="0"/>
          <a:chOff x="0" y="0"/>
          <a:chExt cx="0" cy="0"/>
        </a:xfrm>
      </p:grpSpPr>
      <p:sp>
        <p:nvSpPr>
          <p:cNvPr id="970" name="Google Shape;970;p160"/>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71" name="Google Shape;971;p160"/>
          <p:cNvSpPr txBox="1"/>
          <p:nvPr/>
        </p:nvSpPr>
        <p:spPr>
          <a:xfrm>
            <a:off x="201896" y="21955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plaintext →  </a:t>
            </a:r>
            <a:endParaRPr sz="3600">
              <a:solidFill>
                <a:srgbClr val="FFFFFF"/>
              </a:solidFill>
            </a:endParaRPr>
          </a:p>
        </p:txBody>
      </p:sp>
      <p:sp>
        <p:nvSpPr>
          <p:cNvPr id="972" name="Google Shape;972;p160"/>
          <p:cNvSpPr txBox="1"/>
          <p:nvPr/>
        </p:nvSpPr>
        <p:spPr>
          <a:xfrm>
            <a:off x="5886048" y="2195550"/>
            <a:ext cx="2901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ciphertext</a:t>
            </a:r>
            <a:endParaRPr sz="3600">
              <a:solidFill>
                <a:srgbClr val="FFFFFF"/>
              </a:solidFill>
            </a:endParaRPr>
          </a:p>
        </p:txBody>
      </p:sp>
      <p:sp>
        <p:nvSpPr>
          <p:cNvPr id="973" name="Google Shape;973;p16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cipher</a:t>
            </a:r>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Shape 977"/>
        <p:cNvGrpSpPr/>
        <p:nvPr/>
      </p:nvGrpSpPr>
      <p:grpSpPr>
        <a:xfrm>
          <a:off x="0" y="0"/>
          <a:ext cx="0" cy="0"/>
          <a:chOff x="0" y="0"/>
          <a:chExt cx="0" cy="0"/>
        </a:xfrm>
      </p:grpSpPr>
      <p:sp>
        <p:nvSpPr>
          <p:cNvPr id="978" name="Google Shape;978;p16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cipher</a:t>
            </a:r>
            <a:endParaRPr/>
          </a:p>
        </p:txBody>
      </p:sp>
      <p:sp>
        <p:nvSpPr>
          <p:cNvPr id="979" name="Google Shape;979;p161"/>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0" name="Google Shape;980;p161"/>
          <p:cNvSpPr txBox="1"/>
          <p:nvPr/>
        </p:nvSpPr>
        <p:spPr>
          <a:xfrm>
            <a:off x="201896" y="21955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plaintext →  </a:t>
            </a:r>
            <a:endParaRPr sz="3600">
              <a:solidFill>
                <a:srgbClr val="FFFFFF"/>
              </a:solidFill>
            </a:endParaRPr>
          </a:p>
        </p:txBody>
      </p:sp>
      <p:sp>
        <p:nvSpPr>
          <p:cNvPr id="981" name="Google Shape;981;p161"/>
          <p:cNvSpPr txBox="1"/>
          <p:nvPr/>
        </p:nvSpPr>
        <p:spPr>
          <a:xfrm>
            <a:off x="5886048" y="2195550"/>
            <a:ext cx="29013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ciphertext</a:t>
            </a:r>
            <a:endParaRPr sz="3600">
              <a:solidFill>
                <a:srgbClr val="FFFFFF"/>
              </a:solidFill>
            </a:endParaRPr>
          </a:p>
        </p:txBody>
      </p:sp>
      <p:sp>
        <p:nvSpPr>
          <p:cNvPr id="982" name="Google Shape;982;p161"/>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3600">
                <a:solidFill>
                  <a:srgbClr val="FFFFFF"/>
                </a:solidFill>
              </a:rPr>
              <a:t>key →  </a:t>
            </a:r>
            <a:endParaRPr sz="3600">
              <a:solidFill>
                <a:srgbClr val="FFFFFF"/>
              </a:solidFill>
            </a:endParaRP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Shape 986"/>
        <p:cNvGrpSpPr/>
        <p:nvPr/>
      </p:nvGrpSpPr>
      <p:grpSpPr>
        <a:xfrm>
          <a:off x="0" y="0"/>
          <a:ext cx="0" cy="0"/>
          <a:chOff x="0" y="0"/>
          <a:chExt cx="0" cy="0"/>
        </a:xfrm>
      </p:grpSpPr>
      <p:sp>
        <p:nvSpPr>
          <p:cNvPr id="987" name="Google Shape;987;p162"/>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88" name="Google Shape;988;p162"/>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HI!</a:t>
            </a:r>
            <a:r>
              <a:rPr lang="en" sz="3400">
                <a:solidFill>
                  <a:srgbClr val="FFFFFF"/>
                </a:solidFill>
              </a:rPr>
              <a:t> →  </a:t>
            </a:r>
            <a:endParaRPr sz="3400">
              <a:solidFill>
                <a:srgbClr val="FFFFFF"/>
              </a:solidFill>
            </a:endParaRPr>
          </a:p>
        </p:txBody>
      </p:sp>
      <p:sp>
        <p:nvSpPr>
          <p:cNvPr id="989" name="Google Shape;989;p162"/>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a:t>
            </a:r>
            <a:r>
              <a:rPr lang="en" sz="3600">
                <a:solidFill>
                  <a:srgbClr val="FFFFFF"/>
                </a:solidFill>
              </a:rPr>
              <a:t> →  </a:t>
            </a:r>
            <a:endParaRPr sz="3600">
              <a:solidFill>
                <a:srgbClr val="FFFFFF"/>
              </a:solidFill>
            </a:endParaRP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Shape 993"/>
        <p:cNvGrpSpPr/>
        <p:nvPr/>
      </p:nvGrpSpPr>
      <p:grpSpPr>
        <a:xfrm>
          <a:off x="0" y="0"/>
          <a:ext cx="0" cy="0"/>
          <a:chOff x="0" y="0"/>
          <a:chExt cx="0" cy="0"/>
        </a:xfrm>
      </p:grpSpPr>
      <p:sp>
        <p:nvSpPr>
          <p:cNvPr id="994" name="Google Shape;994;p163"/>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95" name="Google Shape;995;p163"/>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HI!</a:t>
            </a:r>
            <a:r>
              <a:rPr lang="en" sz="3400">
                <a:solidFill>
                  <a:srgbClr val="FFFFFF"/>
                </a:solidFill>
              </a:rPr>
              <a:t> →  </a:t>
            </a:r>
            <a:endParaRPr sz="3400">
              <a:solidFill>
                <a:srgbClr val="FFFFFF"/>
              </a:solidFill>
            </a:endParaRPr>
          </a:p>
        </p:txBody>
      </p:sp>
      <p:sp>
        <p:nvSpPr>
          <p:cNvPr id="996" name="Google Shape;996;p163"/>
          <p:cNvSpPr txBox="1"/>
          <p:nvPr/>
        </p:nvSpPr>
        <p:spPr>
          <a:xfrm>
            <a:off x="5886050" y="2195550"/>
            <a:ext cx="32094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400">
                <a:solidFill>
                  <a:srgbClr val="FFFFFF"/>
                </a:solidFill>
                <a:latin typeface="Consolas"/>
                <a:ea typeface="Consolas"/>
                <a:cs typeface="Consolas"/>
                <a:sym typeface="Consolas"/>
              </a:rPr>
              <a:t>IJ!</a:t>
            </a:r>
            <a:endParaRPr sz="2400">
              <a:solidFill>
                <a:srgbClr val="FFFFFF"/>
              </a:solidFill>
              <a:latin typeface="Consolas"/>
              <a:ea typeface="Consolas"/>
              <a:cs typeface="Consolas"/>
              <a:sym typeface="Consolas"/>
            </a:endParaRPr>
          </a:p>
        </p:txBody>
      </p:sp>
      <p:sp>
        <p:nvSpPr>
          <p:cNvPr id="997" name="Google Shape;997;p163"/>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a:t>
            </a:r>
            <a:r>
              <a:rPr lang="en" sz="3600">
                <a:solidFill>
                  <a:srgbClr val="FFFFFF"/>
                </a:solidFill>
              </a:rPr>
              <a:t> →  </a:t>
            </a:r>
            <a:endParaRPr sz="3600">
              <a:solidFill>
                <a:srgbClr val="FFFFFF"/>
              </a:solidFill>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Shape 1001"/>
        <p:cNvGrpSpPr/>
        <p:nvPr/>
      </p:nvGrpSpPr>
      <p:grpSpPr>
        <a:xfrm>
          <a:off x="0" y="0"/>
          <a:ext cx="0" cy="0"/>
          <a:chOff x="0" y="0"/>
          <a:chExt cx="0" cy="0"/>
        </a:xfrm>
      </p:grpSpPr>
      <p:sp>
        <p:nvSpPr>
          <p:cNvPr id="1002" name="Google Shape;1002;p164"/>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03" name="Google Shape;1003;p164"/>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HI!</a:t>
            </a:r>
            <a:r>
              <a:rPr lang="en" sz="3400">
                <a:solidFill>
                  <a:srgbClr val="FFFFFF"/>
                </a:solidFill>
              </a:rPr>
              <a:t> →  </a:t>
            </a:r>
            <a:endParaRPr sz="3400">
              <a:solidFill>
                <a:srgbClr val="FFFFFF"/>
              </a:solidFill>
            </a:endParaRPr>
          </a:p>
        </p:txBody>
      </p:sp>
      <p:sp>
        <p:nvSpPr>
          <p:cNvPr id="1004" name="Google Shape;1004;p164"/>
          <p:cNvSpPr txBox="1"/>
          <p:nvPr/>
        </p:nvSpPr>
        <p:spPr>
          <a:xfrm>
            <a:off x="5886050" y="2195550"/>
            <a:ext cx="32094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400">
                <a:solidFill>
                  <a:srgbClr val="FFFFFF"/>
                </a:solidFill>
                <a:latin typeface="Consolas"/>
                <a:ea typeface="Consolas"/>
                <a:cs typeface="Consolas"/>
                <a:sym typeface="Consolas"/>
              </a:rPr>
              <a:t>UV!</a:t>
            </a:r>
            <a:endParaRPr sz="2400">
              <a:solidFill>
                <a:srgbClr val="FFFFFF"/>
              </a:solidFill>
              <a:latin typeface="Consolas"/>
              <a:ea typeface="Consolas"/>
              <a:cs typeface="Consolas"/>
              <a:sym typeface="Consolas"/>
            </a:endParaRPr>
          </a:p>
        </p:txBody>
      </p:sp>
      <p:sp>
        <p:nvSpPr>
          <p:cNvPr id="1005" name="Google Shape;1005;p164"/>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13</a:t>
            </a:r>
            <a:r>
              <a:rPr lang="en" sz="3600">
                <a:solidFill>
                  <a:srgbClr val="FFFFFF"/>
                </a:solidFill>
              </a:rPr>
              <a:t> →  </a:t>
            </a:r>
            <a:endParaRPr sz="3600">
              <a:solidFill>
                <a:srgbClr val="FFFFFF"/>
              </a:solidFill>
            </a:endParaRP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Shape 1009"/>
        <p:cNvGrpSpPr/>
        <p:nvPr/>
      </p:nvGrpSpPr>
      <p:grpSpPr>
        <a:xfrm>
          <a:off x="0" y="0"/>
          <a:ext cx="0" cy="0"/>
          <a:chOff x="0" y="0"/>
          <a:chExt cx="0" cy="0"/>
        </a:xfrm>
      </p:grpSpPr>
      <p:sp>
        <p:nvSpPr>
          <p:cNvPr id="1010" name="Google Shape;1010;p165"/>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1" name="Google Shape;1011;p165"/>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I LOVE YOU</a:t>
            </a:r>
            <a:r>
              <a:rPr lang="en" sz="3400">
                <a:solidFill>
                  <a:srgbClr val="FFFFFF"/>
                </a:solidFill>
              </a:rPr>
              <a:t> →  </a:t>
            </a:r>
            <a:endParaRPr sz="3400">
              <a:solidFill>
                <a:srgbClr val="FFFFFF"/>
              </a:solidFill>
            </a:endParaRPr>
          </a:p>
        </p:txBody>
      </p:sp>
      <p:sp>
        <p:nvSpPr>
          <p:cNvPr id="1012" name="Google Shape;1012;p165"/>
          <p:cNvSpPr txBox="1"/>
          <p:nvPr/>
        </p:nvSpPr>
        <p:spPr>
          <a:xfrm>
            <a:off x="5886050" y="2195550"/>
            <a:ext cx="32094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400">
                <a:solidFill>
                  <a:srgbClr val="FFFFFF"/>
                </a:solidFill>
                <a:latin typeface="Consolas"/>
                <a:ea typeface="Consolas"/>
                <a:cs typeface="Consolas"/>
                <a:sym typeface="Consolas"/>
              </a:rPr>
              <a:t>V YBIR LBH</a:t>
            </a:r>
            <a:endParaRPr sz="2400">
              <a:solidFill>
                <a:srgbClr val="FFFFFF"/>
              </a:solidFill>
              <a:latin typeface="Consolas"/>
              <a:ea typeface="Consolas"/>
              <a:cs typeface="Consolas"/>
              <a:sym typeface="Consolas"/>
            </a:endParaRPr>
          </a:p>
        </p:txBody>
      </p:sp>
      <p:sp>
        <p:nvSpPr>
          <p:cNvPr id="1013" name="Google Shape;1013;p165"/>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13</a:t>
            </a:r>
            <a:r>
              <a:rPr lang="en" sz="3600">
                <a:solidFill>
                  <a:srgbClr val="FFFFFF"/>
                </a:solidFill>
              </a:rPr>
              <a:t> →  </a:t>
            </a:r>
            <a:endParaRPr sz="3600">
              <a:solidFill>
                <a:srgbClr val="FFFFFF"/>
              </a:solidFill>
            </a:endParaRP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Shape 1017"/>
        <p:cNvGrpSpPr/>
        <p:nvPr/>
      </p:nvGrpSpPr>
      <p:grpSpPr>
        <a:xfrm>
          <a:off x="0" y="0"/>
          <a:ext cx="0" cy="0"/>
          <a:chOff x="0" y="0"/>
          <a:chExt cx="0" cy="0"/>
        </a:xfrm>
      </p:grpSpPr>
      <p:sp>
        <p:nvSpPr>
          <p:cNvPr id="1018" name="Google Shape;1018;p166"/>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19" name="Google Shape;1019;p166"/>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I LOVE YOU</a:t>
            </a:r>
            <a:r>
              <a:rPr lang="en" sz="3400">
                <a:solidFill>
                  <a:srgbClr val="FFFFFF"/>
                </a:solidFill>
              </a:rPr>
              <a:t> →  </a:t>
            </a:r>
            <a:endParaRPr sz="3400">
              <a:solidFill>
                <a:srgbClr val="FFFFFF"/>
              </a:solidFill>
            </a:endParaRPr>
          </a:p>
        </p:txBody>
      </p:sp>
      <p:sp>
        <p:nvSpPr>
          <p:cNvPr id="1020" name="Google Shape;1020;p166"/>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26</a:t>
            </a:r>
            <a:r>
              <a:rPr lang="en" sz="3600">
                <a:solidFill>
                  <a:srgbClr val="FFFFFF"/>
                </a:solidFill>
              </a:rPr>
              <a:t> →  </a:t>
            </a:r>
            <a:endParaRPr sz="3600">
              <a:solidFill>
                <a:srgbClr val="FFFFFF"/>
              </a:solidFill>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Shape 1024"/>
        <p:cNvGrpSpPr/>
        <p:nvPr/>
      </p:nvGrpSpPr>
      <p:grpSpPr>
        <a:xfrm>
          <a:off x="0" y="0"/>
          <a:ext cx="0" cy="0"/>
          <a:chOff x="0" y="0"/>
          <a:chExt cx="0" cy="0"/>
        </a:xfrm>
      </p:grpSpPr>
      <p:sp>
        <p:nvSpPr>
          <p:cNvPr id="1025" name="Google Shape;1025;p167"/>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26" name="Google Shape;1026;p167"/>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I LOVE YOU</a:t>
            </a:r>
            <a:r>
              <a:rPr lang="en" sz="3400">
                <a:solidFill>
                  <a:srgbClr val="FFFFFF"/>
                </a:solidFill>
              </a:rPr>
              <a:t> →  </a:t>
            </a:r>
            <a:endParaRPr sz="3400">
              <a:solidFill>
                <a:srgbClr val="FFFFFF"/>
              </a:solidFill>
            </a:endParaRPr>
          </a:p>
        </p:txBody>
      </p:sp>
      <p:sp>
        <p:nvSpPr>
          <p:cNvPr id="1027" name="Google Shape;1027;p167"/>
          <p:cNvSpPr txBox="1"/>
          <p:nvPr/>
        </p:nvSpPr>
        <p:spPr>
          <a:xfrm>
            <a:off x="5886050" y="2195550"/>
            <a:ext cx="3209400" cy="7524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3600">
                <a:solidFill>
                  <a:srgbClr val="FFFFFF"/>
                </a:solidFill>
              </a:rPr>
              <a:t> → </a:t>
            </a:r>
            <a:r>
              <a:rPr lang="en" sz="2400">
                <a:solidFill>
                  <a:srgbClr val="FFFFFF"/>
                </a:solidFill>
                <a:latin typeface="Consolas"/>
                <a:ea typeface="Consolas"/>
                <a:cs typeface="Consolas"/>
                <a:sym typeface="Consolas"/>
              </a:rPr>
              <a:t>I LOVE YOU</a:t>
            </a:r>
            <a:endParaRPr sz="2400">
              <a:solidFill>
                <a:srgbClr val="FFFFFF"/>
              </a:solidFill>
              <a:latin typeface="Consolas"/>
              <a:ea typeface="Consolas"/>
              <a:cs typeface="Consolas"/>
              <a:sym typeface="Consolas"/>
            </a:endParaRPr>
          </a:p>
        </p:txBody>
      </p:sp>
      <p:sp>
        <p:nvSpPr>
          <p:cNvPr id="1028" name="Google Shape;1028;p167"/>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26</a:t>
            </a:r>
            <a:r>
              <a:rPr lang="en" sz="3600">
                <a:solidFill>
                  <a:srgbClr val="FFFFFF"/>
                </a:solidFill>
              </a:rPr>
              <a:t> →  </a:t>
            </a:r>
            <a:endParaRPr sz="3600">
              <a:solidFill>
                <a:srgbClr val="FFFFFF"/>
              </a:solidFill>
            </a:endParaRP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Shape 1032"/>
        <p:cNvGrpSpPr/>
        <p:nvPr/>
      </p:nvGrpSpPr>
      <p:grpSpPr>
        <a:xfrm>
          <a:off x="0" y="0"/>
          <a:ext cx="0" cy="0"/>
          <a:chOff x="0" y="0"/>
          <a:chExt cx="0" cy="0"/>
        </a:xfrm>
      </p:grpSpPr>
      <p:sp>
        <p:nvSpPr>
          <p:cNvPr id="1033" name="Google Shape;1033;p16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decryption</a:t>
            </a:r>
            <a:endParaRP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Shape 1037"/>
        <p:cNvGrpSpPr/>
        <p:nvPr/>
      </p:nvGrpSpPr>
      <p:grpSpPr>
        <a:xfrm>
          <a:off x="0" y="0"/>
          <a:ext cx="0" cy="0"/>
          <a:chOff x="0" y="0"/>
          <a:chExt cx="0" cy="0"/>
        </a:xfrm>
      </p:grpSpPr>
      <p:sp>
        <p:nvSpPr>
          <p:cNvPr id="1038" name="Google Shape;1038;p169"/>
          <p:cNvSpPr/>
          <p:nvPr/>
        </p:nvSpPr>
        <p:spPr>
          <a:xfrm>
            <a:off x="3209457" y="1232100"/>
            <a:ext cx="2676600" cy="2679300"/>
          </a:xfrm>
          <a:prstGeom prst="rect">
            <a:avLst/>
          </a:prstGeom>
          <a:noFill/>
          <a:ln w="38100" cap="flat" cmpd="sng">
            <a:solidFill>
              <a:srgbClr val="FFFFFF"/>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39" name="Google Shape;1039;p169"/>
          <p:cNvSpPr txBox="1"/>
          <p:nvPr/>
        </p:nvSpPr>
        <p:spPr>
          <a:xfrm>
            <a:off x="0" y="2195550"/>
            <a:ext cx="32094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dirty="0">
                <a:solidFill>
                  <a:srgbClr val="FFFFFF"/>
                </a:solidFill>
                <a:latin typeface="Consolas"/>
                <a:ea typeface="Consolas"/>
                <a:cs typeface="Consolas"/>
                <a:sym typeface="Consolas"/>
              </a:rPr>
              <a:t>UIJT XBT GVO!</a:t>
            </a:r>
            <a:r>
              <a:rPr lang="en" sz="3400" dirty="0">
                <a:solidFill>
                  <a:srgbClr val="FFFFFF"/>
                </a:solidFill>
              </a:rPr>
              <a:t> →  </a:t>
            </a:r>
            <a:endParaRPr sz="3400" dirty="0">
              <a:solidFill>
                <a:srgbClr val="FFFFFF"/>
              </a:solidFill>
            </a:endParaRPr>
          </a:p>
        </p:txBody>
      </p:sp>
      <p:sp>
        <p:nvSpPr>
          <p:cNvPr id="1040" name="Google Shape;1040;p169"/>
          <p:cNvSpPr txBox="1"/>
          <p:nvPr/>
        </p:nvSpPr>
        <p:spPr>
          <a:xfrm>
            <a:off x="201896" y="1443150"/>
            <a:ext cx="3007500" cy="7524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2400">
                <a:solidFill>
                  <a:srgbClr val="FFFFFF"/>
                </a:solidFill>
                <a:latin typeface="Consolas"/>
                <a:ea typeface="Consolas"/>
                <a:cs typeface="Consolas"/>
                <a:sym typeface="Consolas"/>
              </a:rPr>
              <a:t>-1</a:t>
            </a:r>
            <a:r>
              <a:rPr lang="en" sz="3600">
                <a:solidFill>
                  <a:srgbClr val="FFFFFF"/>
                </a:solidFill>
              </a:rPr>
              <a:t> →  </a:t>
            </a:r>
            <a:endParaRPr sz="3600">
              <a:solidFill>
                <a:srgbClr val="FFFFFF"/>
              </a:solidFill>
            </a:endParaRP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Shape 1044"/>
        <p:cNvGrpSpPr/>
        <p:nvPr/>
      </p:nvGrpSpPr>
      <p:grpSpPr>
        <a:xfrm>
          <a:off x="0" y="0"/>
          <a:ext cx="0" cy="0"/>
          <a:chOff x="0" y="0"/>
          <a:chExt cx="0" cy="0"/>
        </a:xfrm>
      </p:grpSpPr>
      <p:sp>
        <p:nvSpPr>
          <p:cNvPr id="1045" name="Google Shape;1045;p170"/>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dirty="0">
                <a:latin typeface="Consolas"/>
                <a:ea typeface="Consolas"/>
                <a:cs typeface="Consolas"/>
                <a:sym typeface="Consolas"/>
              </a:rPr>
              <a:t>U  I  J  T   X  B  T   G  V  O  !</a:t>
            </a:r>
            <a:endParaRPr dirty="0">
              <a:latin typeface="Consolas"/>
              <a:ea typeface="Consolas"/>
              <a:cs typeface="Consolas"/>
              <a:sym typeface="Consolas"/>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Shape 1049"/>
        <p:cNvGrpSpPr/>
        <p:nvPr/>
      </p:nvGrpSpPr>
      <p:grpSpPr>
        <a:xfrm>
          <a:off x="0" y="0"/>
          <a:ext cx="0" cy="0"/>
          <a:chOff x="0" y="0"/>
          <a:chExt cx="0" cy="0"/>
        </a:xfrm>
      </p:grpSpPr>
      <p:sp>
        <p:nvSpPr>
          <p:cNvPr id="1050" name="Google Shape;1050;p171"/>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I  J  T   X  B  T   G  V  O  !</a:t>
            </a:r>
            <a:endParaRPr dirty="0">
              <a:latin typeface="Consolas"/>
              <a:ea typeface="Consolas"/>
              <a:cs typeface="Consolas"/>
              <a:sym typeface="Consolas"/>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Shape 1054"/>
        <p:cNvGrpSpPr/>
        <p:nvPr/>
      </p:nvGrpSpPr>
      <p:grpSpPr>
        <a:xfrm>
          <a:off x="0" y="0"/>
          <a:ext cx="0" cy="0"/>
          <a:chOff x="0" y="0"/>
          <a:chExt cx="0" cy="0"/>
        </a:xfrm>
      </p:grpSpPr>
      <p:sp>
        <p:nvSpPr>
          <p:cNvPr id="1055" name="Google Shape;1055;p172"/>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J  T   X  B  T   G  V  O  !</a:t>
            </a:r>
            <a:endParaRPr dirty="0">
              <a:latin typeface="Consolas"/>
              <a:ea typeface="Consolas"/>
              <a:cs typeface="Consolas"/>
              <a:sym typeface="Consolas"/>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Shape 1059"/>
        <p:cNvGrpSpPr/>
        <p:nvPr/>
      </p:nvGrpSpPr>
      <p:grpSpPr>
        <a:xfrm>
          <a:off x="0" y="0"/>
          <a:ext cx="0" cy="0"/>
          <a:chOff x="0" y="0"/>
          <a:chExt cx="0" cy="0"/>
        </a:xfrm>
      </p:grpSpPr>
      <p:sp>
        <p:nvSpPr>
          <p:cNvPr id="1060" name="Google Shape;1060;p17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T   X  B  T   G  V  O  !</a:t>
            </a:r>
            <a:endParaRPr dirty="0">
              <a:latin typeface="Consolas"/>
              <a:ea typeface="Consolas"/>
              <a:cs typeface="Consolas"/>
              <a:sym typeface="Consolas"/>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Shape 1064"/>
        <p:cNvGrpSpPr/>
        <p:nvPr/>
      </p:nvGrpSpPr>
      <p:grpSpPr>
        <a:xfrm>
          <a:off x="0" y="0"/>
          <a:ext cx="0" cy="0"/>
          <a:chOff x="0" y="0"/>
          <a:chExt cx="0" cy="0"/>
        </a:xfrm>
      </p:grpSpPr>
      <p:sp>
        <p:nvSpPr>
          <p:cNvPr id="1065" name="Google Shape;1065;p174"/>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X  B  T   G  V  O  !</a:t>
            </a:r>
            <a:endParaRPr dirty="0">
              <a:latin typeface="Consolas"/>
              <a:ea typeface="Consolas"/>
              <a:cs typeface="Consolas"/>
              <a:sym typeface="Consolas"/>
            </a:endParaRP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Shape 1069"/>
        <p:cNvGrpSpPr/>
        <p:nvPr/>
      </p:nvGrpSpPr>
      <p:grpSpPr>
        <a:xfrm>
          <a:off x="0" y="0"/>
          <a:ext cx="0" cy="0"/>
          <a:chOff x="0" y="0"/>
          <a:chExt cx="0" cy="0"/>
        </a:xfrm>
      </p:grpSpPr>
      <p:sp>
        <p:nvSpPr>
          <p:cNvPr id="1070" name="Google Shape;1070;p175"/>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B  T   G  V  O  !</a:t>
            </a:r>
            <a:endParaRPr dirty="0">
              <a:latin typeface="Consolas"/>
              <a:ea typeface="Consolas"/>
              <a:cs typeface="Consolas"/>
              <a:sym typeface="Consolas"/>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Shape 1074"/>
        <p:cNvGrpSpPr/>
        <p:nvPr/>
      </p:nvGrpSpPr>
      <p:grpSpPr>
        <a:xfrm>
          <a:off x="0" y="0"/>
          <a:ext cx="0" cy="0"/>
          <a:chOff x="0" y="0"/>
          <a:chExt cx="0" cy="0"/>
        </a:xfrm>
      </p:grpSpPr>
      <p:sp>
        <p:nvSpPr>
          <p:cNvPr id="1075" name="Google Shape;1075;p17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T   G  V  O  !</a:t>
            </a:r>
            <a:endParaRPr dirty="0">
              <a:latin typeface="Consolas"/>
              <a:ea typeface="Consolas"/>
              <a:cs typeface="Consolas"/>
              <a:sym typeface="Consolas"/>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Shape 1079"/>
        <p:cNvGrpSpPr/>
        <p:nvPr/>
      </p:nvGrpSpPr>
      <p:grpSpPr>
        <a:xfrm>
          <a:off x="0" y="0"/>
          <a:ext cx="0" cy="0"/>
          <a:chOff x="0" y="0"/>
          <a:chExt cx="0" cy="0"/>
        </a:xfrm>
      </p:grpSpPr>
      <p:sp>
        <p:nvSpPr>
          <p:cNvPr id="1080" name="Google Shape;1080;p177"/>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S   G  V  O  !</a:t>
            </a:r>
            <a:endParaRPr dirty="0">
              <a:latin typeface="Consolas"/>
              <a:ea typeface="Consolas"/>
              <a:cs typeface="Consolas"/>
              <a:sym typeface="Consolas"/>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Shape 1084"/>
        <p:cNvGrpSpPr/>
        <p:nvPr/>
      </p:nvGrpSpPr>
      <p:grpSpPr>
        <a:xfrm>
          <a:off x="0" y="0"/>
          <a:ext cx="0" cy="0"/>
          <a:chOff x="0" y="0"/>
          <a:chExt cx="0" cy="0"/>
        </a:xfrm>
      </p:grpSpPr>
      <p:sp>
        <p:nvSpPr>
          <p:cNvPr id="1085" name="Google Shape;1085;p17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S   F  V  O  !</a:t>
            </a:r>
            <a:endParaRPr dirty="0">
              <a:latin typeface="Consolas"/>
              <a:ea typeface="Consolas"/>
              <a:cs typeface="Consolas"/>
              <a:sym typeface="Consolas"/>
            </a:endParaRP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Shape 1089"/>
        <p:cNvGrpSpPr/>
        <p:nvPr/>
      </p:nvGrpSpPr>
      <p:grpSpPr>
        <a:xfrm>
          <a:off x="0" y="0"/>
          <a:ext cx="0" cy="0"/>
          <a:chOff x="0" y="0"/>
          <a:chExt cx="0" cy="0"/>
        </a:xfrm>
      </p:grpSpPr>
      <p:sp>
        <p:nvSpPr>
          <p:cNvPr id="1090" name="Google Shape;1090;p179"/>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S   F  U  O  !</a:t>
            </a:r>
            <a:endParaRPr dirty="0">
              <a:latin typeface="Consolas"/>
              <a:ea typeface="Consolas"/>
              <a:cs typeface="Consolas"/>
              <a:sym typeface="Consolas"/>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Shape 1089">
          <a:extLst>
            <a:ext uri="{FF2B5EF4-FFF2-40B4-BE49-F238E27FC236}">
              <a16:creationId xmlns:a16="http://schemas.microsoft.com/office/drawing/2014/main" id="{F005C33D-B912-9A73-8ACE-A8C936BAD05D}"/>
            </a:ext>
          </a:extLst>
        </p:cNvPr>
        <p:cNvGrpSpPr/>
        <p:nvPr/>
      </p:nvGrpSpPr>
      <p:grpSpPr>
        <a:xfrm>
          <a:off x="0" y="0"/>
          <a:ext cx="0" cy="0"/>
          <a:chOff x="0" y="0"/>
          <a:chExt cx="0" cy="0"/>
        </a:xfrm>
      </p:grpSpPr>
      <p:sp>
        <p:nvSpPr>
          <p:cNvPr id="1090" name="Google Shape;1090;p179">
            <a:extLst>
              <a:ext uri="{FF2B5EF4-FFF2-40B4-BE49-F238E27FC236}">
                <a16:creationId xmlns:a16="http://schemas.microsoft.com/office/drawing/2014/main" id="{A1EDCE1C-2A70-4BD1-FC30-E5343A196116}"/>
              </a:ext>
            </a:extLst>
          </p:cNvPr>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p>
            <a:pPr lvl="0"/>
            <a:r>
              <a:rPr lang="en" dirty="0">
                <a:latin typeface="Consolas"/>
                <a:ea typeface="Consolas"/>
                <a:cs typeface="Consolas"/>
                <a:sym typeface="Consolas"/>
              </a:rPr>
              <a:t>T  H  I  S   W  A  S   F  U  N  !</a:t>
            </a:r>
            <a:endParaRPr dirty="0">
              <a:latin typeface="Consolas"/>
              <a:ea typeface="Consolas"/>
              <a:cs typeface="Consolas"/>
              <a:sym typeface="Consolas"/>
            </a:endParaRPr>
          </a:p>
        </p:txBody>
      </p:sp>
    </p:spTree>
    <p:extLst>
      <p:ext uri="{BB962C8B-B14F-4D97-AF65-F5344CB8AC3E}">
        <p14:creationId xmlns:p14="http://schemas.microsoft.com/office/powerpoint/2010/main" val="1168356683"/>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Shape 1094"/>
        <p:cNvGrpSpPr/>
        <p:nvPr/>
      </p:nvGrpSpPr>
      <p:grpSpPr>
        <a:xfrm>
          <a:off x="0" y="0"/>
          <a:ext cx="0" cy="0"/>
          <a:chOff x="0" y="0"/>
          <a:chExt cx="0" cy="0"/>
        </a:xfrm>
      </p:grpSpPr>
      <p:pic>
        <p:nvPicPr>
          <p:cNvPr id="3" name="Picture 2" descr="A cartoon of a yellow rubber duck on a bomb&#10;&#10;AI-generated content may be incorrect.">
            <a:extLst>
              <a:ext uri="{FF2B5EF4-FFF2-40B4-BE49-F238E27FC236}">
                <a16:creationId xmlns:a16="http://schemas.microsoft.com/office/drawing/2014/main" id="{B69F2EEE-076D-260A-C613-D53CAB1C378C}"/>
              </a:ext>
            </a:extLst>
          </p:cNvPr>
          <p:cNvPicPr>
            <a:picLocks noChangeAspect="1"/>
          </p:cNvPicPr>
          <p:nvPr/>
        </p:nvPicPr>
        <p:blipFill>
          <a:blip r:embed="rId3"/>
          <a:stretch>
            <a:fillRect/>
          </a:stretch>
        </p:blipFill>
        <p:spPr>
          <a:xfrm>
            <a:off x="2000250" y="0"/>
            <a:ext cx="5143500" cy="5143500"/>
          </a:xfrm>
          <a:prstGeom prst="rect">
            <a:avLst/>
          </a:prstGeom>
        </p:spPr>
      </p:pic>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Shape 1099"/>
        <p:cNvGrpSpPr/>
        <p:nvPr/>
      </p:nvGrpSpPr>
      <p:grpSpPr>
        <a:xfrm>
          <a:off x="0" y="0"/>
          <a:ext cx="0" cy="0"/>
          <a:chOff x="0" y="0"/>
          <a:chExt cx="0" cy="0"/>
        </a:xfrm>
      </p:grpSpPr>
      <p:sp>
        <p:nvSpPr>
          <p:cNvPr id="2" name="TextBox 1">
            <a:extLst>
              <a:ext uri="{FF2B5EF4-FFF2-40B4-BE49-F238E27FC236}">
                <a16:creationId xmlns:a16="http://schemas.microsoft.com/office/drawing/2014/main" id="{C23DA511-E620-2F20-A381-325F2CE8F5E1}"/>
              </a:ext>
            </a:extLst>
          </p:cNvPr>
          <p:cNvSpPr txBox="1"/>
          <p:nvPr/>
        </p:nvSpPr>
        <p:spPr>
          <a:xfrm>
            <a:off x="921001" y="2110085"/>
            <a:ext cx="7301999" cy="923330"/>
          </a:xfrm>
          <a:prstGeom prst="rect">
            <a:avLst/>
          </a:prstGeom>
          <a:noFill/>
        </p:spPr>
        <p:txBody>
          <a:bodyPr wrap="none" rtlCol="0">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r>
              <a:rPr lang="en-GB" sz="5400" dirty="0">
                <a:solidFill>
                  <a:schemeClr val="tx1"/>
                </a:solidFill>
              </a:rPr>
              <a:t>Computing Technology</a:t>
            </a: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539</TotalTime>
  <Words>2901</Words>
  <Application>Microsoft Office PowerPoint</Application>
  <PresentationFormat>On-screen Show (16:9)</PresentationFormat>
  <Paragraphs>837</Paragraphs>
  <Slides>167</Slides>
  <Notes>167</Notes>
  <HiddenSlides>3</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167</vt:i4>
      </vt:variant>
    </vt:vector>
  </HeadingPairs>
  <TitlesOfParts>
    <vt:vector size="170" baseType="lpstr">
      <vt:lpstr>Arial</vt:lpstr>
      <vt:lpstr>Consolas</vt:lpstr>
      <vt:lpstr>Simple Dark</vt:lpstr>
      <vt:lpstr>PowerPoint Presentation</vt:lpstr>
      <vt:lpstr>reading levels</vt:lpstr>
      <vt:lpstr>PowerPoint Presentation</vt:lpstr>
      <vt:lpstr>One fish. Two fish. Red fish. Blue fish.</vt:lpstr>
      <vt:lpstr>Before Grade 1</vt:lpstr>
      <vt:lpstr>PowerPoint Presentation</vt:lpstr>
      <vt:lpstr>Congratulations! Today is your day. You're off to Great Places! You're off and away!</vt:lpstr>
      <vt:lpstr>Grade 3</vt:lpstr>
      <vt:lpstr>PowerPoint Presentation</vt:lpstr>
      <vt:lpstr>It was a bright cold day in April, and the clocks were striking thirteen. Winston Smith, his chin nuzzled into his breast in an effort to escape the vile wind, slipped quickly through the glass doors of Victory Mansions, though not quickly enough to prevent a swirl of gritty dust from entering along with him.</vt:lpstr>
      <vt:lpstr>Grade 10</vt:lpstr>
      <vt:lpstr>reading levels</vt:lpstr>
      <vt:lpstr>cryptography</vt:lpstr>
      <vt:lpstr>J    M  P  X  F    D</vt:lpstr>
      <vt:lpstr>I    L  O  V  E    C</vt:lpstr>
      <vt:lpstr>compiler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reverse engineering</vt:lpstr>
      <vt:lpstr>PowerPoint Presentation</vt:lpstr>
      <vt:lpstr>debugging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types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arrays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string</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NUL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string</vt:lpstr>
      <vt:lpstr>string.h</vt:lpstr>
      <vt:lpstr>manual.cs50.io/#string.h</vt:lpstr>
      <vt:lpstr>strlen</vt:lpstr>
      <vt:lpstr>ctype.h</vt:lpstr>
      <vt:lpstr>manual.cs50.io/#ctype.h</vt:lpstr>
      <vt:lpstr>PowerPoint Presentation</vt:lpstr>
      <vt:lpstr>PowerPoint Presentation</vt:lpstr>
      <vt:lpstr>command-line arguments</vt:lpstr>
      <vt:lpstr>PowerPoint Presentation</vt:lpstr>
      <vt:lpstr>PowerPoint Presentation</vt:lpstr>
      <vt:lpstr>PowerPoint Presentation</vt:lpstr>
      <vt:lpstr>ASCII art</vt:lpstr>
      <vt:lpstr>cowsay</vt:lpstr>
      <vt:lpstr>exit status</vt:lpstr>
      <vt:lpstr>PowerPoint Presentation</vt:lpstr>
      <vt:lpstr>PowerPoint Presentation</vt:lpstr>
      <vt:lpstr>PowerPoint Presentation</vt:lpstr>
      <vt:lpstr>PowerPoint Presentation</vt:lpstr>
      <vt:lpstr>PowerPoint Presentation</vt:lpstr>
      <vt:lpstr>echo $?</vt:lpstr>
      <vt:lpstr>cryptography</vt:lpstr>
      <vt:lpstr>encryption</vt:lpstr>
      <vt:lpstr>PowerPoint Presentation</vt:lpstr>
      <vt:lpstr>PowerPoint Presentation</vt:lpstr>
      <vt:lpstr>cipher</vt:lpstr>
      <vt:lpstr>cipher</vt:lpstr>
      <vt:lpstr>PowerPoint Presentation</vt:lpstr>
      <vt:lpstr>PowerPoint Presentation</vt:lpstr>
      <vt:lpstr>PowerPoint Presentation</vt:lpstr>
      <vt:lpstr>PowerPoint Presentation</vt:lpstr>
      <vt:lpstr>PowerPoint Presentation</vt:lpstr>
      <vt:lpstr>PowerPoint Presentation</vt:lpstr>
      <vt:lpstr>decryption</vt:lpstr>
      <vt:lpstr>PowerPoint Presentation</vt:lpstr>
      <vt:lpstr>U  I  J  T   X  B  T   G  V  O  !</vt:lpstr>
      <vt:lpstr>T  I  J  T   X  B  T   G  V  O  !</vt:lpstr>
      <vt:lpstr>T  H  J  T   X  B  T   G  V  O  !</vt:lpstr>
      <vt:lpstr>T  H  I  T   X  B  T   G  V  O  !</vt:lpstr>
      <vt:lpstr>T  H  I  S   X  B  T   G  V  O  !</vt:lpstr>
      <vt:lpstr>T  H  I  S   W  B  T   G  V  O  !</vt:lpstr>
      <vt:lpstr>T  H  I  S   W  A  T   G  V  O  !</vt:lpstr>
      <vt:lpstr>T  H  I  S   W  A  S   G  V  O  !</vt:lpstr>
      <vt:lpstr>T  H  I  S   W  A  S   F  V  O  !</vt:lpstr>
      <vt:lpstr>T  H  I  S   W  A  S   F  U  O  !</vt:lpstr>
      <vt:lpstr>T  H  I  S   W  A  S   F  U  N  !</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Ed Harris</cp:lastModifiedBy>
  <cp:revision>3</cp:revision>
  <dcterms:modified xsi:type="dcterms:W3CDTF">2025-10-07T06:53:41Z</dcterms:modified>
</cp:coreProperties>
</file>
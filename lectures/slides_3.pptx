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63"/>
  </p:notesMasterIdLst>
  <p:sldIdLst>
    <p:sldId id="258" r:id="rId2"/>
    <p:sldId id="259" r:id="rId3"/>
    <p:sldId id="261" r:id="rId4"/>
    <p:sldId id="262" r:id="rId5"/>
    <p:sldId id="264" r:id="rId6"/>
    <p:sldId id="265" r:id="rId7"/>
    <p:sldId id="267" r:id="rId8"/>
    <p:sldId id="268" r:id="rId9"/>
    <p:sldId id="269" r:id="rId10"/>
    <p:sldId id="270" r:id="rId11"/>
    <p:sldId id="271" r:id="rId12"/>
    <p:sldId id="272" r:id="rId13"/>
    <p:sldId id="273" r:id="rId14"/>
    <p:sldId id="274" r:id="rId15"/>
    <p:sldId id="275" r:id="rId16"/>
    <p:sldId id="276" r:id="rId17"/>
    <p:sldId id="277" r:id="rId18"/>
    <p:sldId id="278" r:id="rId19"/>
    <p:sldId id="279" r:id="rId20"/>
    <p:sldId id="280" r:id="rId21"/>
    <p:sldId id="281" r:id="rId22"/>
    <p:sldId id="282" r:id="rId23"/>
    <p:sldId id="283" r:id="rId24"/>
    <p:sldId id="284" r:id="rId25"/>
    <p:sldId id="285" r:id="rId26"/>
    <p:sldId id="286" r:id="rId27"/>
    <p:sldId id="287" r:id="rId28"/>
    <p:sldId id="288" r:id="rId29"/>
    <p:sldId id="289" r:id="rId30"/>
    <p:sldId id="290" r:id="rId31"/>
    <p:sldId id="291" r:id="rId32"/>
    <p:sldId id="292" r:id="rId33"/>
    <p:sldId id="293" r:id="rId34"/>
    <p:sldId id="294" r:id="rId35"/>
    <p:sldId id="295" r:id="rId36"/>
    <p:sldId id="296" r:id="rId37"/>
    <p:sldId id="297" r:id="rId38"/>
    <p:sldId id="298" r:id="rId39"/>
    <p:sldId id="299" r:id="rId40"/>
    <p:sldId id="300" r:id="rId41"/>
    <p:sldId id="301" r:id="rId42"/>
    <p:sldId id="302" r:id="rId43"/>
    <p:sldId id="303" r:id="rId44"/>
    <p:sldId id="304" r:id="rId45"/>
    <p:sldId id="305" r:id="rId46"/>
    <p:sldId id="306" r:id="rId47"/>
    <p:sldId id="307" r:id="rId48"/>
    <p:sldId id="308" r:id="rId49"/>
    <p:sldId id="309" r:id="rId50"/>
    <p:sldId id="310" r:id="rId51"/>
    <p:sldId id="311" r:id="rId52"/>
    <p:sldId id="312" r:id="rId53"/>
    <p:sldId id="313" r:id="rId54"/>
    <p:sldId id="314" r:id="rId55"/>
    <p:sldId id="315" r:id="rId56"/>
    <p:sldId id="316" r:id="rId57"/>
    <p:sldId id="317" r:id="rId58"/>
    <p:sldId id="318" r:id="rId59"/>
    <p:sldId id="319" r:id="rId60"/>
    <p:sldId id="320" r:id="rId61"/>
    <p:sldId id="321" r:id="rId62"/>
    <p:sldId id="326" r:id="rId63"/>
    <p:sldId id="327" r:id="rId64"/>
    <p:sldId id="328" r:id="rId65"/>
    <p:sldId id="329" r:id="rId66"/>
    <p:sldId id="330" r:id="rId67"/>
    <p:sldId id="331" r:id="rId68"/>
    <p:sldId id="332" r:id="rId69"/>
    <p:sldId id="333" r:id="rId70"/>
    <p:sldId id="334" r:id="rId71"/>
    <p:sldId id="335" r:id="rId72"/>
    <p:sldId id="336" r:id="rId73"/>
    <p:sldId id="337" r:id="rId74"/>
    <p:sldId id="338" r:id="rId75"/>
    <p:sldId id="339" r:id="rId76"/>
    <p:sldId id="340" r:id="rId77"/>
    <p:sldId id="341" r:id="rId78"/>
    <p:sldId id="342" r:id="rId79"/>
    <p:sldId id="343" r:id="rId80"/>
    <p:sldId id="344" r:id="rId81"/>
    <p:sldId id="345" r:id="rId82"/>
    <p:sldId id="346" r:id="rId83"/>
    <p:sldId id="347" r:id="rId84"/>
    <p:sldId id="348" r:id="rId85"/>
    <p:sldId id="349" r:id="rId86"/>
    <p:sldId id="350" r:id="rId87"/>
    <p:sldId id="351" r:id="rId88"/>
    <p:sldId id="352" r:id="rId89"/>
    <p:sldId id="353" r:id="rId90"/>
    <p:sldId id="354" r:id="rId91"/>
    <p:sldId id="355" r:id="rId92"/>
    <p:sldId id="356" r:id="rId93"/>
    <p:sldId id="357" r:id="rId94"/>
    <p:sldId id="358" r:id="rId95"/>
    <p:sldId id="359" r:id="rId96"/>
    <p:sldId id="360" r:id="rId97"/>
    <p:sldId id="361" r:id="rId98"/>
    <p:sldId id="362" r:id="rId99"/>
    <p:sldId id="363" r:id="rId100"/>
    <p:sldId id="364" r:id="rId101"/>
    <p:sldId id="365" r:id="rId102"/>
    <p:sldId id="366" r:id="rId103"/>
    <p:sldId id="367" r:id="rId104"/>
    <p:sldId id="368" r:id="rId105"/>
    <p:sldId id="369" r:id="rId106"/>
    <p:sldId id="370" r:id="rId107"/>
    <p:sldId id="371" r:id="rId108"/>
    <p:sldId id="372" r:id="rId109"/>
    <p:sldId id="373" r:id="rId110"/>
    <p:sldId id="374" r:id="rId111"/>
    <p:sldId id="375" r:id="rId112"/>
    <p:sldId id="376" r:id="rId113"/>
    <p:sldId id="377" r:id="rId114"/>
    <p:sldId id="378" r:id="rId115"/>
    <p:sldId id="379" r:id="rId116"/>
    <p:sldId id="380" r:id="rId117"/>
    <p:sldId id="381" r:id="rId118"/>
    <p:sldId id="382" r:id="rId119"/>
    <p:sldId id="383" r:id="rId120"/>
    <p:sldId id="384" r:id="rId121"/>
    <p:sldId id="385" r:id="rId122"/>
    <p:sldId id="386" r:id="rId123"/>
    <p:sldId id="387" r:id="rId124"/>
    <p:sldId id="388" r:id="rId125"/>
    <p:sldId id="389" r:id="rId126"/>
    <p:sldId id="390" r:id="rId127"/>
    <p:sldId id="391" r:id="rId128"/>
    <p:sldId id="392" r:id="rId129"/>
    <p:sldId id="393" r:id="rId130"/>
    <p:sldId id="394" r:id="rId131"/>
    <p:sldId id="395" r:id="rId132"/>
    <p:sldId id="396" r:id="rId133"/>
    <p:sldId id="397" r:id="rId134"/>
    <p:sldId id="398" r:id="rId135"/>
    <p:sldId id="399" r:id="rId136"/>
    <p:sldId id="400" r:id="rId137"/>
    <p:sldId id="401" r:id="rId138"/>
    <p:sldId id="402" r:id="rId139"/>
    <p:sldId id="403" r:id="rId140"/>
    <p:sldId id="404" r:id="rId141"/>
    <p:sldId id="405" r:id="rId142"/>
    <p:sldId id="406" r:id="rId143"/>
    <p:sldId id="407" r:id="rId144"/>
    <p:sldId id="408" r:id="rId145"/>
    <p:sldId id="409" r:id="rId146"/>
    <p:sldId id="410" r:id="rId147"/>
    <p:sldId id="411" r:id="rId148"/>
    <p:sldId id="412" r:id="rId149"/>
    <p:sldId id="413" r:id="rId150"/>
    <p:sldId id="414" r:id="rId151"/>
    <p:sldId id="415" r:id="rId152"/>
    <p:sldId id="416" r:id="rId153"/>
    <p:sldId id="417" r:id="rId154"/>
    <p:sldId id="418" r:id="rId155"/>
    <p:sldId id="419" r:id="rId156"/>
    <p:sldId id="420" r:id="rId157"/>
    <p:sldId id="421" r:id="rId158"/>
    <p:sldId id="422" r:id="rId159"/>
    <p:sldId id="425" r:id="rId160"/>
    <p:sldId id="423" r:id="rId161"/>
    <p:sldId id="424" r:id="rId162"/>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5EE7636-6F58-4BA5-A9DD-6A382D0931FE}">
  <a:tblStyle styleId="{75EE7636-6F58-4BA5-A9DD-6A382D0931FE}"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9462" autoAdjust="0"/>
  </p:normalViewPr>
  <p:slideViewPr>
    <p:cSldViewPr snapToGrid="0">
      <p:cViewPr varScale="1">
        <p:scale>
          <a:sx n="138" d="100"/>
          <a:sy n="138" d="100"/>
        </p:scale>
        <p:origin x="834" y="11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viewProps" Target="viewProp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3" Type="http://schemas.openxmlformats.org/officeDocument/2006/relationships/hyperlink" Target="https://en.wikipedia.org/wiki/Grace_Hopper" TargetMode="External"/><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3" Type="http://schemas.openxmlformats.org/officeDocument/2006/relationships/hyperlink" Target="https://www.britannica.com/technology/Harvard-Mark-I" TargetMode="External"/><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3" Type="http://schemas.openxmlformats.org/officeDocument/2006/relationships/hyperlink" Target="https://en.wikipedia.org/wiki/Software_bug" TargetMode="External"/><Relationship Id="rId2" Type="http://schemas.openxmlformats.org/officeDocument/2006/relationships/slide" Target="../slides/slide58.xml"/><Relationship Id="rId1" Type="http://schemas.openxmlformats.org/officeDocument/2006/relationships/notesMaster" Target="../notesMasters/notesMaster1.xml"/><Relationship Id="rId4" Type="http://schemas.openxmlformats.org/officeDocument/2006/relationships/hyperlink" Target="https://en.wikipedia.org/wiki/Harvard_Mark_II" TargetMode="Externa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3" Type="http://schemas.openxmlformats.org/officeDocument/2006/relationships/hyperlink" Target="https://asciichart.com/" TargetMode="External"/><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3" Type="http://schemas.openxmlformats.org/officeDocument/2006/relationships/hyperlink" Target="https://asciichart.com/" TargetMode="External"/><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3" Type="http://schemas.openxmlformats.org/officeDocument/2006/relationships/hyperlink" Target="https://asciichart.com/" TargetMode="External"/><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3" Type="http://schemas.openxmlformats.org/officeDocument/2006/relationships/hyperlink" Target="https://asciichart.com/" TargetMode="External"/><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3" Type="http://schemas.openxmlformats.org/officeDocument/2006/relationships/hyperlink" Target="https://community.zoom.com/t5/Meetings/ERROR-1132/td-p/40521" TargetMode="External"/><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g152b199c420_0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 name="Google Shape;63;g152b199c420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298450" algn="l" rtl="0">
              <a:spcBef>
                <a:spcPts val="0"/>
              </a:spcBef>
              <a:spcAft>
                <a:spcPts val="0"/>
              </a:spcAft>
              <a:buSzPts val="1100"/>
              <a:buChar char="●"/>
            </a:pPr>
            <a:r>
              <a:rPr lang="en">
                <a:solidFill>
                  <a:schemeClr val="dk1"/>
                </a:solidFill>
              </a:rPr>
              <a:t>Reload codespace</a:t>
            </a:r>
            <a:endParaRPr>
              <a:solidFill>
                <a:schemeClr val="dk1"/>
              </a:solidFill>
            </a:endParaRPr>
          </a:p>
          <a:p>
            <a:pPr marL="457200" lvl="0" indent="-298450" algn="l" rtl="0">
              <a:spcBef>
                <a:spcPts val="0"/>
              </a:spcBef>
              <a:spcAft>
                <a:spcPts val="0"/>
              </a:spcAft>
              <a:buSzPts val="1100"/>
              <a:buChar char="●"/>
            </a:pPr>
            <a:r>
              <a:rPr lang="en"/>
              <a:t>Uncheck VS Code tabs</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g2802853f3a5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 name="Google Shape;68;g2802853f3a5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
        <p:cNvGrpSpPr/>
        <p:nvPr/>
      </p:nvGrpSpPr>
      <p:grpSpPr>
        <a:xfrm>
          <a:off x="0" y="0"/>
          <a:ext cx="0" cy="0"/>
          <a:chOff x="0" y="0"/>
          <a:chExt cx="0" cy="0"/>
        </a:xfrm>
      </p:grpSpPr>
      <p:sp>
        <p:nvSpPr>
          <p:cNvPr id="76" name="Google Shape;76;g152d030a94b_0_2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 name="Google Shape;77;g152d030a94b_0_2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One Fish Two Fish Red Fish Blue Fish</a:t>
            </a:r>
            <a:endParaRPr/>
          </a:p>
          <a:p>
            <a:pPr marL="0" lvl="0" indent="0" algn="l" rtl="0">
              <a:spcBef>
                <a:spcPts val="0"/>
              </a:spcBef>
              <a:spcAft>
                <a:spcPts val="0"/>
              </a:spcAft>
              <a:buNone/>
            </a:pPr>
            <a:r>
              <a:rPr lang="en"/>
              <a:t>Dr. Seuss</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152d030a94b_0_2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152d030a94b_0_2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152d030a94b_0_2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152d030a94b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Oh, the Places You'll Go!</a:t>
            </a:r>
            <a:endParaRPr/>
          </a:p>
          <a:p>
            <a:pPr marL="0" lvl="0" indent="0" algn="l" rtl="0">
              <a:spcBef>
                <a:spcPts val="0"/>
              </a:spcBef>
              <a:spcAft>
                <a:spcPts val="0"/>
              </a:spcAft>
              <a:buNone/>
            </a:pPr>
            <a:r>
              <a:rPr lang="en"/>
              <a:t>Dr. Seuss</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152d030a94b_0_2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152d030a94b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2802853f3a5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2802853f3a5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Nineteen Eighty-Four</a:t>
            </a:r>
            <a:endParaRPr/>
          </a:p>
          <a:p>
            <a:pPr marL="0" lvl="0" indent="0" algn="l" rtl="0">
              <a:spcBef>
                <a:spcPts val="0"/>
              </a:spcBef>
              <a:spcAft>
                <a:spcPts val="0"/>
              </a:spcAft>
              <a:buNone/>
            </a:pPr>
            <a:r>
              <a:rPr lang="en"/>
              <a:t>George Orwell</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g2802853f3a5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2802853f3a5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28070e0ad67_12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28070e0ad67_12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2802853f3a5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2802853f3a5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152d030a94b_0_2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152d030a94b_0_2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t>“Cypher” / cryptogram</a:t>
            </a:r>
            <a:endParaRP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3008459a0eb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3008459a0eb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t>Letter shifter +1</a:t>
            </a:r>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g280537beb98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 name="Google Shape;135;g280537beb98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know it doesn't feel like it, but have had training wheels on…</a:t>
            </a:r>
            <a:endParaRPr/>
          </a:p>
          <a:p>
            <a:pPr marL="0" lvl="0" indent="0" algn="l" rtl="0">
              <a:spcBef>
                <a:spcPts val="0"/>
              </a:spcBef>
              <a:spcAft>
                <a:spcPts val="0"/>
              </a:spcAft>
              <a:buNone/>
            </a:pPr>
            <a:r>
              <a:rPr lang="en"/>
              <a:t>bottom-up understanding, to deduce solutions to problems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988286dadd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 name="Google Shape;143;g988286dadd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988286dadd_0_1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988286dadd_0_1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g988286dad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 name="Google Shape;153;g988286dad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hello0.c</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421cb10800_1_4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421cb10800_1_4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600334256b_1_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600334256b_1_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600334256b_1_2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600334256b_1_2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600334256b_1_2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 name="Google Shape;173;g600334256b_1_2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hello1.c</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421cb10800_1_5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8" name="Google Shape;178;g421cb10800_1_5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421cb10800_1_5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 name="Google Shape;183;g421cb10800_1_5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421cb10800_1_5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 name="Google Shape;188;g421cb10800_1_5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g421cb10800_1_5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3" name="Google Shape;193;g421cb10800_1_5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421cb10800_1_5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 name="Google Shape;198;g421cb10800_1_5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280537beb98_0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280537beb98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280537beb98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280537beb98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421cb10800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 name="Google Shape;213;g421cb10800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g421cb10800_1_5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 name="Google Shape;218;g421cb10800_1_5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421cb10800_1_5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 name="Google Shape;223;g421cb10800_1_5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421cb10800_1_5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421cb10800_1_5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421cb10800_1_5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421cb10800_1_5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421cb10800_1_5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g421cb10800_1_5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g421cb10800_1_5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g421cb10800_1_5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421cb10800_1_5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 name="Google Shape;248;g421cb10800_1_5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t>Oh god, assembly!</a:t>
            </a:r>
            <a:endParaRPr dirty="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421cb10800_1_5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3" name="Google Shape;253;g421cb10800_1_5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421cb10800_1_5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8" name="Google Shape;258;g421cb10800_1_5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g421cb10800_1_5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3" name="Google Shape;263;g421cb10800_1_5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421cb10800_1_5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421cb10800_1_5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4360bc607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4360bc607a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t>Binary aka machine code</a:t>
            </a:r>
            <a:endParaRPr dirty="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421cb10800_1_5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8" name="Google Shape;278;g421cb10800_1_5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600334256b_1_3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3" name="Google Shape;283;g600334256b_1_3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3 files involved</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g421cb10800_1_5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8" name="Google Shape;288;g421cb10800_1_5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421cb10800_1_5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421cb10800_1_5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421cb10800_1_5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421cb10800_1_5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421cb10800_1_6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6" name="Google Shape;306;g421cb10800_1_6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g421cb10800_1_6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3" name="Google Shape;313;g421cb10800_1_6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
        <p:cNvGrpSpPr/>
        <p:nvPr/>
      </p:nvGrpSpPr>
      <p:grpSpPr>
        <a:xfrm>
          <a:off x="0" y="0"/>
          <a:ext cx="0" cy="0"/>
          <a:chOff x="0" y="0"/>
          <a:chExt cx="0" cy="0"/>
        </a:xfrm>
      </p:grpSpPr>
      <p:sp>
        <p:nvSpPr>
          <p:cNvPr id="319" name="Google Shape;319;g421cb10800_1_6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0" name="Google Shape;320;g421cb10800_1_6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0s and 1s for printf.c are actually those for libc.so.</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421cb10800_1_6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421cb10800_1_6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600334256b_1_3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600334256b_1_3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5"/>
        <p:cNvGrpSpPr/>
        <p:nvPr/>
      </p:nvGrpSpPr>
      <p:grpSpPr>
        <a:xfrm>
          <a:off x="0" y="0"/>
          <a:ext cx="0" cy="0"/>
          <a:chOff x="0" y="0"/>
          <a:chExt cx="0" cy="0"/>
        </a:xfrm>
      </p:grpSpPr>
      <p:sp>
        <p:nvSpPr>
          <p:cNvPr id="336" name="Google Shape;336;g600334256b_59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7" name="Google Shape;337;g600334256b_59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152d030a94b_0_3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152d030a94b_0_3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g152d030a94b_0_3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7" name="Google Shape;347;g152d030a94b_0_3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intellectual property</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Google Shape;351;g152d030a94b_0_3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2" name="Google Shape;352;g152d030a94b_0_3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easier with hello-world than with, e.g., loops, which could be for loops or while loops, etc.</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p:cNvGrpSpPr/>
        <p:nvPr/>
      </p:nvGrpSpPr>
      <p:grpSpPr>
        <a:xfrm>
          <a:off x="0" y="0"/>
          <a:ext cx="0" cy="0"/>
          <a:chOff x="0" y="0"/>
          <a:chExt cx="0" cy="0"/>
        </a:xfrm>
      </p:grpSpPr>
      <p:sp>
        <p:nvSpPr>
          <p:cNvPr id="356" name="Google Shape;356;g600334256b_59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7" name="Google Shape;357;g600334256b_59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152d030a94b_0_3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 name="Google Shape;362;g152d030a94b_0_3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dirty="0">
                <a:solidFill>
                  <a:schemeClr val="hlink"/>
                </a:solidFill>
                <a:hlinkClick r:id="rId3"/>
              </a:rPr>
              <a:t>https://en.wikipedia.org/wiki/Grace_Hopper</a:t>
            </a:r>
            <a:r>
              <a:rPr lang="en" dirty="0"/>
              <a:t> </a:t>
            </a:r>
            <a:endParaRPr dirty="0"/>
          </a:p>
          <a:p>
            <a:pPr marL="0" lvl="0" indent="0" algn="l" rtl="0">
              <a:spcBef>
                <a:spcPts val="0"/>
              </a:spcBef>
              <a:spcAft>
                <a:spcPts val="0"/>
              </a:spcAft>
              <a:buNone/>
            </a:pPr>
            <a:r>
              <a:rPr lang="en" dirty="0"/>
              <a:t>Dr Grace Hopper, Yale PhD</a:t>
            </a:r>
            <a:endParaRPr dirty="0"/>
          </a:p>
          <a:p>
            <a:pPr marL="0" lvl="0" indent="0" algn="l" rtl="0">
              <a:spcBef>
                <a:spcPts val="0"/>
              </a:spcBef>
              <a:spcAft>
                <a:spcPts val="0"/>
              </a:spcAft>
              <a:buNone/>
            </a:pPr>
            <a:r>
              <a:rPr lang="en" dirty="0"/>
              <a:t>Rear Admiral in Navy</a:t>
            </a:r>
            <a:endParaRPr dirty="0"/>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Google Shape;366;g152d030a94b_0_3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7" name="Google Shape;367;g152d030a94b_0_3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dirty="0">
                <a:solidFill>
                  <a:schemeClr val="hlink"/>
                </a:solidFill>
                <a:hlinkClick r:id="rId3"/>
              </a:rPr>
              <a:t>https://www.britannica.com/technology/Harvard-Mark-I</a:t>
            </a:r>
            <a:r>
              <a:rPr lang="en" dirty="0"/>
              <a:t> </a:t>
            </a:r>
            <a:endParaRPr dirty="0"/>
          </a:p>
          <a:p>
            <a:pPr marL="0" lvl="0" indent="0" algn="l" rtl="0">
              <a:spcBef>
                <a:spcPts val="0"/>
              </a:spcBef>
              <a:spcAft>
                <a:spcPts val="0"/>
              </a:spcAft>
              <a:buNone/>
            </a:pPr>
            <a:r>
              <a:rPr lang="en" dirty="0"/>
              <a:t>SEC</a:t>
            </a:r>
          </a:p>
          <a:p>
            <a:pPr marL="0" lvl="0" indent="0" algn="l" rtl="0">
              <a:spcBef>
                <a:spcPts val="0"/>
              </a:spcBef>
              <a:spcAft>
                <a:spcPts val="0"/>
              </a:spcAft>
              <a:buNone/>
            </a:pPr>
            <a:r>
              <a:rPr lang="en" dirty="0"/>
              <a:t>Harvard Mk 1 main frame computer </a:t>
            </a:r>
            <a:endParaRPr dirty="0"/>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0"/>
        <p:cNvGrpSpPr/>
        <p:nvPr/>
      </p:nvGrpSpPr>
      <p:grpSpPr>
        <a:xfrm>
          <a:off x="0" y="0"/>
          <a:ext cx="0" cy="0"/>
          <a:chOff x="0" y="0"/>
          <a:chExt cx="0" cy="0"/>
        </a:xfrm>
      </p:grpSpPr>
      <p:sp>
        <p:nvSpPr>
          <p:cNvPr id="371" name="Google Shape;371;g600334256b_59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2" name="Google Shape;372;g600334256b_59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https://en.wikipedia.org/wiki/Software_bug</a:t>
            </a:r>
            <a:endParaRPr/>
          </a:p>
          <a:p>
            <a:pPr marL="0" lvl="0" indent="0" algn="l" rtl="0">
              <a:spcBef>
                <a:spcPts val="0"/>
              </a:spcBef>
              <a:spcAft>
                <a:spcPts val="0"/>
              </a:spcAft>
              <a:buNone/>
            </a:pPr>
            <a:r>
              <a:rPr lang="en" u="sng">
                <a:solidFill>
                  <a:schemeClr val="hlink"/>
                </a:solidFill>
                <a:hlinkClick r:id="rId4"/>
              </a:rPr>
              <a:t>https://en.wikipedia.org/wiki/Harvard_Mark_II</a:t>
            </a:r>
            <a:r>
              <a:rPr lang="en"/>
              <a:t> </a:t>
            </a:r>
            <a:endParaRPr>
              <a:solidFill>
                <a:schemeClr val="dk1"/>
              </a:solidFill>
            </a:endParaRPr>
          </a:p>
          <a:p>
            <a:pPr marL="0" lvl="0" indent="0" algn="l" rtl="0">
              <a:spcBef>
                <a:spcPts val="0"/>
              </a:spcBef>
              <a:spcAft>
                <a:spcPts val="0"/>
              </a:spcAft>
              <a:buNone/>
            </a:pPr>
            <a:r>
              <a:rPr lang="en">
                <a:solidFill>
                  <a:schemeClr val="dk1"/>
                </a:solidFill>
              </a:rPr>
              <a:t>Mark II</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p:cNvGrpSpPr/>
        <p:nvPr/>
      </p:nvGrpSpPr>
      <p:grpSpPr>
        <a:xfrm>
          <a:off x="0" y="0"/>
          <a:ext cx="0" cy="0"/>
          <a:chOff x="0" y="0"/>
          <a:chExt cx="0" cy="0"/>
        </a:xfrm>
      </p:grpSpPr>
      <p:sp>
        <p:nvSpPr>
          <p:cNvPr id="376" name="Google Shape;376;g600334256b_59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7" name="Google Shape;377;g600334256b_59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"First actual case of bug being found", now in Smithsonian</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0"/>
        <p:cNvGrpSpPr/>
        <p:nvPr/>
      </p:nvGrpSpPr>
      <p:grpSpPr>
        <a:xfrm>
          <a:off x="0" y="0"/>
          <a:ext cx="0" cy="0"/>
          <a:chOff x="0" y="0"/>
          <a:chExt cx="0" cy="0"/>
        </a:xfrm>
      </p:grpSpPr>
      <p:sp>
        <p:nvSpPr>
          <p:cNvPr id="381" name="Google Shape;381;gef5e5cdcb2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2" name="Google Shape;382;gef5e5cdcb2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
        <p:cNvGrpSpPr/>
        <p:nvPr/>
      </p:nvGrpSpPr>
      <p:grpSpPr>
        <a:xfrm>
          <a:off x="0" y="0"/>
          <a:ext cx="0" cy="0"/>
          <a:chOff x="0" y="0"/>
          <a:chExt cx="0" cy="0"/>
        </a:xfrm>
      </p:grpSpPr>
      <p:sp>
        <p:nvSpPr>
          <p:cNvPr id="386" name="Google Shape;386;g3008459a0eb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7" name="Google Shape;387;g3008459a0eb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g152d030a94b_0_2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3" name="Google Shape;413;g152d030a94b_0_2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g988286dadd_0_2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8" name="Google Shape;418;g988286dadd_0_2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600334256b_1_4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3" name="Google Shape;423;g600334256b_1_4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int == 2 billion</a:t>
            </a:r>
            <a:endParaRPr/>
          </a:p>
          <a:p>
            <a:pPr marL="0" lvl="0" indent="0" algn="l" rtl="0">
              <a:spcBef>
                <a:spcPts val="0"/>
              </a:spcBef>
              <a:spcAft>
                <a:spcPts val="0"/>
              </a:spcAft>
              <a:buNone/>
            </a:pPr>
            <a:r>
              <a:rPr lang="en"/>
              <a:t>long == 9 quintillion (signed)</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g421cb10800_1_6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8" name="Google Shape;428;g421cb10800_1_6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g421cb10800_1_6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3" name="Google Shape;433;g421cb10800_1_6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7"/>
        <p:cNvGrpSpPr/>
        <p:nvPr/>
      </p:nvGrpSpPr>
      <p:grpSpPr>
        <a:xfrm>
          <a:off x="0" y="0"/>
          <a:ext cx="0" cy="0"/>
          <a:chOff x="0" y="0"/>
          <a:chExt cx="0" cy="0"/>
        </a:xfrm>
      </p:grpSpPr>
      <p:sp>
        <p:nvSpPr>
          <p:cNvPr id="438" name="Google Shape;438;g421cb10800_1_6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9" name="Google Shape;439;g421cb10800_1_6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421cb10800_1_6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421cb10800_1_6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421cb10800_1_6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421cb10800_1_6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421cb10800_1_8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421cb10800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421cb10800_1_8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421cb10800_1_8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3"/>
        <p:cNvGrpSpPr/>
        <p:nvPr/>
      </p:nvGrpSpPr>
      <p:grpSpPr>
        <a:xfrm>
          <a:off x="0" y="0"/>
          <a:ext cx="0" cy="0"/>
          <a:chOff x="0" y="0"/>
          <a:chExt cx="0" cy="0"/>
        </a:xfrm>
      </p:grpSpPr>
      <p:sp>
        <p:nvSpPr>
          <p:cNvPr id="544" name="Google Shape;544;g600334256b_1_4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5" name="Google Shape;545;g600334256b_1_4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5"/>
        <p:cNvGrpSpPr/>
        <p:nvPr/>
      </p:nvGrpSpPr>
      <p:grpSpPr>
        <a:xfrm>
          <a:off x="0" y="0"/>
          <a:ext cx="0" cy="0"/>
          <a:chOff x="0" y="0"/>
          <a:chExt cx="0" cy="0"/>
        </a:xfrm>
      </p:grpSpPr>
      <p:sp>
        <p:nvSpPr>
          <p:cNvPr id="576" name="Google Shape;576;g421cb10800_1_9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7" name="Google Shape;577;g421cb10800_1_9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600334256b_1_4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600334256b_1_4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6"/>
        <p:cNvGrpSpPr/>
        <p:nvPr/>
      </p:nvGrpSpPr>
      <p:grpSpPr>
        <a:xfrm>
          <a:off x="0" y="0"/>
          <a:ext cx="0" cy="0"/>
          <a:chOff x="0" y="0"/>
          <a:chExt cx="0" cy="0"/>
        </a:xfrm>
      </p:grpSpPr>
      <p:sp>
        <p:nvSpPr>
          <p:cNvPr id="637" name="Google Shape;637;g600334256b_1_4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8" name="Google Shape;638;g600334256b_1_4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1"/>
        <p:cNvGrpSpPr/>
        <p:nvPr/>
      </p:nvGrpSpPr>
      <p:grpSpPr>
        <a:xfrm>
          <a:off x="0" y="0"/>
          <a:ext cx="0" cy="0"/>
          <a:chOff x="0" y="0"/>
          <a:chExt cx="0" cy="0"/>
        </a:xfrm>
      </p:grpSpPr>
      <p:sp>
        <p:nvSpPr>
          <p:cNvPr id="642" name="Google Shape;642;g988286dadd_0_3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3" name="Google Shape;643;g988286dadd_0_3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scores0.c</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g988286dadd_0_3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8" name="Google Shape;648;g988286dadd_0_3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988286dadd_0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3" name="Google Shape;653;g988286dadd_0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988286dadd_0_3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8" name="Google Shape;658;g988286dadd_0_3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1"/>
        <p:cNvGrpSpPr/>
        <p:nvPr/>
      </p:nvGrpSpPr>
      <p:grpSpPr>
        <a:xfrm>
          <a:off x="0" y="0"/>
          <a:ext cx="0" cy="0"/>
          <a:chOff x="0" y="0"/>
          <a:chExt cx="0" cy="0"/>
        </a:xfrm>
      </p:grpSpPr>
      <p:sp>
        <p:nvSpPr>
          <p:cNvPr id="662" name="Google Shape;662;g988286dadd_0_3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3" name="Google Shape;663;g988286dadd_0_3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6"/>
        <p:cNvGrpSpPr/>
        <p:nvPr/>
      </p:nvGrpSpPr>
      <p:grpSpPr>
        <a:xfrm>
          <a:off x="0" y="0"/>
          <a:ext cx="0" cy="0"/>
          <a:chOff x="0" y="0"/>
          <a:chExt cx="0" cy="0"/>
        </a:xfrm>
      </p:grpSpPr>
      <p:sp>
        <p:nvSpPr>
          <p:cNvPr id="667" name="Google Shape;667;g988286dadd_0_3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8" name="Google Shape;668;g988286dadd_0_3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1"/>
        <p:cNvGrpSpPr/>
        <p:nvPr/>
      </p:nvGrpSpPr>
      <p:grpSpPr>
        <a:xfrm>
          <a:off x="0" y="0"/>
          <a:ext cx="0" cy="0"/>
          <a:chOff x="0" y="0"/>
          <a:chExt cx="0" cy="0"/>
        </a:xfrm>
      </p:grpSpPr>
      <p:sp>
        <p:nvSpPr>
          <p:cNvPr id="672" name="Google Shape;672;g988286dadd_0_3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3" name="Google Shape;673;g988286dadd_0_3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not best design</a:t>
            </a: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6"/>
        <p:cNvGrpSpPr/>
        <p:nvPr/>
      </p:nvGrpSpPr>
      <p:grpSpPr>
        <a:xfrm>
          <a:off x="0" y="0"/>
          <a:ext cx="0" cy="0"/>
          <a:chOff x="0" y="0"/>
          <a:chExt cx="0" cy="0"/>
        </a:xfrm>
      </p:grpSpPr>
      <p:sp>
        <p:nvSpPr>
          <p:cNvPr id="677" name="Google Shape;677;g988286dadd_0_3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8" name="Google Shape;678;g988286dadd_0_3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988286dadd_0_3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3" name="Google Shape;683;g988286dadd_0_3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6"/>
        <p:cNvGrpSpPr/>
        <p:nvPr/>
      </p:nvGrpSpPr>
      <p:grpSpPr>
        <a:xfrm>
          <a:off x="0" y="0"/>
          <a:ext cx="0" cy="0"/>
          <a:chOff x="0" y="0"/>
          <a:chExt cx="0" cy="0"/>
        </a:xfrm>
      </p:grpSpPr>
      <p:sp>
        <p:nvSpPr>
          <p:cNvPr id="687" name="Google Shape;687;g988286dadd_0_3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8" name="Google Shape;688;g988286dadd_0_3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scores1.c</a:t>
            </a: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1"/>
        <p:cNvGrpSpPr/>
        <p:nvPr/>
      </p:nvGrpSpPr>
      <p:grpSpPr>
        <a:xfrm>
          <a:off x="0" y="0"/>
          <a:ext cx="0" cy="0"/>
          <a:chOff x="0" y="0"/>
          <a:chExt cx="0" cy="0"/>
        </a:xfrm>
      </p:grpSpPr>
      <p:sp>
        <p:nvSpPr>
          <p:cNvPr id="692" name="Google Shape;692;g988286dadd_0_3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3" name="Google Shape;693;g988286dadd_0_3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scores{2,3,4,5}.c</a:t>
            </a: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6"/>
        <p:cNvGrpSpPr/>
        <p:nvPr/>
      </p:nvGrpSpPr>
      <p:grpSpPr>
        <a:xfrm>
          <a:off x="0" y="0"/>
          <a:ext cx="0" cy="0"/>
          <a:chOff x="0" y="0"/>
          <a:chExt cx="0" cy="0"/>
        </a:xfrm>
      </p:grpSpPr>
      <p:sp>
        <p:nvSpPr>
          <p:cNvPr id="697" name="Google Shape;697;g28070e0ad67_12_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8" name="Google Shape;698;g28070e0ad67_12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3"/>
        <p:cNvGrpSpPr/>
        <p:nvPr/>
      </p:nvGrpSpPr>
      <p:grpSpPr>
        <a:xfrm>
          <a:off x="0" y="0"/>
          <a:ext cx="0" cy="0"/>
          <a:chOff x="0" y="0"/>
          <a:chExt cx="0" cy="0"/>
        </a:xfrm>
      </p:grpSpPr>
      <p:sp>
        <p:nvSpPr>
          <p:cNvPr id="704" name="Google Shape;704;g988286dadd_0_2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5" name="Google Shape;705;g988286dadd_0_2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hi{0,1}.c</a:t>
            </a:r>
            <a:endParaRPr/>
          </a:p>
          <a:p>
            <a:pPr marL="0" lvl="0" indent="0" algn="l" rtl="0">
              <a:spcBef>
                <a:spcPts val="0"/>
              </a:spcBef>
              <a:spcAft>
                <a:spcPts val="0"/>
              </a:spcAft>
              <a:buNone/>
            </a:pPr>
            <a:r>
              <a:rPr lang="en"/>
              <a:t>what about chars?</a:t>
            </a:r>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8"/>
        <p:cNvGrpSpPr/>
        <p:nvPr/>
      </p:nvGrpSpPr>
      <p:grpSpPr>
        <a:xfrm>
          <a:off x="0" y="0"/>
          <a:ext cx="0" cy="0"/>
          <a:chOff x="0" y="0"/>
          <a:chExt cx="0" cy="0"/>
        </a:xfrm>
      </p:grpSpPr>
      <p:sp>
        <p:nvSpPr>
          <p:cNvPr id="709" name="Google Shape;709;g988286dadd_0_4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0" name="Google Shape;710;g988286dadd_0_4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3"/>
        <p:cNvGrpSpPr/>
        <p:nvPr/>
      </p:nvGrpSpPr>
      <p:grpSpPr>
        <a:xfrm>
          <a:off x="0" y="0"/>
          <a:ext cx="0" cy="0"/>
          <a:chOff x="0" y="0"/>
          <a:chExt cx="0" cy="0"/>
        </a:xfrm>
      </p:grpSpPr>
      <p:sp>
        <p:nvSpPr>
          <p:cNvPr id="714" name="Google Shape;714;g600334256b_1_5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5" name="Google Shape;715;g600334256b_1_5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8"/>
        <p:cNvGrpSpPr/>
        <p:nvPr/>
      </p:nvGrpSpPr>
      <p:grpSpPr>
        <a:xfrm>
          <a:off x="0" y="0"/>
          <a:ext cx="0" cy="0"/>
          <a:chOff x="0" y="0"/>
          <a:chExt cx="0" cy="0"/>
        </a:xfrm>
      </p:grpSpPr>
      <p:sp>
        <p:nvSpPr>
          <p:cNvPr id="719" name="Google Shape;719;g600334256b_1_5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0" name="Google Shape;720;g600334256b_1_5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3"/>
        <p:cNvGrpSpPr/>
        <p:nvPr/>
      </p:nvGrpSpPr>
      <p:grpSpPr>
        <a:xfrm>
          <a:off x="0" y="0"/>
          <a:ext cx="0" cy="0"/>
          <a:chOff x="0" y="0"/>
          <a:chExt cx="0" cy="0"/>
        </a:xfrm>
      </p:grpSpPr>
      <p:sp>
        <p:nvSpPr>
          <p:cNvPr id="724" name="Google Shape;724;g600334256b_1_5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5" name="Google Shape;725;g600334256b_1_5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8"/>
        <p:cNvGrpSpPr/>
        <p:nvPr/>
      </p:nvGrpSpPr>
      <p:grpSpPr>
        <a:xfrm>
          <a:off x="0" y="0"/>
          <a:ext cx="0" cy="0"/>
          <a:chOff x="0" y="0"/>
          <a:chExt cx="0" cy="0"/>
        </a:xfrm>
      </p:grpSpPr>
      <p:sp>
        <p:nvSpPr>
          <p:cNvPr id="729" name="Google Shape;729;g280537beb98_0_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0" name="Google Shape;730;g280537beb98_0_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most types have fixed length, so how implement strings?</a:t>
            </a:r>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3"/>
        <p:cNvGrpSpPr/>
        <p:nvPr/>
      </p:nvGrpSpPr>
      <p:grpSpPr>
        <a:xfrm>
          <a:off x="0" y="0"/>
          <a:ext cx="0" cy="0"/>
          <a:chOff x="0" y="0"/>
          <a:chExt cx="0" cy="0"/>
        </a:xfrm>
      </p:grpSpPr>
      <p:sp>
        <p:nvSpPr>
          <p:cNvPr id="734" name="Google Shape;734;g988286dadd_0_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5" name="Google Shape;735;g988286dadd_0_2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hi2.c</a:t>
            </a:r>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8"/>
        <p:cNvGrpSpPr/>
        <p:nvPr/>
      </p:nvGrpSpPr>
      <p:grpSpPr>
        <a:xfrm>
          <a:off x="0" y="0"/>
          <a:ext cx="0" cy="0"/>
          <a:chOff x="0" y="0"/>
          <a:chExt cx="0" cy="0"/>
        </a:xfrm>
      </p:grpSpPr>
      <p:sp>
        <p:nvSpPr>
          <p:cNvPr id="739" name="Google Shape;739;g988286dadd_0_4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0" name="Google Shape;740;g988286dadd_0_4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3"/>
        <p:cNvGrpSpPr/>
        <p:nvPr/>
      </p:nvGrpSpPr>
      <p:grpSpPr>
        <a:xfrm>
          <a:off x="0" y="0"/>
          <a:ext cx="0" cy="0"/>
          <a:chOff x="0" y="0"/>
          <a:chExt cx="0" cy="0"/>
        </a:xfrm>
      </p:grpSpPr>
      <p:sp>
        <p:nvSpPr>
          <p:cNvPr id="744" name="Google Shape;744;g600334256b_1_7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5" name="Google Shape;745;g600334256b_1_7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hi3.c</a:t>
            </a:r>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8"/>
        <p:cNvGrpSpPr/>
        <p:nvPr/>
      </p:nvGrpSpPr>
      <p:grpSpPr>
        <a:xfrm>
          <a:off x="0" y="0"/>
          <a:ext cx="0" cy="0"/>
          <a:chOff x="0" y="0"/>
          <a:chExt cx="0" cy="0"/>
        </a:xfrm>
      </p:grpSpPr>
      <p:sp>
        <p:nvSpPr>
          <p:cNvPr id="749" name="Google Shape;749;g988286dadd_0_4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0" name="Google Shape;750;g988286dadd_0_4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How know where end is? </a:t>
            </a:r>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g280537beb98_0_1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5" name="Google Shape;755;g280537beb98_0_1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988286dadd_0_4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0" name="Google Shape;760;g988286dadd_0_4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3"/>
        <p:cNvGrpSpPr/>
        <p:nvPr/>
      </p:nvGrpSpPr>
      <p:grpSpPr>
        <a:xfrm>
          <a:off x="0" y="0"/>
          <a:ext cx="0" cy="0"/>
          <a:chOff x="0" y="0"/>
          <a:chExt cx="0" cy="0"/>
        </a:xfrm>
      </p:grpSpPr>
      <p:sp>
        <p:nvSpPr>
          <p:cNvPr id="764" name="Google Shape;764;g280537beb98_0_1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5" name="Google Shape;765;g280537beb98_0_1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8"/>
        <p:cNvGrpSpPr/>
        <p:nvPr/>
      </p:nvGrpSpPr>
      <p:grpSpPr>
        <a:xfrm>
          <a:off x="0" y="0"/>
          <a:ext cx="0" cy="0"/>
          <a:chOff x="0" y="0"/>
          <a:chExt cx="0" cy="0"/>
        </a:xfrm>
      </p:grpSpPr>
      <p:sp>
        <p:nvSpPr>
          <p:cNvPr id="769" name="Google Shape;769;g988286dadd_0_4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0" name="Google Shape;770;g988286dadd_0_4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hi4.c</a:t>
            </a:r>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3"/>
        <p:cNvGrpSpPr/>
        <p:nvPr/>
      </p:nvGrpSpPr>
      <p:grpSpPr>
        <a:xfrm>
          <a:off x="0" y="0"/>
          <a:ext cx="0" cy="0"/>
          <a:chOff x="0" y="0"/>
          <a:chExt cx="0" cy="0"/>
        </a:xfrm>
      </p:grpSpPr>
      <p:sp>
        <p:nvSpPr>
          <p:cNvPr id="774" name="Google Shape;774;g988286dadd_0_4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5" name="Google Shape;775;g988286dadd_0_4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8"/>
        <p:cNvGrpSpPr/>
        <p:nvPr/>
      </p:nvGrpSpPr>
      <p:grpSpPr>
        <a:xfrm>
          <a:off x="0" y="0"/>
          <a:ext cx="0" cy="0"/>
          <a:chOff x="0" y="0"/>
          <a:chExt cx="0" cy="0"/>
        </a:xfrm>
      </p:grpSpPr>
      <p:sp>
        <p:nvSpPr>
          <p:cNvPr id="779" name="Google Shape;779;g280537beb98_0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0" name="Google Shape;780;g280537beb98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3"/>
        <p:cNvGrpSpPr/>
        <p:nvPr/>
      </p:nvGrpSpPr>
      <p:grpSpPr>
        <a:xfrm>
          <a:off x="0" y="0"/>
          <a:ext cx="0" cy="0"/>
          <a:chOff x="0" y="0"/>
          <a:chExt cx="0" cy="0"/>
        </a:xfrm>
      </p:grpSpPr>
      <p:sp>
        <p:nvSpPr>
          <p:cNvPr id="784" name="Google Shape;784;gfead10c7ec_6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5" name="Google Shape;785;gfead10c7ec_6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https://asciichart.com/</a:t>
            </a:r>
            <a:r>
              <a:rPr lang="en"/>
              <a:t> </a:t>
            </a:r>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fead10c7ec_6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fead10c7ec_6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https://asciichart.com/</a:t>
            </a:r>
            <a:r>
              <a:rPr lang="en"/>
              <a:t> </a:t>
            </a:r>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4"/>
        <p:cNvGrpSpPr/>
        <p:nvPr/>
      </p:nvGrpSpPr>
      <p:grpSpPr>
        <a:xfrm>
          <a:off x="0" y="0"/>
          <a:ext cx="0" cy="0"/>
          <a:chOff x="0" y="0"/>
          <a:chExt cx="0" cy="0"/>
        </a:xfrm>
      </p:grpSpPr>
      <p:sp>
        <p:nvSpPr>
          <p:cNvPr id="795" name="Google Shape;795;g988286dadd_0_3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6" name="Google Shape;796;g988286dadd_0_3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hi5.c</a:t>
            </a:r>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9"/>
        <p:cNvGrpSpPr/>
        <p:nvPr/>
      </p:nvGrpSpPr>
      <p:grpSpPr>
        <a:xfrm>
          <a:off x="0" y="0"/>
          <a:ext cx="0" cy="0"/>
          <a:chOff x="0" y="0"/>
          <a:chExt cx="0" cy="0"/>
        </a:xfrm>
      </p:grpSpPr>
      <p:sp>
        <p:nvSpPr>
          <p:cNvPr id="800" name="Google Shape;800;g600334256b_1_6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1" name="Google Shape;801;g600334256b_1_6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g988286dadd_0_4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6" name="Google Shape;806;g988286dadd_0_4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9"/>
        <p:cNvGrpSpPr/>
        <p:nvPr/>
      </p:nvGrpSpPr>
      <p:grpSpPr>
        <a:xfrm>
          <a:off x="0" y="0"/>
          <a:ext cx="0" cy="0"/>
          <a:chOff x="0" y="0"/>
          <a:chExt cx="0" cy="0"/>
        </a:xfrm>
      </p:grpSpPr>
      <p:sp>
        <p:nvSpPr>
          <p:cNvPr id="810" name="Google Shape;810;g988286dadd_0_4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1" name="Google Shape;811;g988286dadd_0_4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4"/>
        <p:cNvGrpSpPr/>
        <p:nvPr/>
      </p:nvGrpSpPr>
      <p:grpSpPr>
        <a:xfrm>
          <a:off x="0" y="0"/>
          <a:ext cx="0" cy="0"/>
          <a:chOff x="0" y="0"/>
          <a:chExt cx="0" cy="0"/>
        </a:xfrm>
      </p:grpSpPr>
      <p:sp>
        <p:nvSpPr>
          <p:cNvPr id="815" name="Google Shape;815;g988286dadd_0_4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6" name="Google Shape;816;g988286dadd_0_4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9"/>
        <p:cNvGrpSpPr/>
        <p:nvPr/>
      </p:nvGrpSpPr>
      <p:grpSpPr>
        <a:xfrm>
          <a:off x="0" y="0"/>
          <a:ext cx="0" cy="0"/>
          <a:chOff x="0" y="0"/>
          <a:chExt cx="0" cy="0"/>
        </a:xfrm>
      </p:grpSpPr>
      <p:sp>
        <p:nvSpPr>
          <p:cNvPr id="820" name="Google Shape;820;g600334256b_1_8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1" name="Google Shape;821;g600334256b_1_8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hi6.c</a:t>
            </a:r>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4"/>
        <p:cNvGrpSpPr/>
        <p:nvPr/>
      </p:nvGrpSpPr>
      <p:grpSpPr>
        <a:xfrm>
          <a:off x="0" y="0"/>
          <a:ext cx="0" cy="0"/>
          <a:chOff x="0" y="0"/>
          <a:chExt cx="0" cy="0"/>
        </a:xfrm>
      </p:grpSpPr>
      <p:sp>
        <p:nvSpPr>
          <p:cNvPr id="825" name="Google Shape;825;g988286dadd_0_4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6" name="Google Shape;826;g988286dadd_0_4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9"/>
        <p:cNvGrpSpPr/>
        <p:nvPr/>
      </p:nvGrpSpPr>
      <p:grpSpPr>
        <a:xfrm>
          <a:off x="0" y="0"/>
          <a:ext cx="0" cy="0"/>
          <a:chOff x="0" y="0"/>
          <a:chExt cx="0" cy="0"/>
        </a:xfrm>
      </p:grpSpPr>
      <p:sp>
        <p:nvSpPr>
          <p:cNvPr id="830" name="Google Shape;830;g988286dadd_0_4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1" name="Google Shape;831;g988286dadd_0_4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hi7.c</a:t>
            </a:r>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4"/>
        <p:cNvGrpSpPr/>
        <p:nvPr/>
      </p:nvGrpSpPr>
      <p:grpSpPr>
        <a:xfrm>
          <a:off x="0" y="0"/>
          <a:ext cx="0" cy="0"/>
          <a:chOff x="0" y="0"/>
          <a:chExt cx="0" cy="0"/>
        </a:xfrm>
      </p:grpSpPr>
      <p:sp>
        <p:nvSpPr>
          <p:cNvPr id="835" name="Google Shape;835;g600334256b_59_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6" name="Google Shape;836;g600334256b_59_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length{0,1}.c</a:t>
            </a:r>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9"/>
        <p:cNvGrpSpPr/>
        <p:nvPr/>
      </p:nvGrpSpPr>
      <p:grpSpPr>
        <a:xfrm>
          <a:off x="0" y="0"/>
          <a:ext cx="0" cy="0"/>
          <a:chOff x="0" y="0"/>
          <a:chExt cx="0" cy="0"/>
        </a:xfrm>
      </p:grpSpPr>
      <p:sp>
        <p:nvSpPr>
          <p:cNvPr id="840" name="Google Shape;840;gfead10c7ec_6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1" name="Google Shape;841;gfead10c7ec_6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4"/>
        <p:cNvGrpSpPr/>
        <p:nvPr/>
      </p:nvGrpSpPr>
      <p:grpSpPr>
        <a:xfrm>
          <a:off x="0" y="0"/>
          <a:ext cx="0" cy="0"/>
          <a:chOff x="0" y="0"/>
          <a:chExt cx="0" cy="0"/>
        </a:xfrm>
      </p:grpSpPr>
      <p:sp>
        <p:nvSpPr>
          <p:cNvPr id="845" name="Google Shape;845;g152d030a94b_0_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6" name="Google Shape;846;g152d030a94b_0_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gfead10c7ec_6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1" name="Google Shape;851;gfead10c7ec_6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length2.c</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string{0,1}.c</a:t>
            </a:r>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4"/>
        <p:cNvGrpSpPr/>
        <p:nvPr/>
      </p:nvGrpSpPr>
      <p:grpSpPr>
        <a:xfrm>
          <a:off x="0" y="0"/>
          <a:ext cx="0" cy="0"/>
          <a:chOff x="0" y="0"/>
          <a:chExt cx="0" cy="0"/>
        </a:xfrm>
      </p:grpSpPr>
      <p:sp>
        <p:nvSpPr>
          <p:cNvPr id="855" name="Google Shape;855;g601de35e0b_1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6" name="Google Shape;856;g601de35e0b_1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9"/>
        <p:cNvGrpSpPr/>
        <p:nvPr/>
      </p:nvGrpSpPr>
      <p:grpSpPr>
        <a:xfrm>
          <a:off x="0" y="0"/>
          <a:ext cx="0" cy="0"/>
          <a:chOff x="0" y="0"/>
          <a:chExt cx="0" cy="0"/>
        </a:xfrm>
      </p:grpSpPr>
      <p:sp>
        <p:nvSpPr>
          <p:cNvPr id="860" name="Google Shape;860;g152d030a94b_0_2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1" name="Google Shape;861;g152d030a94b_0_2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solidFill>
                <a:schemeClr val="dk1"/>
              </a:solidFill>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4"/>
        <p:cNvGrpSpPr/>
        <p:nvPr/>
      </p:nvGrpSpPr>
      <p:grpSpPr>
        <a:xfrm>
          <a:off x="0" y="0"/>
          <a:ext cx="0" cy="0"/>
          <a:chOff x="0" y="0"/>
          <a:chExt cx="0" cy="0"/>
        </a:xfrm>
      </p:grpSpPr>
      <p:sp>
        <p:nvSpPr>
          <p:cNvPr id="865" name="Google Shape;865;g280537beb98_0_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6" name="Google Shape;866;g280537beb98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https://asciichart.com/</a:t>
            </a:r>
            <a:r>
              <a:rPr lang="en"/>
              <a:t> </a:t>
            </a:r>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9"/>
        <p:cNvGrpSpPr/>
        <p:nvPr/>
      </p:nvGrpSpPr>
      <p:grpSpPr>
        <a:xfrm>
          <a:off x="0" y="0"/>
          <a:ext cx="0" cy="0"/>
          <a:chOff x="0" y="0"/>
          <a:chExt cx="0" cy="0"/>
        </a:xfrm>
      </p:grpSpPr>
      <p:sp>
        <p:nvSpPr>
          <p:cNvPr id="870" name="Google Shape;870;g280537beb98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1" name="Google Shape;871;g280537beb98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uppercase{0,1,2}.c</a:t>
            </a:r>
            <a:endParaRPr>
              <a:solidFill>
                <a:schemeClr val="dk1"/>
              </a:solidFill>
            </a:endParaRPr>
          </a:p>
          <a:p>
            <a:pPr marL="0" lvl="0" indent="0" algn="l" rtl="0">
              <a:spcBef>
                <a:spcPts val="0"/>
              </a:spcBef>
              <a:spcAft>
                <a:spcPts val="0"/>
              </a:spcAft>
              <a:buNone/>
            </a:pPr>
            <a:r>
              <a:rPr lang="en" u="sng">
                <a:solidFill>
                  <a:schemeClr val="hlink"/>
                </a:solidFill>
                <a:hlinkClick r:id="rId3"/>
              </a:rPr>
              <a:t>https://asciichart.com/</a:t>
            </a:r>
            <a:r>
              <a:rPr lang="en"/>
              <a:t> </a:t>
            </a:r>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7"/>
        <p:cNvGrpSpPr/>
        <p:nvPr/>
      </p:nvGrpSpPr>
      <p:grpSpPr>
        <a:xfrm>
          <a:off x="0" y="0"/>
          <a:ext cx="0" cy="0"/>
          <a:chOff x="0" y="0"/>
          <a:chExt cx="0" cy="0"/>
        </a:xfrm>
      </p:grpSpPr>
      <p:sp>
        <p:nvSpPr>
          <p:cNvPr id="878" name="Google Shape;878;g600334256b_1_1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9" name="Google Shape;879;g600334256b_1_1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make, cd, etc.</a:t>
            </a:r>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2"/>
        <p:cNvGrpSpPr/>
        <p:nvPr/>
      </p:nvGrpSpPr>
      <p:grpSpPr>
        <a:xfrm>
          <a:off x="0" y="0"/>
          <a:ext cx="0" cy="0"/>
          <a:chOff x="0" y="0"/>
          <a:chExt cx="0" cy="0"/>
        </a:xfrm>
      </p:grpSpPr>
      <p:sp>
        <p:nvSpPr>
          <p:cNvPr id="883" name="Google Shape;883;g421cb10800_1_9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4" name="Google Shape;884;g421cb10800_1_9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7"/>
        <p:cNvGrpSpPr/>
        <p:nvPr/>
      </p:nvGrpSpPr>
      <p:grpSpPr>
        <a:xfrm>
          <a:off x="0" y="0"/>
          <a:ext cx="0" cy="0"/>
          <a:chOff x="0" y="0"/>
          <a:chExt cx="0" cy="0"/>
        </a:xfrm>
      </p:grpSpPr>
      <p:sp>
        <p:nvSpPr>
          <p:cNvPr id="888" name="Google Shape;888;g421cb10800_1_9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9" name="Google Shape;889;g421cb10800_1_9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2"/>
        <p:cNvGrpSpPr/>
        <p:nvPr/>
      </p:nvGrpSpPr>
      <p:grpSpPr>
        <a:xfrm>
          <a:off x="0" y="0"/>
          <a:ext cx="0" cy="0"/>
          <a:chOff x="0" y="0"/>
          <a:chExt cx="0" cy="0"/>
        </a:xfrm>
      </p:grpSpPr>
      <p:sp>
        <p:nvSpPr>
          <p:cNvPr id="893" name="Google Shape;893;g421cb10800_1_9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4" name="Google Shape;894;g421cb10800_1_9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greet{0,1,2,3,4}.c</a:t>
            </a:r>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7"/>
        <p:cNvGrpSpPr/>
        <p:nvPr/>
      </p:nvGrpSpPr>
      <p:grpSpPr>
        <a:xfrm>
          <a:off x="0" y="0"/>
          <a:ext cx="0" cy="0"/>
          <a:chOff x="0" y="0"/>
          <a:chExt cx="0" cy="0"/>
        </a:xfrm>
      </p:grpSpPr>
      <p:sp>
        <p:nvSpPr>
          <p:cNvPr id="898" name="Google Shape;898;g280537beb98_0_1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9" name="Google Shape;899;g280537beb98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2"/>
        <p:cNvGrpSpPr/>
        <p:nvPr/>
      </p:nvGrpSpPr>
      <p:grpSpPr>
        <a:xfrm>
          <a:off x="0" y="0"/>
          <a:ext cx="0" cy="0"/>
          <a:chOff x="0" y="0"/>
          <a:chExt cx="0" cy="0"/>
        </a:xfrm>
      </p:grpSpPr>
      <p:sp>
        <p:nvSpPr>
          <p:cNvPr id="903" name="Google Shape;903;g152d030a94b_0_3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4" name="Google Shape;904;g152d030a94b_0_3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cowsay moo</a:t>
            </a:r>
            <a:endParaRPr/>
          </a:p>
          <a:p>
            <a:pPr marL="0" lvl="0" indent="0" algn="l" rtl="0">
              <a:spcBef>
                <a:spcPts val="0"/>
              </a:spcBef>
              <a:spcAft>
                <a:spcPts val="0"/>
              </a:spcAft>
              <a:buNone/>
            </a:pPr>
            <a:r>
              <a:rPr lang="en"/>
              <a:t>cowsay -f duck quack</a:t>
            </a:r>
            <a:endParaRPr/>
          </a:p>
          <a:p>
            <a:pPr marL="0" lvl="0" indent="0" algn="l" rtl="0">
              <a:spcBef>
                <a:spcPts val="0"/>
              </a:spcBef>
              <a:spcAft>
                <a:spcPts val="0"/>
              </a:spcAft>
              <a:buNone/>
            </a:pPr>
            <a:r>
              <a:rPr lang="en"/>
              <a:t>cowsay -f dragon RAWR</a:t>
            </a:r>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7"/>
        <p:cNvGrpSpPr/>
        <p:nvPr/>
      </p:nvGrpSpPr>
      <p:grpSpPr>
        <a:xfrm>
          <a:off x="0" y="0"/>
          <a:ext cx="0" cy="0"/>
          <a:chOff x="0" y="0"/>
          <a:chExt cx="0" cy="0"/>
        </a:xfrm>
      </p:grpSpPr>
      <p:sp>
        <p:nvSpPr>
          <p:cNvPr id="908" name="Google Shape;908;g600334256b_59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9" name="Google Shape;909;g600334256b_59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2"/>
        <p:cNvGrpSpPr/>
        <p:nvPr/>
      </p:nvGrpSpPr>
      <p:grpSpPr>
        <a:xfrm>
          <a:off x="0" y="0"/>
          <a:ext cx="0" cy="0"/>
          <a:chOff x="0" y="0"/>
          <a:chExt cx="0" cy="0"/>
        </a:xfrm>
      </p:grpSpPr>
      <p:sp>
        <p:nvSpPr>
          <p:cNvPr id="913" name="Google Shape;913;g152d030a94b_0_3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4" name="Google Shape;914;g152d030a94b_0_3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https://community.zoom.com/t5/Meetings/ERROR-1132/td-p/40521</a:t>
            </a:r>
            <a:r>
              <a:rPr lang="en"/>
              <a:t> </a:t>
            </a:r>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7"/>
        <p:cNvGrpSpPr/>
        <p:nvPr/>
      </p:nvGrpSpPr>
      <p:grpSpPr>
        <a:xfrm>
          <a:off x="0" y="0"/>
          <a:ext cx="0" cy="0"/>
          <a:chOff x="0" y="0"/>
          <a:chExt cx="0" cy="0"/>
        </a:xfrm>
      </p:grpSpPr>
      <p:sp>
        <p:nvSpPr>
          <p:cNvPr id="918" name="Google Shape;918;g152d030a94b_0_3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9" name="Google Shape;919;g152d030a94b_0_3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https://github.com/</a:t>
            </a:r>
            <a:r>
              <a:rPr lang="en"/>
              <a:t> </a:t>
            </a:r>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2"/>
        <p:cNvGrpSpPr/>
        <p:nvPr/>
      </p:nvGrpSpPr>
      <p:grpSpPr>
        <a:xfrm>
          <a:off x="0" y="0"/>
          <a:ext cx="0" cy="0"/>
          <a:chOff x="0" y="0"/>
          <a:chExt cx="0" cy="0"/>
        </a:xfrm>
      </p:grpSpPr>
      <p:sp>
        <p:nvSpPr>
          <p:cNvPr id="923" name="Google Shape;923;g421cb10800_1_9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4" name="Google Shape;924;g421cb10800_1_9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7"/>
        <p:cNvGrpSpPr/>
        <p:nvPr/>
      </p:nvGrpSpPr>
      <p:grpSpPr>
        <a:xfrm>
          <a:off x="0" y="0"/>
          <a:ext cx="0" cy="0"/>
          <a:chOff x="0" y="0"/>
          <a:chExt cx="0" cy="0"/>
        </a:xfrm>
      </p:grpSpPr>
      <p:sp>
        <p:nvSpPr>
          <p:cNvPr id="928" name="Google Shape;928;g421cb10800_1_9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9" name="Google Shape;929;g421cb10800_1_9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2"/>
        <p:cNvGrpSpPr/>
        <p:nvPr/>
      </p:nvGrpSpPr>
      <p:grpSpPr>
        <a:xfrm>
          <a:off x="0" y="0"/>
          <a:ext cx="0" cy="0"/>
          <a:chOff x="0" y="0"/>
          <a:chExt cx="0" cy="0"/>
        </a:xfrm>
      </p:grpSpPr>
      <p:sp>
        <p:nvSpPr>
          <p:cNvPr id="933" name="Google Shape;933;g421cb10800_1_9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4" name="Google Shape;934;g421cb10800_1_9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status.c</a:t>
            </a:r>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7"/>
        <p:cNvGrpSpPr/>
        <p:nvPr/>
      </p:nvGrpSpPr>
      <p:grpSpPr>
        <a:xfrm>
          <a:off x="0" y="0"/>
          <a:ext cx="0" cy="0"/>
          <a:chOff x="0" y="0"/>
          <a:chExt cx="0" cy="0"/>
        </a:xfrm>
      </p:grpSpPr>
      <p:sp>
        <p:nvSpPr>
          <p:cNvPr id="938" name="Google Shape;938;g600334256b_1_8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9" name="Google Shape;939;g600334256b_1_8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useful for TFs' testing students code (or testing code in industry in automated processes)</a:t>
            </a:r>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2"/>
        <p:cNvGrpSpPr/>
        <p:nvPr/>
      </p:nvGrpSpPr>
      <p:grpSpPr>
        <a:xfrm>
          <a:off x="0" y="0"/>
          <a:ext cx="0" cy="0"/>
          <a:chOff x="0" y="0"/>
          <a:chExt cx="0" cy="0"/>
        </a:xfrm>
      </p:grpSpPr>
      <p:sp>
        <p:nvSpPr>
          <p:cNvPr id="943" name="Google Shape;943;g152d030a94b_0_3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4" name="Google Shape;944;g152d030a94b_0_3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7"/>
        <p:cNvGrpSpPr/>
        <p:nvPr/>
      </p:nvGrpSpPr>
      <p:grpSpPr>
        <a:xfrm>
          <a:off x="0" y="0"/>
          <a:ext cx="0" cy="0"/>
          <a:chOff x="0" y="0"/>
          <a:chExt cx="0" cy="0"/>
        </a:xfrm>
      </p:grpSpPr>
      <p:sp>
        <p:nvSpPr>
          <p:cNvPr id="948" name="Google Shape;948;gfead10c7ec_6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9" name="Google Shape;949;gfead10c7ec_6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2"/>
        <p:cNvGrpSpPr/>
        <p:nvPr/>
      </p:nvGrpSpPr>
      <p:grpSpPr>
        <a:xfrm>
          <a:off x="0" y="0"/>
          <a:ext cx="0" cy="0"/>
          <a:chOff x="0" y="0"/>
          <a:chExt cx="0" cy="0"/>
        </a:xfrm>
      </p:grpSpPr>
      <p:sp>
        <p:nvSpPr>
          <p:cNvPr id="953" name="Google Shape;953;g600334256b_1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4" name="Google Shape;954;g600334256b_1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9"/>
        <p:cNvGrpSpPr/>
        <p:nvPr/>
      </p:nvGrpSpPr>
      <p:grpSpPr>
        <a:xfrm>
          <a:off x="0" y="0"/>
          <a:ext cx="0" cy="0"/>
          <a:chOff x="0" y="0"/>
          <a:chExt cx="0" cy="0"/>
        </a:xfrm>
      </p:grpSpPr>
      <p:sp>
        <p:nvSpPr>
          <p:cNvPr id="960" name="Google Shape;960;g600334256b_1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1" name="Google Shape;961;g600334256b_1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6"/>
        <p:cNvGrpSpPr/>
        <p:nvPr/>
      </p:nvGrpSpPr>
      <p:grpSpPr>
        <a:xfrm>
          <a:off x="0" y="0"/>
          <a:ext cx="0" cy="0"/>
          <a:chOff x="0" y="0"/>
          <a:chExt cx="0" cy="0"/>
        </a:xfrm>
      </p:grpSpPr>
      <p:sp>
        <p:nvSpPr>
          <p:cNvPr id="967" name="Google Shape;967;g988286dadd_0_5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8" name="Google Shape;968;g988286dadd_0_5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4"/>
        <p:cNvGrpSpPr/>
        <p:nvPr/>
      </p:nvGrpSpPr>
      <p:grpSpPr>
        <a:xfrm>
          <a:off x="0" y="0"/>
          <a:ext cx="0" cy="0"/>
          <a:chOff x="0" y="0"/>
          <a:chExt cx="0" cy="0"/>
        </a:xfrm>
      </p:grpSpPr>
      <p:sp>
        <p:nvSpPr>
          <p:cNvPr id="975" name="Google Shape;975;g600334256b_1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6" name="Google Shape;976;g600334256b_1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3"/>
        <p:cNvGrpSpPr/>
        <p:nvPr/>
      </p:nvGrpSpPr>
      <p:grpSpPr>
        <a:xfrm>
          <a:off x="0" y="0"/>
          <a:ext cx="0" cy="0"/>
          <a:chOff x="0" y="0"/>
          <a:chExt cx="0" cy="0"/>
        </a:xfrm>
      </p:grpSpPr>
      <p:sp>
        <p:nvSpPr>
          <p:cNvPr id="984" name="Google Shape;984;g600334256b_1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5" name="Google Shape;985;g600334256b_1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0"/>
        <p:cNvGrpSpPr/>
        <p:nvPr/>
      </p:nvGrpSpPr>
      <p:grpSpPr>
        <a:xfrm>
          <a:off x="0" y="0"/>
          <a:ext cx="0" cy="0"/>
          <a:chOff x="0" y="0"/>
          <a:chExt cx="0" cy="0"/>
        </a:xfrm>
      </p:grpSpPr>
      <p:sp>
        <p:nvSpPr>
          <p:cNvPr id="991" name="Google Shape;991;gef74848014_2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2" name="Google Shape;992;gef74848014_2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g280537beb98_0_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0" name="Google Shape;1000;g280537beb98_0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
        <p:cNvGrpSpPr/>
        <p:nvPr/>
      </p:nvGrpSpPr>
      <p:grpSpPr>
        <a:xfrm>
          <a:off x="0" y="0"/>
          <a:ext cx="0" cy="0"/>
          <a:chOff x="0" y="0"/>
          <a:chExt cx="0" cy="0"/>
        </a:xfrm>
      </p:grpSpPr>
      <p:sp>
        <p:nvSpPr>
          <p:cNvPr id="1007" name="Google Shape;1007;g280537beb98_0_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8" name="Google Shape;1008;g280537beb98_0_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4"/>
        <p:cNvGrpSpPr/>
        <p:nvPr/>
      </p:nvGrpSpPr>
      <p:grpSpPr>
        <a:xfrm>
          <a:off x="0" y="0"/>
          <a:ext cx="0" cy="0"/>
          <a:chOff x="0" y="0"/>
          <a:chExt cx="0" cy="0"/>
        </a:xfrm>
      </p:grpSpPr>
      <p:sp>
        <p:nvSpPr>
          <p:cNvPr id="1015" name="Google Shape;1015;g280537beb98_0_1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6" name="Google Shape;1016;g280537beb98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1"/>
        <p:cNvGrpSpPr/>
        <p:nvPr/>
      </p:nvGrpSpPr>
      <p:grpSpPr>
        <a:xfrm>
          <a:off x="0" y="0"/>
          <a:ext cx="0" cy="0"/>
          <a:chOff x="0" y="0"/>
          <a:chExt cx="0" cy="0"/>
        </a:xfrm>
      </p:grpSpPr>
      <p:sp>
        <p:nvSpPr>
          <p:cNvPr id="1022" name="Google Shape;1022;g280537beb98_0_1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3" name="Google Shape;1023;g280537beb98_0_1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9"/>
        <p:cNvGrpSpPr/>
        <p:nvPr/>
      </p:nvGrpSpPr>
      <p:grpSpPr>
        <a:xfrm>
          <a:off x="0" y="0"/>
          <a:ext cx="0" cy="0"/>
          <a:chOff x="0" y="0"/>
          <a:chExt cx="0" cy="0"/>
        </a:xfrm>
      </p:grpSpPr>
      <p:sp>
        <p:nvSpPr>
          <p:cNvPr id="1030" name="Google Shape;1030;gfead10c7ec_6_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1" name="Google Shape;1031;gfead10c7ec_6_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4"/>
        <p:cNvGrpSpPr/>
        <p:nvPr/>
      </p:nvGrpSpPr>
      <p:grpSpPr>
        <a:xfrm>
          <a:off x="0" y="0"/>
          <a:ext cx="0" cy="0"/>
          <a:chOff x="0" y="0"/>
          <a:chExt cx="0" cy="0"/>
        </a:xfrm>
      </p:grpSpPr>
      <p:sp>
        <p:nvSpPr>
          <p:cNvPr id="1035" name="Google Shape;1035;gef74848014_2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6" name="Google Shape;1036;gef74848014_2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1"/>
        <p:cNvGrpSpPr/>
        <p:nvPr/>
      </p:nvGrpSpPr>
      <p:grpSpPr>
        <a:xfrm>
          <a:off x="0" y="0"/>
          <a:ext cx="0" cy="0"/>
          <a:chOff x="0" y="0"/>
          <a:chExt cx="0" cy="0"/>
        </a:xfrm>
      </p:grpSpPr>
      <p:sp>
        <p:nvSpPr>
          <p:cNvPr id="1042" name="Google Shape;1042;g600334256b_1_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3" name="Google Shape;1043;g600334256b_1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6"/>
        <p:cNvGrpSpPr/>
        <p:nvPr/>
      </p:nvGrpSpPr>
      <p:grpSpPr>
        <a:xfrm>
          <a:off x="0" y="0"/>
          <a:ext cx="0" cy="0"/>
          <a:chOff x="0" y="0"/>
          <a:chExt cx="0" cy="0"/>
        </a:xfrm>
      </p:grpSpPr>
      <p:sp>
        <p:nvSpPr>
          <p:cNvPr id="1047" name="Google Shape;1047;gef74848014_2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8" name="Google Shape;1048;gef74848014_2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1"/>
        <p:cNvGrpSpPr/>
        <p:nvPr/>
      </p:nvGrpSpPr>
      <p:grpSpPr>
        <a:xfrm>
          <a:off x="0" y="0"/>
          <a:ext cx="0" cy="0"/>
          <a:chOff x="0" y="0"/>
          <a:chExt cx="0" cy="0"/>
        </a:xfrm>
      </p:grpSpPr>
      <p:sp>
        <p:nvSpPr>
          <p:cNvPr id="1052" name="Google Shape;1052;gef74848014_2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3" name="Google Shape;1053;gef74848014_2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6"/>
        <p:cNvGrpSpPr/>
        <p:nvPr/>
      </p:nvGrpSpPr>
      <p:grpSpPr>
        <a:xfrm>
          <a:off x="0" y="0"/>
          <a:ext cx="0" cy="0"/>
          <a:chOff x="0" y="0"/>
          <a:chExt cx="0" cy="0"/>
        </a:xfrm>
      </p:grpSpPr>
      <p:sp>
        <p:nvSpPr>
          <p:cNvPr id="1057" name="Google Shape;1057;gef74848014_2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8" name="Google Shape;1058;gef74848014_2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1"/>
        <p:cNvGrpSpPr/>
        <p:nvPr/>
      </p:nvGrpSpPr>
      <p:grpSpPr>
        <a:xfrm>
          <a:off x="0" y="0"/>
          <a:ext cx="0" cy="0"/>
          <a:chOff x="0" y="0"/>
          <a:chExt cx="0" cy="0"/>
        </a:xfrm>
      </p:grpSpPr>
      <p:sp>
        <p:nvSpPr>
          <p:cNvPr id="1062" name="Google Shape;1062;gef74848014_2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3" name="Google Shape;1063;gef74848014_2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6"/>
        <p:cNvGrpSpPr/>
        <p:nvPr/>
      </p:nvGrpSpPr>
      <p:grpSpPr>
        <a:xfrm>
          <a:off x="0" y="0"/>
          <a:ext cx="0" cy="0"/>
          <a:chOff x="0" y="0"/>
          <a:chExt cx="0" cy="0"/>
        </a:xfrm>
      </p:grpSpPr>
      <p:sp>
        <p:nvSpPr>
          <p:cNvPr id="1067" name="Google Shape;1067;gef74848014_2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8" name="Google Shape;1068;gef74848014_2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1"/>
        <p:cNvGrpSpPr/>
        <p:nvPr/>
      </p:nvGrpSpPr>
      <p:grpSpPr>
        <a:xfrm>
          <a:off x="0" y="0"/>
          <a:ext cx="0" cy="0"/>
          <a:chOff x="0" y="0"/>
          <a:chExt cx="0" cy="0"/>
        </a:xfrm>
      </p:grpSpPr>
      <p:sp>
        <p:nvSpPr>
          <p:cNvPr id="1072" name="Google Shape;1072;gef74848014_2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3" name="Google Shape;1073;gef74848014_2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6"/>
        <p:cNvGrpSpPr/>
        <p:nvPr/>
      </p:nvGrpSpPr>
      <p:grpSpPr>
        <a:xfrm>
          <a:off x="0" y="0"/>
          <a:ext cx="0" cy="0"/>
          <a:chOff x="0" y="0"/>
          <a:chExt cx="0" cy="0"/>
        </a:xfrm>
      </p:grpSpPr>
      <p:sp>
        <p:nvSpPr>
          <p:cNvPr id="1077" name="Google Shape;1077;gef74848014_2_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8" name="Google Shape;1078;gef74848014_2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1"/>
        <p:cNvGrpSpPr/>
        <p:nvPr/>
      </p:nvGrpSpPr>
      <p:grpSpPr>
        <a:xfrm>
          <a:off x="0" y="0"/>
          <a:ext cx="0" cy="0"/>
          <a:chOff x="0" y="0"/>
          <a:chExt cx="0" cy="0"/>
        </a:xfrm>
      </p:grpSpPr>
      <p:sp>
        <p:nvSpPr>
          <p:cNvPr id="1082" name="Google Shape;1082;gef74848014_2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3" name="Google Shape;1083;gef74848014_2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6"/>
        <p:cNvGrpSpPr/>
        <p:nvPr/>
      </p:nvGrpSpPr>
      <p:grpSpPr>
        <a:xfrm>
          <a:off x="0" y="0"/>
          <a:ext cx="0" cy="0"/>
          <a:chOff x="0" y="0"/>
          <a:chExt cx="0" cy="0"/>
        </a:xfrm>
      </p:grpSpPr>
      <p:sp>
        <p:nvSpPr>
          <p:cNvPr id="1087" name="Google Shape;1087;gef74848014_2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8" name="Google Shape;1088;gef74848014_2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6">
          <a:extLst>
            <a:ext uri="{FF2B5EF4-FFF2-40B4-BE49-F238E27FC236}">
              <a16:creationId xmlns:a16="http://schemas.microsoft.com/office/drawing/2014/main" id="{2F93D457-EFEA-28E5-8438-BE50A186EA23}"/>
            </a:ext>
          </a:extLst>
        </p:cNvPr>
        <p:cNvGrpSpPr/>
        <p:nvPr/>
      </p:nvGrpSpPr>
      <p:grpSpPr>
        <a:xfrm>
          <a:off x="0" y="0"/>
          <a:ext cx="0" cy="0"/>
          <a:chOff x="0" y="0"/>
          <a:chExt cx="0" cy="0"/>
        </a:xfrm>
      </p:grpSpPr>
      <p:sp>
        <p:nvSpPr>
          <p:cNvPr id="1087" name="Google Shape;1087;gef74848014_2_49:notes">
            <a:extLst>
              <a:ext uri="{FF2B5EF4-FFF2-40B4-BE49-F238E27FC236}">
                <a16:creationId xmlns:a16="http://schemas.microsoft.com/office/drawing/2014/main" id="{36686A03-7A63-6E90-9B22-D7450E32E4B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8" name="Google Shape;1088;gef74848014_2_49:notes">
            <a:extLst>
              <a:ext uri="{FF2B5EF4-FFF2-40B4-BE49-F238E27FC236}">
                <a16:creationId xmlns:a16="http://schemas.microsoft.com/office/drawing/2014/main" id="{C5C30C90-C910-DEA8-00C2-4FB22CA921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62013604"/>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1"/>
        <p:cNvGrpSpPr/>
        <p:nvPr/>
      </p:nvGrpSpPr>
      <p:grpSpPr>
        <a:xfrm>
          <a:off x="0" y="0"/>
          <a:ext cx="0" cy="0"/>
          <a:chOff x="0" y="0"/>
          <a:chExt cx="0" cy="0"/>
        </a:xfrm>
      </p:grpSpPr>
      <p:sp>
        <p:nvSpPr>
          <p:cNvPr id="1092" name="Google Shape;1092;g15315c3a6c0_9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3" name="Google Shape;1093;g15315c3a6c0_9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6"/>
        <p:cNvGrpSpPr/>
        <p:nvPr/>
      </p:nvGrpSpPr>
      <p:grpSpPr>
        <a:xfrm>
          <a:off x="0" y="0"/>
          <a:ext cx="0" cy="0"/>
          <a:chOff x="0" y="0"/>
          <a:chExt cx="0" cy="0"/>
        </a:xfrm>
      </p:grpSpPr>
      <p:sp>
        <p:nvSpPr>
          <p:cNvPr id="1097" name="Google Shape;1097;g152b199c420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8" name="Google Shape;1098;g152b199c420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25"/>
            <a:ext cx="457200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Clr>
                <a:schemeClr val="dk1"/>
              </a:buClr>
              <a:buSzPts val="1800"/>
              <a:buChar char="●"/>
              <a:defRPr>
                <a:solidFill>
                  <a:schemeClr val="dk1"/>
                </a:solidFill>
              </a:defRPr>
            </a:lvl1pPr>
            <a:lvl2pPr marL="914400" lvl="1" indent="-317500">
              <a:spcBef>
                <a:spcPts val="1600"/>
              </a:spcBef>
              <a:spcAft>
                <a:spcPts val="0"/>
              </a:spcAft>
              <a:buClr>
                <a:schemeClr val="dk1"/>
              </a:buClr>
              <a:buSzPts val="1400"/>
              <a:buChar char="○"/>
              <a:defRPr>
                <a:solidFill>
                  <a:schemeClr val="dk1"/>
                </a:solidFill>
              </a:defRPr>
            </a:lvl2pPr>
            <a:lvl3pPr marL="1371600" lvl="2" indent="-317500">
              <a:spcBef>
                <a:spcPts val="1600"/>
              </a:spcBef>
              <a:spcAft>
                <a:spcPts val="0"/>
              </a:spcAft>
              <a:buClr>
                <a:schemeClr val="dk1"/>
              </a:buClr>
              <a:buSzPts val="1400"/>
              <a:buChar char="■"/>
              <a:defRPr>
                <a:solidFill>
                  <a:schemeClr val="dk1"/>
                </a:solidFill>
              </a:defRPr>
            </a:lvl3pPr>
            <a:lvl4pPr marL="1828800" lvl="3" indent="-317500">
              <a:spcBef>
                <a:spcPts val="1600"/>
              </a:spcBef>
              <a:spcAft>
                <a:spcPts val="0"/>
              </a:spcAft>
              <a:buClr>
                <a:schemeClr val="dk1"/>
              </a:buClr>
              <a:buSzPts val="1400"/>
              <a:buChar char="●"/>
              <a:defRPr>
                <a:solidFill>
                  <a:schemeClr val="dk1"/>
                </a:solidFill>
              </a:defRPr>
            </a:lvl4pPr>
            <a:lvl5pPr marL="2286000" lvl="4" indent="-317500">
              <a:spcBef>
                <a:spcPts val="1600"/>
              </a:spcBef>
              <a:spcAft>
                <a:spcPts val="0"/>
              </a:spcAft>
              <a:buClr>
                <a:schemeClr val="dk1"/>
              </a:buClr>
              <a:buSzPts val="1400"/>
              <a:buChar char="○"/>
              <a:defRPr>
                <a:solidFill>
                  <a:schemeClr val="dk1"/>
                </a:solidFill>
              </a:defRPr>
            </a:lvl5pPr>
            <a:lvl6pPr marL="2743200" lvl="5" indent="-317500">
              <a:spcBef>
                <a:spcPts val="1600"/>
              </a:spcBef>
              <a:spcAft>
                <a:spcPts val="0"/>
              </a:spcAft>
              <a:buClr>
                <a:schemeClr val="dk1"/>
              </a:buClr>
              <a:buSzPts val="1400"/>
              <a:buChar char="■"/>
              <a:defRPr>
                <a:solidFill>
                  <a:schemeClr val="dk1"/>
                </a:solidFill>
              </a:defRPr>
            </a:lvl6pPr>
            <a:lvl7pPr marL="3200400" lvl="6" indent="-317500">
              <a:spcBef>
                <a:spcPts val="1600"/>
              </a:spcBef>
              <a:spcAft>
                <a:spcPts val="0"/>
              </a:spcAft>
              <a:buClr>
                <a:schemeClr val="dk1"/>
              </a:buClr>
              <a:buSzPts val="1400"/>
              <a:buChar char="●"/>
              <a:defRPr>
                <a:solidFill>
                  <a:schemeClr val="dk1"/>
                </a:solidFill>
              </a:defRPr>
            </a:lvl7pPr>
            <a:lvl8pPr marL="3657600" lvl="7" indent="-317500">
              <a:spcBef>
                <a:spcPts val="1600"/>
              </a:spcBef>
              <a:spcAft>
                <a:spcPts val="0"/>
              </a:spcAft>
              <a:buClr>
                <a:schemeClr val="dk1"/>
              </a:buClr>
              <a:buSzPts val="1400"/>
              <a:buChar char="○"/>
              <a:defRPr>
                <a:solidFill>
                  <a:schemeClr val="dk1"/>
                </a:solidFill>
              </a:defRPr>
            </a:lvl8pPr>
            <a:lvl9pPr marL="4114800" lvl="8" indent="-317500">
              <a:spcBef>
                <a:spcPts val="1600"/>
              </a:spcBef>
              <a:spcAft>
                <a:spcPts val="1600"/>
              </a:spcAft>
              <a:buClr>
                <a:schemeClr val="dk1"/>
              </a:buClr>
              <a:buSzPts val="1400"/>
              <a:buChar char="■"/>
              <a:defRPr>
                <a:solidFill>
                  <a:schemeClr val="dk1"/>
                </a:solidFill>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dark-2">
    <p:bg>
      <p:bgPr>
        <a:solidFill>
          <a:srgbClr val="000000"/>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lt2"/>
              </a:buClr>
              <a:buSzPts val="1800"/>
              <a:buChar char="●"/>
              <a:defRPr sz="1800">
                <a:solidFill>
                  <a:schemeClr val="lt2"/>
                </a:solidFill>
              </a:defRPr>
            </a:lvl1pPr>
            <a:lvl2pPr marL="914400" lvl="1" indent="-317500">
              <a:lnSpc>
                <a:spcPct val="115000"/>
              </a:lnSpc>
              <a:spcBef>
                <a:spcPts val="1600"/>
              </a:spcBef>
              <a:spcAft>
                <a:spcPts val="0"/>
              </a:spcAft>
              <a:buClr>
                <a:schemeClr val="lt2"/>
              </a:buClr>
              <a:buSzPts val="1400"/>
              <a:buChar char="○"/>
              <a:defRPr>
                <a:solidFill>
                  <a:schemeClr val="lt2"/>
                </a:solidFill>
              </a:defRPr>
            </a:lvl2pPr>
            <a:lvl3pPr marL="1371600" lvl="2" indent="-317500">
              <a:lnSpc>
                <a:spcPct val="115000"/>
              </a:lnSpc>
              <a:spcBef>
                <a:spcPts val="1600"/>
              </a:spcBef>
              <a:spcAft>
                <a:spcPts val="0"/>
              </a:spcAft>
              <a:buClr>
                <a:schemeClr val="lt2"/>
              </a:buClr>
              <a:buSzPts val="1400"/>
              <a:buChar char="■"/>
              <a:defRPr>
                <a:solidFill>
                  <a:schemeClr val="lt2"/>
                </a:solidFill>
              </a:defRPr>
            </a:lvl3pPr>
            <a:lvl4pPr marL="1828800" lvl="3" indent="-317500">
              <a:lnSpc>
                <a:spcPct val="115000"/>
              </a:lnSpc>
              <a:spcBef>
                <a:spcPts val="1600"/>
              </a:spcBef>
              <a:spcAft>
                <a:spcPts val="0"/>
              </a:spcAft>
              <a:buClr>
                <a:schemeClr val="lt2"/>
              </a:buClr>
              <a:buSzPts val="1400"/>
              <a:buChar char="●"/>
              <a:defRPr>
                <a:solidFill>
                  <a:schemeClr val="lt2"/>
                </a:solidFill>
              </a:defRPr>
            </a:lvl4pPr>
            <a:lvl5pPr marL="2286000" lvl="4" indent="-317500">
              <a:lnSpc>
                <a:spcPct val="115000"/>
              </a:lnSpc>
              <a:spcBef>
                <a:spcPts val="1600"/>
              </a:spcBef>
              <a:spcAft>
                <a:spcPts val="0"/>
              </a:spcAft>
              <a:buClr>
                <a:schemeClr val="lt2"/>
              </a:buClr>
              <a:buSzPts val="1400"/>
              <a:buChar char="○"/>
              <a:defRPr>
                <a:solidFill>
                  <a:schemeClr val="lt2"/>
                </a:solidFill>
              </a:defRPr>
            </a:lvl5pPr>
            <a:lvl6pPr marL="2743200" lvl="5" indent="-317500">
              <a:lnSpc>
                <a:spcPct val="115000"/>
              </a:lnSpc>
              <a:spcBef>
                <a:spcPts val="1600"/>
              </a:spcBef>
              <a:spcAft>
                <a:spcPts val="0"/>
              </a:spcAft>
              <a:buClr>
                <a:schemeClr val="lt2"/>
              </a:buClr>
              <a:buSzPts val="1400"/>
              <a:buChar char="■"/>
              <a:defRPr>
                <a:solidFill>
                  <a:schemeClr val="lt2"/>
                </a:solidFill>
              </a:defRPr>
            </a:lvl6pPr>
            <a:lvl7pPr marL="3200400" lvl="6" indent="-317500">
              <a:lnSpc>
                <a:spcPct val="115000"/>
              </a:lnSpc>
              <a:spcBef>
                <a:spcPts val="1600"/>
              </a:spcBef>
              <a:spcAft>
                <a:spcPts val="0"/>
              </a:spcAft>
              <a:buClr>
                <a:schemeClr val="lt2"/>
              </a:buClr>
              <a:buSzPts val="1400"/>
              <a:buChar char="●"/>
              <a:defRPr>
                <a:solidFill>
                  <a:schemeClr val="lt2"/>
                </a:solidFill>
              </a:defRPr>
            </a:lvl7pPr>
            <a:lvl8pPr marL="3657600" lvl="7" indent="-317500">
              <a:lnSpc>
                <a:spcPct val="115000"/>
              </a:lnSpc>
              <a:spcBef>
                <a:spcPts val="1600"/>
              </a:spcBef>
              <a:spcAft>
                <a:spcPts val="0"/>
              </a:spcAft>
              <a:buClr>
                <a:schemeClr val="lt2"/>
              </a:buClr>
              <a:buSzPts val="1400"/>
              <a:buChar char="○"/>
              <a:defRPr>
                <a:solidFill>
                  <a:schemeClr val="lt2"/>
                </a:solidFill>
              </a:defRPr>
            </a:lvl8pPr>
            <a:lvl9pPr marL="4114800" lvl="8" indent="-317500">
              <a:lnSpc>
                <a:spcPct val="115000"/>
              </a:lnSpc>
              <a:spcBef>
                <a:spcPts val="1600"/>
              </a:spcBef>
              <a:spcAft>
                <a:spcPts val="1600"/>
              </a:spcAft>
              <a:buClr>
                <a:schemeClr val="lt2"/>
              </a:buClr>
              <a:buSzPts val="1400"/>
              <a:buChar char="■"/>
              <a:defRPr>
                <a:solidFill>
                  <a:schemeClr val="lt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lt2"/>
                </a:solidFill>
              </a:defRPr>
            </a:lvl1pPr>
            <a:lvl2pPr lvl="1" algn="r">
              <a:buNone/>
              <a:defRPr sz="1000">
                <a:solidFill>
                  <a:schemeClr val="lt2"/>
                </a:solidFill>
              </a:defRPr>
            </a:lvl2pPr>
            <a:lvl3pPr lvl="2" algn="r">
              <a:buNone/>
              <a:defRPr sz="1000">
                <a:solidFill>
                  <a:schemeClr val="lt2"/>
                </a:solidFill>
              </a:defRPr>
            </a:lvl3pPr>
            <a:lvl4pPr lvl="3" algn="r">
              <a:buNone/>
              <a:defRPr sz="1000">
                <a:solidFill>
                  <a:schemeClr val="lt2"/>
                </a:solidFill>
              </a:defRPr>
            </a:lvl4pPr>
            <a:lvl5pPr lvl="4" algn="r">
              <a:buNone/>
              <a:defRPr sz="1000">
                <a:solidFill>
                  <a:schemeClr val="lt2"/>
                </a:solidFill>
              </a:defRPr>
            </a:lvl5pPr>
            <a:lvl6pPr lvl="5" algn="r">
              <a:buNone/>
              <a:defRPr sz="1000">
                <a:solidFill>
                  <a:schemeClr val="lt2"/>
                </a:solidFill>
              </a:defRPr>
            </a:lvl6pPr>
            <a:lvl7pPr lvl="6" algn="r">
              <a:buNone/>
              <a:defRPr sz="1000">
                <a:solidFill>
                  <a:schemeClr val="lt2"/>
                </a:solidFill>
              </a:defRPr>
            </a:lvl7pPr>
            <a:lvl8pPr lvl="7" algn="r">
              <a:buNone/>
              <a:defRPr sz="1000">
                <a:solidFill>
                  <a:schemeClr val="lt2"/>
                </a:solidFill>
              </a:defRPr>
            </a:lvl8pPr>
            <a:lvl9pPr lvl="8" algn="r">
              <a:buNone/>
              <a:defRPr sz="1000">
                <a:solidFill>
                  <a:schemeClr val="lt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6.xml"/><Relationship Id="rId1" Type="http://schemas.openxmlformats.org/officeDocument/2006/relationships/slideLayout" Target="../slideLayouts/slideLayout10.xml"/></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0.xml"/></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10.xml"/></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10.xml"/></Relationships>
</file>

<file path=ppt/slides/_rels/slide6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0.xml"/><Relationship Id="rId1" Type="http://schemas.openxmlformats.org/officeDocument/2006/relationships/slideLayout" Target="../slideLayouts/slideLayout10.xml"/></Relationships>
</file>

<file path=ppt/slides/_rels/slide6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5.xml"/><Relationship Id="rId1" Type="http://schemas.openxmlformats.org/officeDocument/2006/relationships/slideLayout" Target="../slideLayouts/slideLayout10.xml"/></Relationships>
</file>

<file path=ppt/slides/_rels/slide6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6.xml"/><Relationship Id="rId1" Type="http://schemas.openxmlformats.org/officeDocument/2006/relationships/slideLayout" Target="../slideLayouts/slideLayout10.xml"/></Relationships>
</file>

<file path=ppt/slides/_rels/slide6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7.xml"/><Relationship Id="rId1" Type="http://schemas.openxmlformats.org/officeDocument/2006/relationships/slideLayout" Target="../slideLayouts/slideLayout10.xml"/></Relationships>
</file>

<file path=ppt/slides/_rels/slide6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8.xml"/><Relationship Id="rId1" Type="http://schemas.openxmlformats.org/officeDocument/2006/relationships/slideLayout" Target="../slideLayouts/slideLayout10.xml"/></Relationships>
</file>

<file path=ppt/slides/_rels/slide6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9.xml"/><Relationship Id="rId1" Type="http://schemas.openxmlformats.org/officeDocument/2006/relationships/slideLayout" Target="../slideLayouts/slideLayout10.xml"/></Relationships>
</file>

<file path=ppt/slides/_rels/slide7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0.xml"/><Relationship Id="rId1" Type="http://schemas.openxmlformats.org/officeDocument/2006/relationships/slideLayout" Target="../slideLayouts/slideLayout10.xml"/></Relationships>
</file>

<file path=ppt/slides/_rels/slide7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1.xml"/><Relationship Id="rId1" Type="http://schemas.openxmlformats.org/officeDocument/2006/relationships/slideLayout" Target="../slideLayouts/slideLayout10.xml"/></Relationships>
</file>

<file path=ppt/slides/_rels/slide7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2.xml"/><Relationship Id="rId1" Type="http://schemas.openxmlformats.org/officeDocument/2006/relationships/slideLayout" Target="../slideLayouts/slideLayout10.xml"/></Relationships>
</file>

<file path=ppt/slides/_rels/slide7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3.xml"/><Relationship Id="rId1" Type="http://schemas.openxmlformats.org/officeDocument/2006/relationships/slideLayout" Target="../slideLayouts/slideLayout10.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0.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0.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0.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0.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0.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0.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0.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0.xml"/></Relationships>
</file>

<file path=ppt/slides/_rels/slide8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7.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0.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0.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0.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0.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0.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0.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0.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0.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0.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0.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0.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0.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4.xml"/><Relationship Id="rId1" Type="http://schemas.openxmlformats.org/officeDocument/2006/relationships/slideLayout" Target="../slideLayouts/slideLayout10.xml"/></Relationships>
</file>

<file path=ppt/slides/_rels/slide10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5.xml"/><Relationship Id="rId1" Type="http://schemas.openxmlformats.org/officeDocument/2006/relationships/slideLayout" Target="../slideLayouts/slideLayout10.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0.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0.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10.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10.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10.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0.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3" Type="http://schemas.openxmlformats.org/officeDocument/2006/relationships/hyperlink" Target="https://manual.cs50.io/#string.h" TargetMode="External"/><Relationship Id="rId2" Type="http://schemas.openxmlformats.org/officeDocument/2006/relationships/notesSlide" Target="../notesSlides/notesSlide116.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3" Type="http://schemas.openxmlformats.org/officeDocument/2006/relationships/hyperlink" Target="https://manual.cs50.io/#ctype.h" TargetMode="External"/><Relationship Id="rId2" Type="http://schemas.openxmlformats.org/officeDocument/2006/relationships/notesSlide" Target="../notesSlides/notesSlide119.xml"/><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0.xml"/><Relationship Id="rId1" Type="http://schemas.openxmlformats.org/officeDocument/2006/relationships/slideLayout" Target="../slideLayouts/slideLayout10.xml"/></Relationships>
</file>

<file path=ppt/slides/_rels/slide1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1.xml"/><Relationship Id="rId1" Type="http://schemas.openxmlformats.org/officeDocument/2006/relationships/slideLayout" Target="../slideLayouts/slideLayout10.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9.xml"/><Relationship Id="rId1" Type="http://schemas.openxmlformats.org/officeDocument/2006/relationships/slideLayout" Target="../slideLayouts/slideLayout10.xml"/></Relationships>
</file>

<file path=ppt/slides/_rels/slide1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0.xml"/><Relationship Id="rId1" Type="http://schemas.openxmlformats.org/officeDocument/2006/relationships/slideLayout" Target="../slideLayouts/slideLayout10.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0.xml"/><Relationship Id="rId1" Type="http://schemas.openxmlformats.org/officeDocument/2006/relationships/slideLayout" Target="../slideLayouts/slideLayout10.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4"/>
        <p:cNvGrpSpPr/>
        <p:nvPr/>
      </p:nvGrpSpPr>
      <p:grpSpPr>
        <a:xfrm>
          <a:off x="0" y="0"/>
          <a:ext cx="0" cy="0"/>
          <a:chOff x="0" y="0"/>
          <a:chExt cx="0" cy="0"/>
        </a:xfrm>
      </p:grpSpPr>
      <p:sp>
        <p:nvSpPr>
          <p:cNvPr id="2" name="TextBox 1">
            <a:extLst>
              <a:ext uri="{FF2B5EF4-FFF2-40B4-BE49-F238E27FC236}">
                <a16:creationId xmlns:a16="http://schemas.microsoft.com/office/drawing/2014/main" id="{84173A6F-4EC9-0550-300D-49127A29314F}"/>
              </a:ext>
            </a:extLst>
          </p:cNvPr>
          <p:cNvSpPr txBox="1"/>
          <p:nvPr/>
        </p:nvSpPr>
        <p:spPr>
          <a:xfrm>
            <a:off x="921001" y="2110085"/>
            <a:ext cx="7301999" cy="92333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GB" sz="5400" dirty="0">
                <a:solidFill>
                  <a:schemeClr val="tx1"/>
                </a:solidFill>
              </a:rPr>
              <a:t>Computing Technology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0" name="Google Shape;70;p1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reading levels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8"/>
        <p:cNvGrpSpPr/>
        <p:nvPr/>
      </p:nvGrpSpPr>
      <p:grpSpPr>
        <a:xfrm>
          <a:off x="0" y="0"/>
          <a:ext cx="0" cy="0"/>
          <a:chOff x="0" y="0"/>
          <a:chExt cx="0" cy="0"/>
        </a:xfrm>
      </p:grpSpPr>
      <p:sp>
        <p:nvSpPr>
          <p:cNvPr id="79" name="Google Shape;79;p18"/>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t>One fish. Two fish. Red fish. Blue fish.</a:t>
            </a:r>
            <a:endParaRPr sz="25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9"/>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Before Grade 1</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1"/>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t>Congratulations! Today is your day. You're off to Great Places! You're off and away!</a:t>
            </a:r>
            <a:endParaRPr sz="25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p2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Grade 3</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24"/>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t>It was a bright cold day in April, and the clocks were striking thirteen. Winston Smith, his chin nuzzled into his breast in an effort to escape the vile wind, slipped quickly through the glass doors of Victory Mansions, though not quickly enough to prevent a swirl of gritty dust from entering along with him.</a:t>
            </a:r>
            <a:endParaRPr sz="25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sp>
        <p:nvSpPr>
          <p:cNvPr id="112" name="Google Shape;112;p2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Grade 10</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reading levels</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27"/>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cryptography</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7" name="Google Shape;127;p28"/>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latin typeface="Consolas"/>
                <a:ea typeface="Consolas"/>
                <a:cs typeface="Consolas"/>
                <a:sym typeface="Consolas"/>
              </a:rPr>
              <a:t>J    M  P  X  F    D</a:t>
            </a:r>
            <a:endParaRPr dirty="0">
              <a:latin typeface="Consolas"/>
              <a:ea typeface="Consolas"/>
              <a:cs typeface="Consolas"/>
              <a:sym typeface="Consola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29"/>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latin typeface="Consolas"/>
                <a:ea typeface="Consolas"/>
                <a:cs typeface="Consolas"/>
                <a:sym typeface="Consolas"/>
              </a:rPr>
              <a:t>I    L  O  V  E    C</a:t>
            </a:r>
            <a:endParaRPr dirty="0">
              <a:latin typeface="Consolas"/>
              <a:ea typeface="Consolas"/>
              <a:cs typeface="Consolas"/>
              <a:sym typeface="Consola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sp>
        <p:nvSpPr>
          <p:cNvPr id="137" name="Google Shape;137;p30"/>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30"/>
          <p:cNvSpPr txBox="1"/>
          <p:nvPr/>
        </p:nvSpPr>
        <p:spPr>
          <a:xfrm>
            <a:off x="82525" y="2195550"/>
            <a:ext cx="31269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900">
                <a:solidFill>
                  <a:srgbClr val="FFFFFF"/>
                </a:solidFill>
              </a:rPr>
              <a:t>source code</a:t>
            </a:r>
            <a:r>
              <a:rPr lang="en" sz="3600">
                <a:solidFill>
                  <a:srgbClr val="FFFFFF"/>
                </a:solidFill>
              </a:rPr>
              <a:t> →  </a:t>
            </a:r>
            <a:endParaRPr sz="3600">
              <a:solidFill>
                <a:srgbClr val="FFFFFF"/>
              </a:solidFill>
            </a:endParaRPr>
          </a:p>
        </p:txBody>
      </p:sp>
      <p:sp>
        <p:nvSpPr>
          <p:cNvPr id="139" name="Google Shape;139;p30"/>
          <p:cNvSpPr txBox="1"/>
          <p:nvPr/>
        </p:nvSpPr>
        <p:spPr>
          <a:xfrm>
            <a:off x="5886047" y="2195550"/>
            <a:ext cx="32580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a:t>
            </a:r>
            <a:r>
              <a:rPr lang="en" sz="2900">
                <a:solidFill>
                  <a:srgbClr val="FFFFFF"/>
                </a:solidFill>
              </a:rPr>
              <a:t>machine code</a:t>
            </a:r>
            <a:endParaRPr sz="2900">
              <a:solidFill>
                <a:srgbClr val="FFFFFF"/>
              </a:solidFill>
            </a:endParaRPr>
          </a:p>
        </p:txBody>
      </p:sp>
      <p:sp>
        <p:nvSpPr>
          <p:cNvPr id="140" name="Google Shape;140;p30"/>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900"/>
              <a:t>compiler</a:t>
            </a:r>
            <a:endParaRPr sz="29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1"/>
          <p:cNvSpPr txBox="1">
            <a:spLocks noGrp="1"/>
          </p:cNvSpPr>
          <p:nvPr>
            <p:ph type="body" idx="1"/>
          </p:nvPr>
        </p:nvSpPr>
        <p:spPr>
          <a:xfrm>
            <a:off x="2608950" y="1456200"/>
            <a:ext cx="3926100" cy="2231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br>
              <a:rPr lang="en">
                <a:solidFill>
                  <a:srgbClr val="FFFFFF"/>
                </a:solidFill>
                <a:latin typeface="Consolas"/>
                <a:ea typeface="Consolas"/>
                <a:cs typeface="Consolas"/>
                <a:sym typeface="Consolas"/>
              </a:rPr>
            </a:b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printf("hello, world\n");</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32"/>
          <p:cNvSpPr txBox="1"/>
          <p:nvPr/>
        </p:nvSpPr>
        <p:spPr>
          <a:xfrm>
            <a:off x="0" y="1072350"/>
            <a:ext cx="9144000" cy="2998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solidFill>
                  <a:srgbClr val="FFFFFF"/>
                </a:solidFill>
                <a:latin typeface="Consolas"/>
                <a:ea typeface="Consolas"/>
                <a:cs typeface="Consolas"/>
                <a:sym typeface="Consolas"/>
              </a:rPr>
              <a:t>01111111 01000101 01001100 01000110 00000010 00000001 00000001 00000000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00000000 00000000 00000000 00000000 00000000 00000000 00000000 00000000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00000010 00000000 00111110 00000000 00000001 00000000 00000000 00000000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10110000 00000101 01000000 00000000 00000000 00000000 00000000 00000000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01000000 00000000 00000000 00000000 00000000 00000000 00000000 00000000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11010000 00010011 00000000 00000000 00000000 00000000 00000000 00000000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00000000 00000000 00000000 00000000 01000000 00000000 00111000 00000000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00001001 00000000 01000000 00000000 00100100 00000000 00100001 00000000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00000110 00000000 00000000 00000000 00000101 00000000 00000000 00000000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01000000 00000000 00000000 00000000 00000000 00000000 00000000 00000000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01000000 00000000 01000000 00000000 00000000 00000000 00000000 00000000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01000000 00000000 01000000 00000000 00000000 00000000 00000000 00000000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11111000 00000001 00000000 00000000 00000000 00000000 00000000 00000000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11111000 00000001 00000000 00000000 00000000 00000000 00000000 00000000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00001000 00000000 00000000 00000000 00000000 00000000 00000000 00000000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00000011 00000000 00000000 00000000 00000100 00000000 00000000 00000000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00111000 00000010 00000000 00000000 00000000 00000000 00000000 00000000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33"/>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make hello</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./hello</a:t>
            </a:r>
            <a:endParaRPr>
              <a:solidFill>
                <a:srgbClr val="FFFFFF"/>
              </a:solidFill>
              <a:latin typeface="Consolas"/>
              <a:ea typeface="Consolas"/>
              <a:cs typeface="Consolas"/>
              <a:sym typeface="Consolas"/>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34"/>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clang hello.c</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./a.out</a:t>
            </a:r>
            <a:endParaRPr>
              <a:solidFill>
                <a:srgbClr val="FFFFFF"/>
              </a:solidFill>
              <a:latin typeface="Consolas"/>
              <a:ea typeface="Consolas"/>
              <a:cs typeface="Consolas"/>
              <a:sym typeface="Consolas"/>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35"/>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clang -o hello hello.c</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./hello</a:t>
            </a:r>
            <a:endParaRPr>
              <a:solidFill>
                <a:srgbClr val="FFFFFF"/>
              </a:solidFill>
              <a:latin typeface="Consolas"/>
              <a:ea typeface="Consolas"/>
              <a:cs typeface="Consolas"/>
              <a:sym typeface="Consola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36"/>
          <p:cNvSpPr txBox="1">
            <a:spLocks noGrp="1"/>
          </p:cNvSpPr>
          <p:nvPr>
            <p:ph type="body" idx="1"/>
          </p:nvPr>
        </p:nvSpPr>
        <p:spPr>
          <a:xfrm>
            <a:off x="199000" y="230325"/>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printf("hello, world\n");</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37"/>
          <p:cNvSpPr txBox="1">
            <a:spLocks noGrp="1"/>
          </p:cNvSpPr>
          <p:nvPr>
            <p:ph type="body" idx="1"/>
          </p:nvPr>
        </p:nvSpPr>
        <p:spPr>
          <a:xfrm>
            <a:off x="199000" y="230325"/>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&lt;cs50.h&gt;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string name = get_string("What's your name?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printf("hello, %s\n", name);</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0" name="Google Shape;180;p38"/>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clang -o hello hello.c -lcs50</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./hello</a:t>
            </a:r>
            <a:endParaRPr>
              <a:solidFill>
                <a:srgbClr val="FFFFFF"/>
              </a:solidFill>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39"/>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make hello</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./hello</a:t>
            </a:r>
            <a:endParaRPr>
              <a:solidFill>
                <a:srgbClr val="FFFFFF"/>
              </a:solidFill>
              <a:latin typeface="Consolas"/>
              <a:ea typeface="Consolas"/>
              <a:cs typeface="Consolas"/>
              <a:sym typeface="Consola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40"/>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a:p>
            <a:pPr marL="0" lvl="0" indent="0" algn="l" rtl="0">
              <a:spcBef>
                <a:spcPts val="1600"/>
              </a:spcBef>
              <a:spcAft>
                <a:spcPts val="0"/>
              </a:spcAft>
              <a:buNone/>
            </a:pPr>
            <a:r>
              <a:rPr lang="en">
                <a:solidFill>
                  <a:srgbClr val="FFFFFF"/>
                </a:solidFill>
              </a:rPr>
              <a:t>compiling</a:t>
            </a:r>
            <a:endParaRPr>
              <a:solidFill>
                <a:srgbClr val="FFFFFF"/>
              </a:solidFill>
            </a:endParaRPr>
          </a:p>
          <a:p>
            <a:pPr marL="0" lvl="0" indent="0" algn="l" rtl="0">
              <a:spcBef>
                <a:spcPts val="1600"/>
              </a:spcBef>
              <a:spcAft>
                <a:spcPts val="0"/>
              </a:spcAft>
              <a:buNone/>
            </a:pPr>
            <a:endParaRPr>
              <a:solidFill>
                <a:srgbClr val="FFFFFF"/>
              </a:solidFill>
            </a:endParaRPr>
          </a:p>
          <a:p>
            <a:pPr marL="0" lvl="0" indent="0" algn="l" rtl="0">
              <a:spcBef>
                <a:spcPts val="1600"/>
              </a:spcBef>
              <a:spcAft>
                <a:spcPts val="1600"/>
              </a:spcAft>
              <a:buNone/>
            </a:pPr>
            <a:endParaRPr>
              <a:solidFill>
                <a:srgbClr val="FFFFFF"/>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41"/>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rPr>
              <a:t>preprocessing</a:t>
            </a:r>
            <a:endParaRPr>
              <a:solidFill>
                <a:srgbClr val="FFFFFF"/>
              </a:solidFill>
            </a:endParaRPr>
          </a:p>
          <a:p>
            <a:pPr marL="0" lvl="0" indent="0" algn="l" rtl="0">
              <a:spcBef>
                <a:spcPts val="1600"/>
              </a:spcBef>
              <a:spcAft>
                <a:spcPts val="0"/>
              </a:spcAft>
              <a:buNone/>
            </a:pPr>
            <a:r>
              <a:rPr lang="en">
                <a:solidFill>
                  <a:srgbClr val="FFFFFF"/>
                </a:solidFill>
              </a:rPr>
              <a:t>compiling</a:t>
            </a:r>
            <a:endParaRPr>
              <a:solidFill>
                <a:srgbClr val="FFFFFF"/>
              </a:solidFill>
            </a:endParaRPr>
          </a:p>
          <a:p>
            <a:pPr marL="0" lvl="0" indent="0" algn="l" rtl="0">
              <a:spcBef>
                <a:spcPts val="1600"/>
              </a:spcBef>
              <a:spcAft>
                <a:spcPts val="0"/>
              </a:spcAft>
              <a:buNone/>
            </a:pPr>
            <a:r>
              <a:rPr lang="en">
                <a:solidFill>
                  <a:srgbClr val="FFFFFF"/>
                </a:solidFill>
              </a:rPr>
              <a:t>assembling</a:t>
            </a:r>
            <a:endParaRPr>
              <a:solidFill>
                <a:srgbClr val="FFFFFF"/>
              </a:solidFill>
            </a:endParaRPr>
          </a:p>
          <a:p>
            <a:pPr marL="0" lvl="0" indent="0" algn="l" rtl="0">
              <a:spcBef>
                <a:spcPts val="1600"/>
              </a:spcBef>
              <a:spcAft>
                <a:spcPts val="1600"/>
              </a:spcAft>
              <a:buNone/>
            </a:pPr>
            <a:r>
              <a:rPr lang="en">
                <a:solidFill>
                  <a:srgbClr val="FFFFFF"/>
                </a:solidFill>
              </a:rPr>
              <a:t>linking</a:t>
            </a:r>
            <a:endParaRPr>
              <a:solidFill>
                <a:srgbClr val="FFFFFF"/>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42"/>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000000"/>
                </a:solidFill>
                <a:highlight>
                  <a:schemeClr val="dk1"/>
                </a:highlight>
              </a:rPr>
              <a:t>preprocessing</a:t>
            </a:r>
            <a:endParaRPr>
              <a:solidFill>
                <a:srgbClr val="000000"/>
              </a:solidFill>
              <a:highlight>
                <a:schemeClr val="dk1"/>
              </a:highlight>
            </a:endParaRPr>
          </a:p>
          <a:p>
            <a:pPr marL="0" lvl="0" indent="0" algn="l" rtl="0">
              <a:spcBef>
                <a:spcPts val="1600"/>
              </a:spcBef>
              <a:spcAft>
                <a:spcPts val="0"/>
              </a:spcAft>
              <a:buNone/>
            </a:pPr>
            <a:r>
              <a:rPr lang="en">
                <a:solidFill>
                  <a:srgbClr val="FFFFFF"/>
                </a:solidFill>
              </a:rPr>
              <a:t>compiling</a:t>
            </a:r>
            <a:endParaRPr>
              <a:solidFill>
                <a:srgbClr val="FFFFFF"/>
              </a:solidFill>
            </a:endParaRPr>
          </a:p>
          <a:p>
            <a:pPr marL="0" lvl="0" indent="0" algn="l" rtl="0">
              <a:spcBef>
                <a:spcPts val="1600"/>
              </a:spcBef>
              <a:spcAft>
                <a:spcPts val="0"/>
              </a:spcAft>
              <a:buNone/>
            </a:pPr>
            <a:r>
              <a:rPr lang="en">
                <a:solidFill>
                  <a:srgbClr val="FFFFFF"/>
                </a:solidFill>
              </a:rPr>
              <a:t>assembling</a:t>
            </a:r>
            <a:endParaRPr>
              <a:solidFill>
                <a:srgbClr val="FFFFFF"/>
              </a:solidFill>
            </a:endParaRPr>
          </a:p>
          <a:p>
            <a:pPr marL="0" lvl="0" indent="0" algn="l" rtl="0">
              <a:spcBef>
                <a:spcPts val="1600"/>
              </a:spcBef>
              <a:spcAft>
                <a:spcPts val="1600"/>
              </a:spcAft>
              <a:buNone/>
            </a:pPr>
            <a:r>
              <a:rPr lang="en">
                <a:solidFill>
                  <a:srgbClr val="FFFFFF"/>
                </a:solidFill>
              </a:rPr>
              <a:t>linking</a:t>
            </a:r>
            <a:endParaRPr>
              <a:solidFill>
                <a:srgbClr val="FFFFFF"/>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43"/>
          <p:cNvSpPr txBox="1">
            <a:spLocks noGrp="1"/>
          </p:cNvSpPr>
          <p:nvPr>
            <p:ph type="body" idx="1"/>
          </p:nvPr>
        </p:nvSpPr>
        <p:spPr>
          <a:xfrm>
            <a:off x="199000" y="230325"/>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void meow(void);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for (int i = 0; i &lt; 3; i++)</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meow();</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void meow(void)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printf("meow\n");</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44"/>
          <p:cNvSpPr txBox="1">
            <a:spLocks noGrp="1"/>
          </p:cNvSpPr>
          <p:nvPr>
            <p:ph type="body" idx="1"/>
          </p:nvPr>
        </p:nvSpPr>
        <p:spPr>
          <a:xfrm>
            <a:off x="199000" y="230325"/>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000000"/>
                </a:solidFill>
                <a:highlight>
                  <a:schemeClr val="dk1"/>
                </a:highlight>
                <a:latin typeface="Consolas"/>
                <a:ea typeface="Consolas"/>
                <a:cs typeface="Consolas"/>
                <a:sym typeface="Consolas"/>
              </a:rPr>
              <a:t>void meow(void);</a:t>
            </a:r>
            <a:endParaRPr>
              <a:solidFill>
                <a:srgbClr val="000000"/>
              </a:solidFill>
              <a:highlight>
                <a:schemeClr val="dk1"/>
              </a:highlight>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for (int i = 0; i &lt; 3; i++)</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meow();</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void meow(void)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printf("meow\n");</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45"/>
          <p:cNvSpPr txBox="1">
            <a:spLocks noGrp="1"/>
          </p:cNvSpPr>
          <p:nvPr>
            <p:ph type="body" idx="1"/>
          </p:nvPr>
        </p:nvSpPr>
        <p:spPr>
          <a:xfrm>
            <a:off x="199000" y="230325"/>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&lt;cs50.h&gt;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string name = get_string("What's your name?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printf("hello, %s\n", name);</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46"/>
          <p:cNvSpPr txBox="1">
            <a:spLocks noGrp="1"/>
          </p:cNvSpPr>
          <p:nvPr>
            <p:ph type="body" idx="1"/>
          </p:nvPr>
        </p:nvSpPr>
        <p:spPr>
          <a:xfrm>
            <a:off x="199000" y="230325"/>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a:solidFill>
                  <a:srgbClr val="000000"/>
                </a:solidFill>
                <a:highlight>
                  <a:schemeClr val="dk1"/>
                </a:highlight>
                <a:latin typeface="Consolas"/>
                <a:ea typeface="Consolas"/>
                <a:cs typeface="Consolas"/>
                <a:sym typeface="Consolas"/>
              </a:rPr>
              <a:t>#include &lt;cs50.h&gt;</a:t>
            </a:r>
            <a:endParaRPr>
              <a:solidFill>
                <a:srgbClr val="000000"/>
              </a:solidFill>
              <a:highlight>
                <a:schemeClr val="dk1"/>
              </a:highlight>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string name = get_string("What's your name?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printf("hello, %s\n", name);</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47"/>
          <p:cNvSpPr txBox="1">
            <a:spLocks noGrp="1"/>
          </p:cNvSpPr>
          <p:nvPr>
            <p:ph type="body" idx="1"/>
          </p:nvPr>
        </p:nvSpPr>
        <p:spPr>
          <a:xfrm>
            <a:off x="199000" y="230325"/>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a:solidFill>
                  <a:srgbClr val="000000"/>
                </a:solidFill>
                <a:highlight>
                  <a:schemeClr val="dk1"/>
                </a:highlight>
                <a:latin typeface="Consolas"/>
                <a:ea typeface="Consolas"/>
                <a:cs typeface="Consolas"/>
                <a:sym typeface="Consolas"/>
              </a:rPr>
              <a:t>string get_string(string prompt);</a:t>
            </a:r>
            <a:endParaRPr>
              <a:solidFill>
                <a:srgbClr val="000000"/>
              </a:solidFill>
              <a:highlight>
                <a:schemeClr val="dk1"/>
              </a:highlight>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r>
              <a:rPr lang="en">
                <a:solidFill>
                  <a:schemeClr val="dk1"/>
                </a:solidFill>
                <a:latin typeface="Consolas"/>
                <a:ea typeface="Consolas"/>
                <a:cs typeface="Consolas"/>
                <a:sym typeface="Consolas"/>
              </a:rPr>
              <a:t>string name = get_string("What's your name?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printf("hello, %s\n", name);</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48"/>
          <p:cNvSpPr txBox="1">
            <a:spLocks noGrp="1"/>
          </p:cNvSpPr>
          <p:nvPr>
            <p:ph type="body" idx="1"/>
          </p:nvPr>
        </p:nvSpPr>
        <p:spPr>
          <a:xfrm>
            <a:off x="199000" y="230325"/>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string get_string(string prompt);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000000"/>
                </a:solidFill>
                <a:highlight>
                  <a:schemeClr val="dk1"/>
                </a:highlight>
                <a:latin typeface="Consolas"/>
                <a:ea typeface="Consolas"/>
                <a:cs typeface="Consolas"/>
                <a:sym typeface="Consolas"/>
              </a:rPr>
              <a:t>#include &lt;stdio.h&gt;</a:t>
            </a:r>
            <a:endParaRPr>
              <a:solidFill>
                <a:srgbClr val="000000"/>
              </a:solidFill>
              <a:highlight>
                <a:schemeClr val="dk1"/>
              </a:highlight>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r>
              <a:rPr lang="en">
                <a:solidFill>
                  <a:schemeClr val="dk1"/>
                </a:solidFill>
                <a:latin typeface="Consolas"/>
                <a:ea typeface="Consolas"/>
                <a:cs typeface="Consolas"/>
                <a:sym typeface="Consolas"/>
              </a:rPr>
              <a:t>string name = get_string("What's your name?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printf("hello, %s\n", name);</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49"/>
          <p:cNvSpPr txBox="1">
            <a:spLocks noGrp="1"/>
          </p:cNvSpPr>
          <p:nvPr>
            <p:ph type="body" idx="1"/>
          </p:nvPr>
        </p:nvSpPr>
        <p:spPr>
          <a:xfrm>
            <a:off x="199000" y="230325"/>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string get_string(string prompt);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000000"/>
                </a:solidFill>
                <a:highlight>
                  <a:schemeClr val="dk1"/>
                </a:highlight>
                <a:latin typeface="Consolas"/>
                <a:ea typeface="Consolas"/>
                <a:cs typeface="Consolas"/>
                <a:sym typeface="Consolas"/>
              </a:rPr>
              <a:t>int printf(string format, ...);</a:t>
            </a:r>
            <a:endParaRPr>
              <a:solidFill>
                <a:srgbClr val="000000"/>
              </a:solidFill>
              <a:highlight>
                <a:schemeClr val="dk1"/>
              </a:highlight>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r>
              <a:rPr lang="en">
                <a:solidFill>
                  <a:schemeClr val="dk1"/>
                </a:solidFill>
                <a:latin typeface="Consolas"/>
                <a:ea typeface="Consolas"/>
                <a:cs typeface="Consolas"/>
                <a:sym typeface="Consolas"/>
              </a:rPr>
              <a:t>string name = get_string("What's your name?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printf("hello, %s\n", name);</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50"/>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rPr>
              <a:t>preprocessing</a:t>
            </a:r>
            <a:endParaRPr>
              <a:solidFill>
                <a:srgbClr val="FFFFFF"/>
              </a:solidFill>
            </a:endParaRPr>
          </a:p>
          <a:p>
            <a:pPr marL="0" lvl="0" indent="0" algn="l" rtl="0">
              <a:spcBef>
                <a:spcPts val="1600"/>
              </a:spcBef>
              <a:spcAft>
                <a:spcPts val="0"/>
              </a:spcAft>
              <a:buNone/>
            </a:pPr>
            <a:r>
              <a:rPr lang="en">
                <a:solidFill>
                  <a:srgbClr val="000000"/>
                </a:solidFill>
                <a:highlight>
                  <a:schemeClr val="dk1"/>
                </a:highlight>
              </a:rPr>
              <a:t>compiling</a:t>
            </a:r>
            <a:endParaRPr>
              <a:solidFill>
                <a:srgbClr val="000000"/>
              </a:solidFill>
              <a:highlight>
                <a:schemeClr val="dk1"/>
              </a:highlight>
            </a:endParaRPr>
          </a:p>
          <a:p>
            <a:pPr marL="0" lvl="0" indent="0" algn="l" rtl="0">
              <a:spcBef>
                <a:spcPts val="1600"/>
              </a:spcBef>
              <a:spcAft>
                <a:spcPts val="0"/>
              </a:spcAft>
              <a:buNone/>
            </a:pPr>
            <a:r>
              <a:rPr lang="en">
                <a:solidFill>
                  <a:srgbClr val="FFFFFF"/>
                </a:solidFill>
              </a:rPr>
              <a:t>assembling</a:t>
            </a:r>
            <a:endParaRPr>
              <a:solidFill>
                <a:srgbClr val="FFFFFF"/>
              </a:solidFill>
            </a:endParaRPr>
          </a:p>
          <a:p>
            <a:pPr marL="0" lvl="0" indent="0" algn="l" rtl="0">
              <a:spcBef>
                <a:spcPts val="1600"/>
              </a:spcBef>
              <a:spcAft>
                <a:spcPts val="1600"/>
              </a:spcAft>
              <a:buNone/>
            </a:pPr>
            <a:r>
              <a:rPr lang="en">
                <a:solidFill>
                  <a:srgbClr val="FFFFFF"/>
                </a:solidFill>
              </a:rPr>
              <a:t>linking</a:t>
            </a:r>
            <a:endParaRPr>
              <a:solidFill>
                <a:srgbClr val="FFFFFF"/>
              </a:solidFil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51"/>
          <p:cNvSpPr txBox="1">
            <a:spLocks noGrp="1"/>
          </p:cNvSpPr>
          <p:nvPr>
            <p:ph type="body" idx="1"/>
          </p:nvPr>
        </p:nvSpPr>
        <p:spPr>
          <a:xfrm>
            <a:off x="199000" y="230325"/>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string get_string(string prompt);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printf(string format,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r>
              <a:rPr lang="en">
                <a:solidFill>
                  <a:schemeClr val="dk1"/>
                </a:solidFill>
                <a:latin typeface="Consolas"/>
                <a:ea typeface="Consolas"/>
                <a:cs typeface="Consolas"/>
                <a:sym typeface="Consolas"/>
              </a:rPr>
              <a:t>string name = get_string("What's your name?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printf("hello, %s\n", name);</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52"/>
          <p:cNvSpPr txBox="1">
            <a:spLocks noGrp="1"/>
          </p:cNvSpPr>
          <p:nvPr>
            <p:ph type="body" idx="1"/>
          </p:nvPr>
        </p:nvSpPr>
        <p:spPr>
          <a:xfrm>
            <a:off x="199000" y="56150"/>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main:                                   # @main</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.cfi_startproc</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BB#0:</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pushq    %rbp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.Ltmp0:</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.cfi_def_cfa_offset 16</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.Ltmp1:</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.cfi_offset %rbp, -16</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movq    %rsp, %rbp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.Ltmp2:</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.cfi_def_cfa_register %rbp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subq    $16, %rsp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xorl    %eax, %eax</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movl    %eax, %edi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movabsq    $.L.str, %rsi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movb    $0, %al</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callq    get_string</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movabsq    $.L.str.1, %rdi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movq    %rax, -8(%rbp)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movq    -8(%rbp), %rsi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movb    $0, %al</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callq    printf</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sz="1300">
              <a:solidFill>
                <a:srgbClr val="FFFFFF"/>
              </a:solidFill>
              <a:latin typeface="Consolas"/>
              <a:ea typeface="Consolas"/>
              <a:cs typeface="Consolas"/>
              <a:sym typeface="Consolas"/>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53"/>
          <p:cNvSpPr txBox="1">
            <a:spLocks noGrp="1"/>
          </p:cNvSpPr>
          <p:nvPr>
            <p:ph type="body" idx="1"/>
          </p:nvPr>
        </p:nvSpPr>
        <p:spPr>
          <a:xfrm>
            <a:off x="199000" y="56150"/>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000000"/>
                </a:solidFill>
                <a:highlight>
                  <a:schemeClr val="dk1"/>
                </a:highlight>
                <a:latin typeface="Consolas"/>
                <a:ea typeface="Consolas"/>
                <a:cs typeface="Consolas"/>
                <a:sym typeface="Consolas"/>
              </a:rPr>
              <a:t>main</a:t>
            </a:r>
            <a:r>
              <a:rPr lang="en" sz="1300">
                <a:solidFill>
                  <a:srgbClr val="FFFFFF"/>
                </a:solidFill>
                <a:latin typeface="Consolas"/>
                <a:ea typeface="Consolas"/>
                <a:cs typeface="Consolas"/>
                <a:sym typeface="Consolas"/>
              </a:rPr>
              <a:t>:                                   # @main</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.cfi_startproc</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BB#0:</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pushq    %rbp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.Ltmp0:</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.cfi_def_cfa_offset 16</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.Ltmp1:</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.cfi_offset %rbp, -16</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movq    %rsp, %rbp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.Ltmp2:</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.cfi_def_cfa_register %rbp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subq    $16, %rsp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xorl    %eax, %eax</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movl    %eax, %edi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movabsq    $.L.str, %rsi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movb    $0, %al</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callq    </a:t>
            </a:r>
            <a:r>
              <a:rPr lang="en" sz="1300">
                <a:solidFill>
                  <a:srgbClr val="000000"/>
                </a:solidFill>
                <a:highlight>
                  <a:schemeClr val="dk1"/>
                </a:highlight>
                <a:latin typeface="Consolas"/>
                <a:ea typeface="Consolas"/>
                <a:cs typeface="Consolas"/>
                <a:sym typeface="Consolas"/>
              </a:rPr>
              <a:t>get_string</a:t>
            </a:r>
            <a:endParaRPr sz="1300">
              <a:solidFill>
                <a:srgbClr val="000000"/>
              </a:solidFill>
              <a:highlight>
                <a:schemeClr val="dk1"/>
              </a:highlight>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movabsq    $.L.str.1, %rdi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movq    %rax, -8(%rbp)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movq    -8(%rbp), %rsi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movb    $0, %al</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callq    </a:t>
            </a:r>
            <a:r>
              <a:rPr lang="en" sz="1300">
                <a:solidFill>
                  <a:srgbClr val="000000"/>
                </a:solidFill>
                <a:highlight>
                  <a:schemeClr val="dk1"/>
                </a:highlight>
                <a:latin typeface="Consolas"/>
                <a:ea typeface="Consolas"/>
                <a:cs typeface="Consolas"/>
                <a:sym typeface="Consolas"/>
              </a:rPr>
              <a:t>printf</a:t>
            </a:r>
            <a:endParaRPr sz="1300">
              <a:solidFill>
                <a:srgbClr val="000000"/>
              </a:solidFill>
              <a:highlight>
                <a:schemeClr val="dk1"/>
              </a:highlight>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sz="1300">
              <a:solidFill>
                <a:srgbClr val="FFFFFF"/>
              </a:solidFill>
              <a:latin typeface="Consolas"/>
              <a:ea typeface="Consolas"/>
              <a:cs typeface="Consolas"/>
              <a:sym typeface="Consolas"/>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54"/>
          <p:cNvSpPr txBox="1">
            <a:spLocks noGrp="1"/>
          </p:cNvSpPr>
          <p:nvPr>
            <p:ph type="body" idx="1"/>
          </p:nvPr>
        </p:nvSpPr>
        <p:spPr>
          <a:xfrm>
            <a:off x="199000" y="56150"/>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main:                                   # @main</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.cfi_startproc</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BB#0:</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pushq</a:t>
            </a:r>
            <a:r>
              <a:rPr lang="en" sz="1300">
                <a:solidFill>
                  <a:srgbClr val="FFFFFF"/>
                </a:solidFill>
                <a:latin typeface="Consolas"/>
                <a:ea typeface="Consolas"/>
                <a:cs typeface="Consolas"/>
                <a:sym typeface="Consolas"/>
              </a:rPr>
              <a:t>    %rbp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.Ltmp0:</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.cfi_def_cfa_offset 16</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.Ltmp1:</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.cfi_offset %rbp, -16</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movq</a:t>
            </a:r>
            <a:r>
              <a:rPr lang="en" sz="1300">
                <a:solidFill>
                  <a:srgbClr val="FFFFFF"/>
                </a:solidFill>
                <a:latin typeface="Consolas"/>
                <a:ea typeface="Consolas"/>
                <a:cs typeface="Consolas"/>
                <a:sym typeface="Consolas"/>
              </a:rPr>
              <a:t>    %rsp, %rbp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.Ltmp2:</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.cfi_def_cfa_register %rbp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subq</a:t>
            </a:r>
            <a:r>
              <a:rPr lang="en" sz="1300">
                <a:solidFill>
                  <a:srgbClr val="FFFFFF"/>
                </a:solidFill>
                <a:latin typeface="Consolas"/>
                <a:ea typeface="Consolas"/>
                <a:cs typeface="Consolas"/>
                <a:sym typeface="Consolas"/>
              </a:rPr>
              <a:t>    $16, %rsp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xorl</a:t>
            </a:r>
            <a:r>
              <a:rPr lang="en" sz="1300">
                <a:solidFill>
                  <a:srgbClr val="FFFFFF"/>
                </a:solidFill>
                <a:latin typeface="Consolas"/>
                <a:ea typeface="Consolas"/>
                <a:cs typeface="Consolas"/>
                <a:sym typeface="Consolas"/>
              </a:rPr>
              <a:t>    %eax, %eax</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movl</a:t>
            </a:r>
            <a:r>
              <a:rPr lang="en" sz="1300">
                <a:solidFill>
                  <a:srgbClr val="FFFFFF"/>
                </a:solidFill>
                <a:latin typeface="Consolas"/>
                <a:ea typeface="Consolas"/>
                <a:cs typeface="Consolas"/>
                <a:sym typeface="Consolas"/>
              </a:rPr>
              <a:t>    %eax, %edi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movabsq</a:t>
            </a:r>
            <a:r>
              <a:rPr lang="en" sz="1300">
                <a:solidFill>
                  <a:srgbClr val="FFFFFF"/>
                </a:solidFill>
                <a:latin typeface="Consolas"/>
                <a:ea typeface="Consolas"/>
                <a:cs typeface="Consolas"/>
                <a:sym typeface="Consolas"/>
              </a:rPr>
              <a:t>    $.L.str, %rsi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movb</a:t>
            </a:r>
            <a:r>
              <a:rPr lang="en" sz="1300">
                <a:solidFill>
                  <a:srgbClr val="FFFFFF"/>
                </a:solidFill>
                <a:latin typeface="Consolas"/>
                <a:ea typeface="Consolas"/>
                <a:cs typeface="Consolas"/>
                <a:sym typeface="Consolas"/>
              </a:rPr>
              <a:t>    $0, %al</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callq</a:t>
            </a:r>
            <a:r>
              <a:rPr lang="en" sz="1300">
                <a:solidFill>
                  <a:srgbClr val="FFFFFF"/>
                </a:solidFill>
                <a:latin typeface="Consolas"/>
                <a:ea typeface="Consolas"/>
                <a:cs typeface="Consolas"/>
                <a:sym typeface="Consolas"/>
              </a:rPr>
              <a:t>    get_string</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movabsq</a:t>
            </a:r>
            <a:r>
              <a:rPr lang="en" sz="1300">
                <a:solidFill>
                  <a:srgbClr val="FFFFFF"/>
                </a:solidFill>
                <a:latin typeface="Consolas"/>
                <a:ea typeface="Consolas"/>
                <a:cs typeface="Consolas"/>
                <a:sym typeface="Consolas"/>
              </a:rPr>
              <a:t>    $.L.str.1, %rdi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movq</a:t>
            </a:r>
            <a:r>
              <a:rPr lang="en" sz="1300">
                <a:solidFill>
                  <a:srgbClr val="FFFFFF"/>
                </a:solidFill>
                <a:latin typeface="Consolas"/>
                <a:ea typeface="Consolas"/>
                <a:cs typeface="Consolas"/>
                <a:sym typeface="Consolas"/>
              </a:rPr>
              <a:t>    %rax, -8(%rbp)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movq</a:t>
            </a:r>
            <a:r>
              <a:rPr lang="en" sz="1300">
                <a:solidFill>
                  <a:srgbClr val="FFFFFF"/>
                </a:solidFill>
                <a:latin typeface="Consolas"/>
                <a:ea typeface="Consolas"/>
                <a:cs typeface="Consolas"/>
                <a:sym typeface="Consolas"/>
              </a:rPr>
              <a:t>    -8(%rbp), %rsi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movb</a:t>
            </a:r>
            <a:r>
              <a:rPr lang="en" sz="1300">
                <a:solidFill>
                  <a:srgbClr val="FFFFFF"/>
                </a:solidFill>
                <a:latin typeface="Consolas"/>
                <a:ea typeface="Consolas"/>
                <a:cs typeface="Consolas"/>
                <a:sym typeface="Consolas"/>
              </a:rPr>
              <a:t>    $0, %al</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callq</a:t>
            </a:r>
            <a:r>
              <a:rPr lang="en" sz="1300">
                <a:solidFill>
                  <a:srgbClr val="FFFFFF"/>
                </a:solidFill>
                <a:latin typeface="Consolas"/>
                <a:ea typeface="Consolas"/>
                <a:cs typeface="Consolas"/>
                <a:sym typeface="Consolas"/>
              </a:rPr>
              <a:t>    printf</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sz="1300">
              <a:solidFill>
                <a:srgbClr val="FFFFFF"/>
              </a:solidFill>
              <a:latin typeface="Consolas"/>
              <a:ea typeface="Consolas"/>
              <a:cs typeface="Consolas"/>
              <a:sym typeface="Consolas"/>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55"/>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rPr>
              <a:t>preprocessing</a:t>
            </a:r>
            <a:endParaRPr>
              <a:solidFill>
                <a:srgbClr val="FFFFFF"/>
              </a:solidFill>
            </a:endParaRPr>
          </a:p>
          <a:p>
            <a:pPr marL="0" lvl="0" indent="0" algn="l" rtl="0">
              <a:spcBef>
                <a:spcPts val="1600"/>
              </a:spcBef>
              <a:spcAft>
                <a:spcPts val="0"/>
              </a:spcAft>
              <a:buNone/>
            </a:pPr>
            <a:r>
              <a:rPr lang="en">
                <a:solidFill>
                  <a:srgbClr val="FFFFFF"/>
                </a:solidFill>
              </a:rPr>
              <a:t>compiling</a:t>
            </a:r>
            <a:endParaRPr>
              <a:solidFill>
                <a:srgbClr val="FFFFFF"/>
              </a:solidFill>
            </a:endParaRPr>
          </a:p>
          <a:p>
            <a:pPr marL="0" lvl="0" indent="0" algn="l" rtl="0">
              <a:spcBef>
                <a:spcPts val="1600"/>
              </a:spcBef>
              <a:spcAft>
                <a:spcPts val="0"/>
              </a:spcAft>
              <a:buNone/>
            </a:pPr>
            <a:r>
              <a:rPr lang="en">
                <a:solidFill>
                  <a:srgbClr val="000000"/>
                </a:solidFill>
                <a:highlight>
                  <a:schemeClr val="dk1"/>
                </a:highlight>
              </a:rPr>
              <a:t>assembling</a:t>
            </a:r>
            <a:endParaRPr>
              <a:solidFill>
                <a:srgbClr val="000000"/>
              </a:solidFill>
              <a:highlight>
                <a:schemeClr val="dk1"/>
              </a:highlight>
            </a:endParaRPr>
          </a:p>
          <a:p>
            <a:pPr marL="0" lvl="0" indent="0" algn="l" rtl="0">
              <a:spcBef>
                <a:spcPts val="1600"/>
              </a:spcBef>
              <a:spcAft>
                <a:spcPts val="1600"/>
              </a:spcAft>
              <a:buNone/>
            </a:pPr>
            <a:r>
              <a:rPr lang="en">
                <a:solidFill>
                  <a:srgbClr val="FFFFFF"/>
                </a:solidFill>
              </a:rPr>
              <a:t>linking</a:t>
            </a:r>
            <a:endParaRPr>
              <a:solidFill>
                <a:srgbClr val="FFFFFF"/>
              </a:solidFil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56"/>
          <p:cNvSpPr txBox="1">
            <a:spLocks noGrp="1"/>
          </p:cNvSpPr>
          <p:nvPr>
            <p:ph type="body" idx="1"/>
          </p:nvPr>
        </p:nvSpPr>
        <p:spPr>
          <a:xfrm>
            <a:off x="199000" y="56150"/>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main:                                   # @main</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.cfi_startproc</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BB#0:</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pushq    %rbp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.Ltmp0:</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.cfi_def_cfa_offset 16</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.Ltmp1:</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.cfi_offset %rbp, -16</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movq    %rsp, %rbp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.Ltmp2:</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.cfi_def_cfa_register %rbp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subq    $16, %rsp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xorl    %eax, %eax</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movl    %eax, %edi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movabsq    $.L.str, %rsi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movb    $0, %al</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callq    get_string</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movabsq    $.L.str.1, %rdi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movq    %rax, -8(%rbp)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movq    -8(%rbp), %rsi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movb    $0, %al</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callq    printf</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sz="1300">
              <a:solidFill>
                <a:srgbClr val="FFFFFF"/>
              </a:solidFill>
              <a:latin typeface="Consolas"/>
              <a:ea typeface="Consolas"/>
              <a:cs typeface="Consolas"/>
              <a:sym typeface="Consolas"/>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57"/>
          <p:cNvSpPr txBox="1">
            <a:spLocks noGrp="1"/>
          </p:cNvSpPr>
          <p:nvPr>
            <p:ph type="body" idx="1"/>
          </p:nvPr>
        </p:nvSpPr>
        <p:spPr>
          <a:xfrm>
            <a:off x="1990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01111111010001010100110001000110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00000010000000010000000100000000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00000001000000000011111000000000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00000001000000000000000000000000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10100000000000100000000000000000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00000000000000000100000000000000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00001010000000000000000100000000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01010101010010001000100111100101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01001000100000111110110000010000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00110001110000001000100111000111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01001000101111100000000000000000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00000000000000001011000000000000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11101000000000000000000000000000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00000000010010001011111100000000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00000000000000000000000001001000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79"/>
        <p:cNvGrpSpPr/>
        <p:nvPr/>
      </p:nvGrpSpPr>
      <p:grpSpPr>
        <a:xfrm>
          <a:off x="0" y="0"/>
          <a:ext cx="0" cy="0"/>
          <a:chOff x="0" y="0"/>
          <a:chExt cx="0" cy="0"/>
        </a:xfrm>
      </p:grpSpPr>
      <p:sp>
        <p:nvSpPr>
          <p:cNvPr id="280" name="Google Shape;280;p58"/>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rPr>
              <a:t>preprocessing</a:t>
            </a:r>
            <a:endParaRPr>
              <a:solidFill>
                <a:srgbClr val="FFFFFF"/>
              </a:solidFill>
            </a:endParaRPr>
          </a:p>
          <a:p>
            <a:pPr marL="0" lvl="0" indent="0" algn="l" rtl="0">
              <a:spcBef>
                <a:spcPts val="1600"/>
              </a:spcBef>
              <a:spcAft>
                <a:spcPts val="0"/>
              </a:spcAft>
              <a:buNone/>
            </a:pPr>
            <a:r>
              <a:rPr lang="en">
                <a:solidFill>
                  <a:srgbClr val="FFFFFF"/>
                </a:solidFill>
              </a:rPr>
              <a:t>compiling</a:t>
            </a:r>
            <a:endParaRPr>
              <a:solidFill>
                <a:srgbClr val="FFFFFF"/>
              </a:solidFill>
            </a:endParaRPr>
          </a:p>
          <a:p>
            <a:pPr marL="0" lvl="0" indent="0" algn="l" rtl="0">
              <a:spcBef>
                <a:spcPts val="1600"/>
              </a:spcBef>
              <a:spcAft>
                <a:spcPts val="0"/>
              </a:spcAft>
              <a:buNone/>
            </a:pPr>
            <a:r>
              <a:rPr lang="en">
                <a:solidFill>
                  <a:srgbClr val="FFFFFF"/>
                </a:solidFill>
              </a:rPr>
              <a:t>assembling</a:t>
            </a:r>
            <a:endParaRPr>
              <a:solidFill>
                <a:srgbClr val="FFFFFF"/>
              </a:solidFill>
            </a:endParaRPr>
          </a:p>
          <a:p>
            <a:pPr marL="0" lvl="0" indent="0" algn="l" rtl="0">
              <a:spcBef>
                <a:spcPts val="1600"/>
              </a:spcBef>
              <a:spcAft>
                <a:spcPts val="1600"/>
              </a:spcAft>
              <a:buNone/>
            </a:pPr>
            <a:r>
              <a:rPr lang="en">
                <a:solidFill>
                  <a:srgbClr val="000000"/>
                </a:solidFill>
                <a:highlight>
                  <a:schemeClr val="dk1"/>
                </a:highlight>
              </a:rPr>
              <a:t>linking</a:t>
            </a:r>
            <a:endParaRPr>
              <a:solidFill>
                <a:srgbClr val="000000"/>
              </a:solidFill>
              <a:highlight>
                <a:schemeClr val="dk1"/>
              </a:highlight>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59"/>
          <p:cNvSpPr txBox="1">
            <a:spLocks noGrp="1"/>
          </p:cNvSpPr>
          <p:nvPr>
            <p:ph type="body" idx="1"/>
          </p:nvPr>
        </p:nvSpPr>
        <p:spPr>
          <a:xfrm>
            <a:off x="199000" y="230325"/>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&lt;cs50.h&gt;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string name = get_string("What's your name?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printf("hello, %s\n", name);</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60"/>
          <p:cNvSpPr txBox="1">
            <a:spLocks noGrp="1"/>
          </p:cNvSpPr>
          <p:nvPr>
            <p:ph type="body" idx="1"/>
          </p:nvPr>
        </p:nvSpPr>
        <p:spPr>
          <a:xfrm>
            <a:off x="1990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hello.c</a:t>
            </a:r>
            <a:endParaRPr>
              <a:solidFill>
                <a:srgbClr val="FFFFFF"/>
              </a:solidFill>
              <a:latin typeface="Consolas"/>
              <a:ea typeface="Consolas"/>
              <a:cs typeface="Consolas"/>
              <a:sym typeface="Consolas"/>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61"/>
          <p:cNvSpPr txBox="1">
            <a:spLocks noGrp="1"/>
          </p:cNvSpPr>
          <p:nvPr>
            <p:ph type="body" idx="1"/>
          </p:nvPr>
        </p:nvSpPr>
        <p:spPr>
          <a:xfrm>
            <a:off x="1990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hello.c</a:t>
            </a:r>
            <a:endParaRPr>
              <a:solidFill>
                <a:srgbClr val="FFFFFF"/>
              </a:solidFill>
              <a:latin typeface="Consolas"/>
              <a:ea typeface="Consolas"/>
              <a:cs typeface="Consolas"/>
              <a:sym typeface="Consolas"/>
            </a:endParaRPr>
          </a:p>
        </p:txBody>
      </p:sp>
      <p:sp>
        <p:nvSpPr>
          <p:cNvPr id="296" name="Google Shape;296;p61"/>
          <p:cNvSpPr txBox="1">
            <a:spLocks noGrp="1"/>
          </p:cNvSpPr>
          <p:nvPr>
            <p:ph type="body" idx="1"/>
          </p:nvPr>
        </p:nvSpPr>
        <p:spPr>
          <a:xfrm>
            <a:off x="31179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cs50.c</a:t>
            </a:r>
            <a:endParaRPr>
              <a:solidFill>
                <a:srgbClr val="FFFFFF"/>
              </a:solidFill>
              <a:latin typeface="Consolas"/>
              <a:ea typeface="Consolas"/>
              <a:cs typeface="Consolas"/>
              <a:sym typeface="Consolas"/>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301" name="Google Shape;301;p62"/>
          <p:cNvSpPr txBox="1">
            <a:spLocks noGrp="1"/>
          </p:cNvSpPr>
          <p:nvPr>
            <p:ph type="body" idx="1"/>
          </p:nvPr>
        </p:nvSpPr>
        <p:spPr>
          <a:xfrm>
            <a:off x="1990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hello.c</a:t>
            </a:r>
            <a:endParaRPr>
              <a:solidFill>
                <a:srgbClr val="FFFFFF"/>
              </a:solidFill>
              <a:latin typeface="Consolas"/>
              <a:ea typeface="Consolas"/>
              <a:cs typeface="Consolas"/>
              <a:sym typeface="Consolas"/>
            </a:endParaRPr>
          </a:p>
        </p:txBody>
      </p:sp>
      <p:sp>
        <p:nvSpPr>
          <p:cNvPr id="302" name="Google Shape;302;p62"/>
          <p:cNvSpPr txBox="1">
            <a:spLocks noGrp="1"/>
          </p:cNvSpPr>
          <p:nvPr>
            <p:ph type="body" idx="1"/>
          </p:nvPr>
        </p:nvSpPr>
        <p:spPr>
          <a:xfrm>
            <a:off x="31179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cs50.c</a:t>
            </a:r>
            <a:endParaRPr>
              <a:solidFill>
                <a:srgbClr val="FFFFFF"/>
              </a:solidFill>
              <a:latin typeface="Consolas"/>
              <a:ea typeface="Consolas"/>
              <a:cs typeface="Consolas"/>
              <a:sym typeface="Consolas"/>
            </a:endParaRPr>
          </a:p>
        </p:txBody>
      </p:sp>
      <p:sp>
        <p:nvSpPr>
          <p:cNvPr id="303" name="Google Shape;303;p62"/>
          <p:cNvSpPr txBox="1">
            <a:spLocks noGrp="1"/>
          </p:cNvSpPr>
          <p:nvPr>
            <p:ph type="body" idx="1"/>
          </p:nvPr>
        </p:nvSpPr>
        <p:spPr>
          <a:xfrm>
            <a:off x="60368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stdio.c</a:t>
            </a:r>
            <a:endParaRPr>
              <a:solidFill>
                <a:srgbClr val="FFFFFF"/>
              </a:solidFill>
              <a:latin typeface="Consolas"/>
              <a:ea typeface="Consolas"/>
              <a:cs typeface="Consolas"/>
              <a:sym typeface="Consolas"/>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p63"/>
          <p:cNvSpPr txBox="1">
            <a:spLocks noGrp="1"/>
          </p:cNvSpPr>
          <p:nvPr>
            <p:ph type="body" idx="1"/>
          </p:nvPr>
        </p:nvSpPr>
        <p:spPr>
          <a:xfrm>
            <a:off x="1990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01111111010001010100110001000110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00000010000000010000000100000000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00000001000000000011111000000000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00000001000000000000000000000000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10100000000000100000000000000000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00000000000000000100000000000000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00001010000000000000000100000000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01010101010010001000100111100101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01001000100000111110110000010000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00110001110000001000100111000111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01001000101111100000000000000000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00000000000000001011000000000000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11101000000000000000000000000000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00000000010010001011111100000000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00000000000000000000000001001000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
        <p:nvSpPr>
          <p:cNvPr id="309" name="Google Shape;309;p63"/>
          <p:cNvSpPr txBox="1">
            <a:spLocks noGrp="1"/>
          </p:cNvSpPr>
          <p:nvPr>
            <p:ph type="body" idx="1"/>
          </p:nvPr>
        </p:nvSpPr>
        <p:spPr>
          <a:xfrm>
            <a:off x="31179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cs50.c</a:t>
            </a:r>
            <a:endParaRPr>
              <a:solidFill>
                <a:srgbClr val="FFFFFF"/>
              </a:solidFill>
              <a:latin typeface="Consolas"/>
              <a:ea typeface="Consolas"/>
              <a:cs typeface="Consolas"/>
              <a:sym typeface="Consolas"/>
            </a:endParaRPr>
          </a:p>
        </p:txBody>
      </p:sp>
      <p:sp>
        <p:nvSpPr>
          <p:cNvPr id="310" name="Google Shape;310;p63"/>
          <p:cNvSpPr txBox="1">
            <a:spLocks noGrp="1"/>
          </p:cNvSpPr>
          <p:nvPr>
            <p:ph type="body" idx="1"/>
          </p:nvPr>
        </p:nvSpPr>
        <p:spPr>
          <a:xfrm>
            <a:off x="60368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stdio.c</a:t>
            </a:r>
            <a:endParaRPr>
              <a:solidFill>
                <a:srgbClr val="FFFFFF"/>
              </a:solidFill>
              <a:latin typeface="Consolas"/>
              <a:ea typeface="Consolas"/>
              <a:cs typeface="Consolas"/>
              <a:sym typeface="Consolas"/>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14"/>
        <p:cNvGrpSpPr/>
        <p:nvPr/>
      </p:nvGrpSpPr>
      <p:grpSpPr>
        <a:xfrm>
          <a:off x="0" y="0"/>
          <a:ext cx="0" cy="0"/>
          <a:chOff x="0" y="0"/>
          <a:chExt cx="0" cy="0"/>
        </a:xfrm>
      </p:grpSpPr>
      <p:sp>
        <p:nvSpPr>
          <p:cNvPr id="315" name="Google Shape;315;p64"/>
          <p:cNvSpPr txBox="1">
            <a:spLocks noGrp="1"/>
          </p:cNvSpPr>
          <p:nvPr>
            <p:ph type="body" idx="1"/>
          </p:nvPr>
        </p:nvSpPr>
        <p:spPr>
          <a:xfrm>
            <a:off x="1990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01111111010001010100110001000110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00000010000000010000000100000000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00000001000000000011111000000000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00000001000000000000000000000000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10100000000000100000000000000000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00000000000000000100000000000000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00001010000000000000000100000000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01010101010010001000100111100101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01001000100000111110110000010000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00110001110000001000100111000111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01001000101111100000000000000000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00000000000000001011000000000000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11101000000000000000000000000000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00000000010010001011111100000000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00000000000000000000000001001000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
        <p:nvSpPr>
          <p:cNvPr id="316" name="Google Shape;316;p64"/>
          <p:cNvSpPr txBox="1">
            <a:spLocks noGrp="1"/>
          </p:cNvSpPr>
          <p:nvPr>
            <p:ph type="body" idx="1"/>
          </p:nvPr>
        </p:nvSpPr>
        <p:spPr>
          <a:xfrm>
            <a:off x="31179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01111111010001010100110001000110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00000010000000010000000100000000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00000011000000000011111000000000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00000001000000000000000000000000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11000000000011110000000000000000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00101000001100100000000000000000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01000000000000000011100000000000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00000111000000000100000000000000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00011100000000000001100100000000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00000001000000000000000000000000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00000101000000000000000000000000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01011100001001010000000000000000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
        <p:nvSpPr>
          <p:cNvPr id="317" name="Google Shape;317;p64"/>
          <p:cNvSpPr txBox="1">
            <a:spLocks noGrp="1"/>
          </p:cNvSpPr>
          <p:nvPr>
            <p:ph type="body" idx="1"/>
          </p:nvPr>
        </p:nvSpPr>
        <p:spPr>
          <a:xfrm>
            <a:off x="60368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stdio.c</a:t>
            </a:r>
            <a:endParaRPr>
              <a:solidFill>
                <a:srgbClr val="FFFFFF"/>
              </a:solidFill>
              <a:latin typeface="Consolas"/>
              <a:ea typeface="Consolas"/>
              <a:cs typeface="Consolas"/>
              <a:sym typeface="Consolas"/>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21"/>
        <p:cNvGrpSpPr/>
        <p:nvPr/>
      </p:nvGrpSpPr>
      <p:grpSpPr>
        <a:xfrm>
          <a:off x="0" y="0"/>
          <a:ext cx="0" cy="0"/>
          <a:chOff x="0" y="0"/>
          <a:chExt cx="0" cy="0"/>
        </a:xfrm>
      </p:grpSpPr>
      <p:sp>
        <p:nvSpPr>
          <p:cNvPr id="322" name="Google Shape;322;p65"/>
          <p:cNvSpPr txBox="1">
            <a:spLocks noGrp="1"/>
          </p:cNvSpPr>
          <p:nvPr>
            <p:ph type="body" idx="1"/>
          </p:nvPr>
        </p:nvSpPr>
        <p:spPr>
          <a:xfrm>
            <a:off x="1990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01111111010001010100110001000110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00000010000000010000000100000000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00000001000000000011111000000000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00000001000000000000000000000000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10100000000000100000000000000000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00000000000000000100000000000000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00001010000000000000000100000000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01010101010010001000100111100101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01001000100000111110110000010000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00110001110000001000100111000111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01001000101111100000000000000000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00000000000000001011000000000000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11101000000000000000000000000000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00000000010010001011111100000000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00000000000000000000000001001000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
        <p:nvSpPr>
          <p:cNvPr id="323" name="Google Shape;323;p65"/>
          <p:cNvSpPr txBox="1">
            <a:spLocks noGrp="1"/>
          </p:cNvSpPr>
          <p:nvPr>
            <p:ph type="body" idx="1"/>
          </p:nvPr>
        </p:nvSpPr>
        <p:spPr>
          <a:xfrm>
            <a:off x="31179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01111111010001010100110001000110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00000010000000010000000100000000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00000011000000000011111000000000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00000001000000000000000000000000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11000000000011110000000000000000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00101000001100100000000000000000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01000000000000000011100000000000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00000111000000000100000000000000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00011100000000000001100100000000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00000001000000000000000000000000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00000101000000000000000000000000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01011100001001010000000000000000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
        <p:nvSpPr>
          <p:cNvPr id="324" name="Google Shape;324;p65"/>
          <p:cNvSpPr txBox="1">
            <a:spLocks noGrp="1"/>
          </p:cNvSpPr>
          <p:nvPr>
            <p:ph type="body" idx="1"/>
          </p:nvPr>
        </p:nvSpPr>
        <p:spPr>
          <a:xfrm>
            <a:off x="60368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00101111011011000110100101100010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01100011001011100111001101101111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00101110001101100010000000101111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01110101011100110111001000101111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01101100011010010110001000101111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01111000001110000011011001011111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00110110001101000010110101101100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01101001011011100111010101111000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00101101011001110110111001110101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00101111011011000110100101100010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01100011010111110110111001101111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01101110011100110110100001100001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01110010011001010110010000101110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01100001001000000010000001000001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01010011010111110100111001000101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01000101010001000100010101000100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00100000001010000010000000101111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01101100011010010110001000101111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01111000001110000011011001011111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00110110001101000010110101101100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01101001011011100111010101111000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00101101011001110110111001110101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00101111011011000110010000101101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01101100011010010110111001110101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01111000001011010111100000111000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00110110001011010011011000110100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66"/>
          <p:cNvSpPr txBox="1">
            <a:spLocks noGrp="1"/>
          </p:cNvSpPr>
          <p:nvPr>
            <p:ph type="body" idx="1"/>
          </p:nvPr>
        </p:nvSpPr>
        <p:spPr>
          <a:xfrm>
            <a:off x="199000" y="56150"/>
            <a:ext cx="87465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111101000101010011000100011000000010000000010000000100000000000000000000000000000000000000000000000000000000000000000000000000000001000000000011111000000000000000010000000000000000000000000000000000000000000000000000000000000000000000000000000000000000000000000000000000000000000000000000000000000000000000000000000010100000000000100000000000000000000000000000000000000000000000000000000000000000000000000000000001000000000000000000000000000000000000000000000001000000000000000000101000000000000000010000000001010101010010001000100111100101010010001000001111101100000100000011000111000000100010011100011101001000101111100000000000000000000000000000000000000000000000000000000000000000101100000000000011101000000000000000000000000000000000000100100010111111000000000000000000000000000000000000000000000000000000000000000001001000...0111111101000101010011000100011000000010000000010000000100000000000000000000000000000000000000000000000000000000000000000000000000000011000000000011111000000000000000010000000000000000000000001100000000001111000000000000000000000000000000000000000000000000010000000000000000000000000000000000000000000000000000000000000000101000001100100000000000000000000000000000000000000000000000000000000000000000000000000000000001000000000000000011100000000000000001110000000001000000000000000001110000000000000110010000000000000001000000000000000000000000000001010000000000000000000000000000000000000000000000000000000000000000000000000000000000000000000000000000000000000000000000000000000000000000000000000000000000000000000000000000000000000000000000000000000000000000000000000101110000100101000000000000000000000000000000000000000000000000...00101111011011000110100101100010011000110010111001110011011011110010111000110110001000000010111101110101011100110111001000101111011011000110100101100010001011110111100000111000001101100101111100110110001101000010110101101100011010010110111001110101011110000010110101100111011011100111010100101111011011000110100101100010011000110101111101101110011011110110111001110011011010000110000101110010011001010110010000101110011000010010000000100000010000010101001101011111010011100100010101000101010001000100010101000100001000000010100000100000001011110110110001101001011000100010111101111000001110000011011001011111001101100011010000101101011011000110100101101110011101010111100000101101011001110110111001110101001011110110110001100100001011010110110001101001011011100111010101111000001011010111100000111000001101100010110100110110001101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endParaRPr sz="1200">
              <a:solidFill>
                <a:schemeClr val="dk1"/>
              </a:solidFill>
              <a:latin typeface="Consolas"/>
              <a:ea typeface="Consolas"/>
              <a:cs typeface="Consolas"/>
              <a:sym typeface="Consolas"/>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67"/>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rPr>
              <a:t>preprocessing</a:t>
            </a:r>
            <a:endParaRPr>
              <a:solidFill>
                <a:srgbClr val="FFFFFF"/>
              </a:solidFill>
            </a:endParaRPr>
          </a:p>
          <a:p>
            <a:pPr marL="0" lvl="0" indent="0" algn="l" rtl="0">
              <a:spcBef>
                <a:spcPts val="1600"/>
              </a:spcBef>
              <a:spcAft>
                <a:spcPts val="0"/>
              </a:spcAft>
              <a:buNone/>
            </a:pPr>
            <a:r>
              <a:rPr lang="en">
                <a:solidFill>
                  <a:srgbClr val="FFFFFF"/>
                </a:solidFill>
              </a:rPr>
              <a:t>compiling</a:t>
            </a:r>
            <a:endParaRPr>
              <a:solidFill>
                <a:srgbClr val="FFFFFF"/>
              </a:solidFill>
            </a:endParaRPr>
          </a:p>
          <a:p>
            <a:pPr marL="0" lvl="0" indent="0" algn="l" rtl="0">
              <a:spcBef>
                <a:spcPts val="1600"/>
              </a:spcBef>
              <a:spcAft>
                <a:spcPts val="0"/>
              </a:spcAft>
              <a:buNone/>
            </a:pPr>
            <a:r>
              <a:rPr lang="en">
                <a:solidFill>
                  <a:srgbClr val="FFFFFF"/>
                </a:solidFill>
              </a:rPr>
              <a:t>assembling</a:t>
            </a:r>
            <a:endParaRPr>
              <a:solidFill>
                <a:srgbClr val="FFFFFF"/>
              </a:solidFill>
            </a:endParaRPr>
          </a:p>
          <a:p>
            <a:pPr marL="0" lvl="0" indent="0" algn="l" rtl="0">
              <a:spcBef>
                <a:spcPts val="1600"/>
              </a:spcBef>
              <a:spcAft>
                <a:spcPts val="1600"/>
              </a:spcAft>
              <a:buNone/>
            </a:pPr>
            <a:r>
              <a:rPr lang="en">
                <a:solidFill>
                  <a:srgbClr val="FFFFFF"/>
                </a:solidFill>
              </a:rPr>
              <a:t>linking</a:t>
            </a:r>
            <a:endParaRPr>
              <a:solidFill>
                <a:srgbClr val="FFFFFF"/>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38"/>
        <p:cNvGrpSpPr/>
        <p:nvPr/>
      </p:nvGrpSpPr>
      <p:grpSpPr>
        <a:xfrm>
          <a:off x="0" y="0"/>
          <a:ext cx="0" cy="0"/>
          <a:chOff x="0" y="0"/>
          <a:chExt cx="0" cy="0"/>
        </a:xfrm>
      </p:grpSpPr>
      <p:sp>
        <p:nvSpPr>
          <p:cNvPr id="339" name="Google Shape;339;p68"/>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a:p>
            <a:pPr marL="0" lvl="0" indent="0" algn="l" rtl="0">
              <a:spcBef>
                <a:spcPts val="1600"/>
              </a:spcBef>
              <a:spcAft>
                <a:spcPts val="0"/>
              </a:spcAft>
              <a:buNone/>
            </a:pPr>
            <a:r>
              <a:rPr lang="en">
                <a:solidFill>
                  <a:srgbClr val="FFFFFF"/>
                </a:solidFill>
              </a:rPr>
              <a:t>compiling</a:t>
            </a:r>
            <a:endParaRPr>
              <a:solidFill>
                <a:srgbClr val="FFFFFF"/>
              </a:solidFill>
            </a:endParaRPr>
          </a:p>
          <a:p>
            <a:pPr marL="0" lvl="0" indent="0" algn="l" rtl="0">
              <a:spcBef>
                <a:spcPts val="1600"/>
              </a:spcBef>
              <a:spcAft>
                <a:spcPts val="0"/>
              </a:spcAft>
              <a:buNone/>
            </a:pPr>
            <a:endParaRPr>
              <a:solidFill>
                <a:srgbClr val="FFFFFF"/>
              </a:solidFill>
            </a:endParaRPr>
          </a:p>
          <a:p>
            <a:pPr marL="0" lvl="0" indent="0" algn="l" rtl="0">
              <a:spcBef>
                <a:spcPts val="1600"/>
              </a:spcBef>
              <a:spcAft>
                <a:spcPts val="1600"/>
              </a:spcAft>
              <a:buNone/>
            </a:pPr>
            <a:endParaRPr>
              <a:solidFill>
                <a:srgbClr val="FFFFFF"/>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69"/>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a:p>
            <a:pPr marL="0" lvl="0" indent="0" algn="l" rtl="0">
              <a:spcBef>
                <a:spcPts val="1600"/>
              </a:spcBef>
              <a:spcAft>
                <a:spcPts val="0"/>
              </a:spcAft>
              <a:buNone/>
            </a:pPr>
            <a:r>
              <a:rPr lang="en">
                <a:solidFill>
                  <a:srgbClr val="FFFFFF"/>
                </a:solidFill>
              </a:rPr>
              <a:t>decompiling</a:t>
            </a:r>
            <a:endParaRPr>
              <a:solidFill>
                <a:srgbClr val="FFFFFF"/>
              </a:solidFill>
            </a:endParaRPr>
          </a:p>
          <a:p>
            <a:pPr marL="0" lvl="0" indent="0" algn="l" rtl="0">
              <a:spcBef>
                <a:spcPts val="1600"/>
              </a:spcBef>
              <a:spcAft>
                <a:spcPts val="0"/>
              </a:spcAft>
              <a:buNone/>
            </a:pPr>
            <a:endParaRPr>
              <a:solidFill>
                <a:srgbClr val="FFFFFF"/>
              </a:solidFill>
            </a:endParaRPr>
          </a:p>
          <a:p>
            <a:pPr marL="0" lvl="0" indent="0" algn="l" rtl="0">
              <a:spcBef>
                <a:spcPts val="1600"/>
              </a:spcBef>
              <a:spcAft>
                <a:spcPts val="1600"/>
              </a:spcAft>
              <a:buNone/>
            </a:pPr>
            <a:endParaRPr>
              <a:solidFill>
                <a:srgbClr val="FFFFFF"/>
              </a:solidFil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348"/>
        <p:cNvGrpSpPr/>
        <p:nvPr/>
      </p:nvGrpSpPr>
      <p:grpSpPr>
        <a:xfrm>
          <a:off x="0" y="0"/>
          <a:ext cx="0" cy="0"/>
          <a:chOff x="0" y="0"/>
          <a:chExt cx="0" cy="0"/>
        </a:xfrm>
      </p:grpSpPr>
      <p:sp>
        <p:nvSpPr>
          <p:cNvPr id="349" name="Google Shape;349;p70"/>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reverse engineering</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353"/>
        <p:cNvGrpSpPr/>
        <p:nvPr/>
      </p:nvGrpSpPr>
      <p:grpSpPr>
        <a:xfrm>
          <a:off x="0" y="0"/>
          <a:ext cx="0" cy="0"/>
          <a:chOff x="0" y="0"/>
          <a:chExt cx="0" cy="0"/>
        </a:xfrm>
      </p:grpSpPr>
      <p:sp>
        <p:nvSpPr>
          <p:cNvPr id="354" name="Google Shape;354;p71"/>
          <p:cNvSpPr txBox="1">
            <a:spLocks noGrp="1"/>
          </p:cNvSpPr>
          <p:nvPr>
            <p:ph type="body" idx="1"/>
          </p:nvPr>
        </p:nvSpPr>
        <p:spPr>
          <a:xfrm>
            <a:off x="199000" y="56150"/>
            <a:ext cx="87465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111101000101010011000100011000000010000000010000000100000000000000000000000000000000000000000000000000000000000000000000000000000001000000000011111000000000000000010000000000000000000000000000000000000000000000000000000000000000000000000000000000000000000000000000000000000000000000000000000000000000000000000000000010100000000000100000000000000000000000000000000000000000000000000000000000000000000000000000000001000000000000000000000000000000000000000000000001000000000000000000101000000000000000010000000001010101010010001000100111100101010010001000001111101100000100000011000111000000100010011100011101001000101111100000000000000000000000000000000000000000000000000000000000000000101100000000000011101000000000000000000000000000000000000100100010111111000000000000000000000000000000000000000000000000000000000000000001001000...0111111101000101010011000100011000000010000000010000000100000000000000000000000000000000000000000000000000000000000000000000000000000011000000000011111000000000000000010000000000000000000000001100000000001111000000000000000000000000000000000000000000000000010000000000000000000000000000000000000000000000000000000000000000101000001100100000000000000000000000000000000000000000000000000000000000000000000000000000000001000000000000000011100000000000000001110000000001000000000000000001110000000000000110010000000000000001000000000000000000000000000001010000000000000000000000000000000000000000000000000000000000000000000000000000000000000000000000000000000000000000000000000000000000000000000000000000000000000000000000000000000000000000000000000000000000000000000000000101110000100101000000000000000000000000000000000000000000000000...00101111011011000110100101100010011000110010111001110011011011110010111000110110001000000010111101110101011100110111001000101111011011000110100101100010001011110111100000111000001101100101111100110110001101000010110101101100011010010110111001110101011110000010110101100111011011100111010100101111011011000110100101100010011000110101111101101110011011110110111001110011011010000110000101110010011001010110010000101110011000010010000000100000010000010101001101011111010011100100010101000101010001000100010101000100001000000010100000100000001011110110110001101001011000100010111101111000001110000011011001011111001101100011010000101101011011000110100101101110011101010111100000101101011001110110111001110101001011110110110001100100001011010110110001101001011011100111010101111000001011010111100000111000001101100010110100110110001101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endParaRPr sz="1200">
              <a:solidFill>
                <a:schemeClr val="dk1"/>
              </a:solidFill>
              <a:latin typeface="Consolas"/>
              <a:ea typeface="Consolas"/>
              <a:cs typeface="Consolas"/>
              <a:sym typeface="Consolas"/>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358"/>
        <p:cNvGrpSpPr/>
        <p:nvPr/>
      </p:nvGrpSpPr>
      <p:grpSpPr>
        <a:xfrm>
          <a:off x="0" y="0"/>
          <a:ext cx="0" cy="0"/>
          <a:chOff x="0" y="0"/>
          <a:chExt cx="0" cy="0"/>
        </a:xfrm>
      </p:grpSpPr>
      <p:sp>
        <p:nvSpPr>
          <p:cNvPr id="359" name="Google Shape;359;p7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debugging</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pic>
        <p:nvPicPr>
          <p:cNvPr id="364" name="Google Shape;364;p73"/>
          <p:cNvPicPr preferRelativeResize="0"/>
          <p:nvPr/>
        </p:nvPicPr>
        <p:blipFill>
          <a:blip r:embed="rId3">
            <a:alphaModFix/>
          </a:blip>
          <a:stretch>
            <a:fillRect/>
          </a:stretch>
        </p:blipFill>
        <p:spPr>
          <a:xfrm>
            <a:off x="2515100" y="0"/>
            <a:ext cx="4113804" cy="5143501"/>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368"/>
        <p:cNvGrpSpPr/>
        <p:nvPr/>
      </p:nvGrpSpPr>
      <p:grpSpPr>
        <a:xfrm>
          <a:off x="0" y="0"/>
          <a:ext cx="0" cy="0"/>
          <a:chOff x="0" y="0"/>
          <a:chExt cx="0" cy="0"/>
        </a:xfrm>
      </p:grpSpPr>
      <p:pic>
        <p:nvPicPr>
          <p:cNvPr id="369" name="Google Shape;369;p74"/>
          <p:cNvPicPr preferRelativeResize="0"/>
          <p:nvPr/>
        </p:nvPicPr>
        <p:blipFill>
          <a:blip r:embed="rId3">
            <a:alphaModFix/>
          </a:blip>
          <a:stretch>
            <a:fillRect/>
          </a:stretch>
        </p:blipFill>
        <p:spPr>
          <a:xfrm>
            <a:off x="522025" y="0"/>
            <a:ext cx="8099948" cy="5143499"/>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373"/>
        <p:cNvGrpSpPr/>
        <p:nvPr/>
      </p:nvGrpSpPr>
      <p:grpSpPr>
        <a:xfrm>
          <a:off x="0" y="0"/>
          <a:ext cx="0" cy="0"/>
          <a:chOff x="0" y="0"/>
          <a:chExt cx="0" cy="0"/>
        </a:xfrm>
      </p:grpSpPr>
      <p:pic>
        <p:nvPicPr>
          <p:cNvPr id="374" name="Google Shape;374;p75"/>
          <p:cNvPicPr preferRelativeResize="0"/>
          <p:nvPr/>
        </p:nvPicPr>
        <p:blipFill>
          <a:blip r:embed="rId3">
            <a:alphaModFix/>
          </a:blip>
          <a:stretch>
            <a:fillRect/>
          </a:stretch>
        </p:blipFill>
        <p:spPr>
          <a:xfrm>
            <a:off x="1478238" y="0"/>
            <a:ext cx="6187517" cy="5143500"/>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378"/>
        <p:cNvGrpSpPr/>
        <p:nvPr/>
      </p:nvGrpSpPr>
      <p:grpSpPr>
        <a:xfrm>
          <a:off x="0" y="0"/>
          <a:ext cx="0" cy="0"/>
          <a:chOff x="0" y="0"/>
          <a:chExt cx="0" cy="0"/>
        </a:xfrm>
      </p:grpSpPr>
      <p:pic>
        <p:nvPicPr>
          <p:cNvPr id="379" name="Google Shape;379;p76"/>
          <p:cNvPicPr preferRelativeResize="0"/>
          <p:nvPr/>
        </p:nvPicPr>
        <p:blipFill>
          <a:blip r:embed="rId3">
            <a:alphaModFix/>
          </a:blip>
          <a:stretch>
            <a:fillRect/>
          </a:stretch>
        </p:blipFill>
        <p:spPr>
          <a:xfrm>
            <a:off x="-304803" y="-3907375"/>
            <a:ext cx="11736975" cy="9756600"/>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383"/>
        <p:cNvGrpSpPr/>
        <p:nvPr/>
      </p:nvGrpSpPr>
      <p:grpSpPr>
        <a:xfrm>
          <a:off x="0" y="0"/>
          <a:ext cx="0" cy="0"/>
          <a:chOff x="0" y="0"/>
          <a:chExt cx="0" cy="0"/>
        </a:xfrm>
      </p:grpSpPr>
      <p:pic>
        <p:nvPicPr>
          <p:cNvPr id="384" name="Google Shape;384;p77"/>
          <p:cNvPicPr preferRelativeResize="0"/>
          <p:nvPr/>
        </p:nvPicPr>
        <p:blipFill>
          <a:blip r:embed="rId3">
            <a:alphaModFix/>
          </a:blip>
          <a:stretch>
            <a:fillRect/>
          </a:stretch>
        </p:blipFill>
        <p:spPr>
          <a:xfrm>
            <a:off x="0" y="0"/>
            <a:ext cx="9143990" cy="5143500"/>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388"/>
        <p:cNvGrpSpPr/>
        <p:nvPr/>
      </p:nvGrpSpPr>
      <p:grpSpPr>
        <a:xfrm>
          <a:off x="0" y="0"/>
          <a:ext cx="0" cy="0"/>
          <a:chOff x="0" y="0"/>
          <a:chExt cx="0" cy="0"/>
        </a:xfrm>
      </p:grpSpPr>
      <p:pic>
        <p:nvPicPr>
          <p:cNvPr id="5" name="Picture 4" descr="A yellow rubber ducky&#10;&#10;AI-generated content may be incorrect.">
            <a:extLst>
              <a:ext uri="{FF2B5EF4-FFF2-40B4-BE49-F238E27FC236}">
                <a16:creationId xmlns:a16="http://schemas.microsoft.com/office/drawing/2014/main" id="{6220C297-3FC1-820C-85DD-2D6B932B7DF2}"/>
              </a:ext>
            </a:extLst>
          </p:cNvPr>
          <p:cNvPicPr>
            <a:picLocks noChangeAspect="1"/>
          </p:cNvPicPr>
          <p:nvPr/>
        </p:nvPicPr>
        <p:blipFill>
          <a:blip r:embed="rId3"/>
          <a:stretch>
            <a:fillRect/>
          </a:stretch>
        </p:blipFill>
        <p:spPr>
          <a:xfrm>
            <a:off x="2343428" y="343178"/>
            <a:ext cx="4457143" cy="4457143"/>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14"/>
        <p:cNvGrpSpPr/>
        <p:nvPr/>
      </p:nvGrpSpPr>
      <p:grpSpPr>
        <a:xfrm>
          <a:off x="0" y="0"/>
          <a:ext cx="0" cy="0"/>
          <a:chOff x="0" y="0"/>
          <a:chExt cx="0" cy="0"/>
        </a:xfrm>
      </p:grpSpPr>
      <p:sp>
        <p:nvSpPr>
          <p:cNvPr id="415" name="Google Shape;415;p8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types</a:t>
            </a:r>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0" name="Google Shape;420;p84"/>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latin typeface="Consolas"/>
                <a:ea typeface="Consolas"/>
                <a:cs typeface="Consolas"/>
                <a:sym typeface="Consolas"/>
              </a:rPr>
              <a:t>bool</a:t>
            </a:r>
            <a:endParaRPr>
              <a:solidFill>
                <a:srgbClr val="666666"/>
              </a:solidFill>
            </a:endParaRPr>
          </a:p>
          <a:p>
            <a:pPr marL="0" lvl="0" indent="0" algn="l" rtl="0">
              <a:spcBef>
                <a:spcPts val="1600"/>
              </a:spcBef>
              <a:spcAft>
                <a:spcPts val="0"/>
              </a:spcAft>
              <a:buNone/>
            </a:pPr>
            <a:r>
              <a:rPr lang="en">
                <a:solidFill>
                  <a:schemeClr val="dk1"/>
                </a:solidFill>
                <a:latin typeface="Consolas"/>
                <a:ea typeface="Consolas"/>
                <a:cs typeface="Consolas"/>
                <a:sym typeface="Consolas"/>
              </a:rPr>
              <a:t>int</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long</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float</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double</a:t>
            </a:r>
            <a:endParaRPr>
              <a:solidFill>
                <a:srgbClr val="666666"/>
              </a:solidFill>
            </a:endParaRPr>
          </a:p>
          <a:p>
            <a:pPr marL="0" lvl="0" indent="0" algn="l" rtl="0">
              <a:spcBef>
                <a:spcPts val="1600"/>
              </a:spcBef>
              <a:spcAft>
                <a:spcPts val="0"/>
              </a:spcAft>
              <a:buNone/>
            </a:pPr>
            <a:r>
              <a:rPr lang="en">
                <a:solidFill>
                  <a:schemeClr val="dk1"/>
                </a:solidFill>
                <a:latin typeface="Consolas"/>
                <a:ea typeface="Consolas"/>
                <a:cs typeface="Consolas"/>
                <a:sym typeface="Consolas"/>
              </a:rPr>
              <a:t>char</a:t>
            </a:r>
            <a:endParaRPr>
              <a:solidFill>
                <a:srgbClr val="666666"/>
              </a:solidFill>
            </a:endParaRPr>
          </a:p>
          <a:p>
            <a:pPr marL="0" lvl="0" indent="0" algn="l" rtl="0">
              <a:spcBef>
                <a:spcPts val="1600"/>
              </a:spcBef>
              <a:spcAft>
                <a:spcPts val="0"/>
              </a:spcAft>
              <a:buNone/>
            </a:pPr>
            <a:r>
              <a:rPr lang="en">
                <a:solidFill>
                  <a:schemeClr val="dk1"/>
                </a:solidFill>
                <a:latin typeface="Consolas"/>
                <a:ea typeface="Consolas"/>
                <a:cs typeface="Consolas"/>
                <a:sym typeface="Consolas"/>
              </a:rPr>
              <a:t>string</a:t>
            </a:r>
            <a:endParaRPr>
              <a:solidFill>
                <a:srgbClr val="666666"/>
              </a:solidFill>
            </a:endParaRPr>
          </a:p>
          <a:p>
            <a:pPr marL="0" lvl="0" indent="0" algn="l" rtl="0">
              <a:spcBef>
                <a:spcPts val="1600"/>
              </a:spcBef>
              <a:spcAft>
                <a:spcPts val="1600"/>
              </a:spcAft>
              <a:buNone/>
            </a:pPr>
            <a:r>
              <a:rPr lang="en">
                <a:solidFill>
                  <a:schemeClr val="dk1"/>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85"/>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latin typeface="Consolas"/>
                <a:ea typeface="Consolas"/>
                <a:cs typeface="Consolas"/>
                <a:sym typeface="Consolas"/>
              </a:rPr>
              <a:t>bool   </a:t>
            </a:r>
            <a:r>
              <a:rPr lang="en">
                <a:solidFill>
                  <a:srgbClr val="666666"/>
                </a:solidFill>
              </a:rPr>
              <a:t>1 byte</a:t>
            </a:r>
            <a:endParaRPr>
              <a:solidFill>
                <a:srgbClr val="666666"/>
              </a:solidFill>
            </a:endParaRPr>
          </a:p>
          <a:p>
            <a:pPr marL="0" lvl="0" indent="0" algn="l" rtl="0">
              <a:spcBef>
                <a:spcPts val="1600"/>
              </a:spcBef>
              <a:spcAft>
                <a:spcPts val="0"/>
              </a:spcAft>
              <a:buNone/>
            </a:pPr>
            <a:r>
              <a:rPr lang="en">
                <a:solidFill>
                  <a:schemeClr val="dk1"/>
                </a:solidFill>
                <a:latin typeface="Consolas"/>
                <a:ea typeface="Consolas"/>
                <a:cs typeface="Consolas"/>
                <a:sym typeface="Consolas"/>
              </a:rPr>
              <a:t>int    </a:t>
            </a:r>
            <a:r>
              <a:rPr lang="en">
                <a:solidFill>
                  <a:srgbClr val="666666"/>
                </a:solidFill>
              </a:rPr>
              <a:t>4 bytes</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long   </a:t>
            </a:r>
            <a:r>
              <a:rPr lang="en">
                <a:solidFill>
                  <a:srgbClr val="666666"/>
                </a:solidFill>
              </a:rPr>
              <a:t>8 bytes</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float  </a:t>
            </a:r>
            <a:r>
              <a:rPr lang="en">
                <a:solidFill>
                  <a:srgbClr val="666666"/>
                </a:solidFill>
              </a:rPr>
              <a:t>4 bytes</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double </a:t>
            </a:r>
            <a:r>
              <a:rPr lang="en">
                <a:solidFill>
                  <a:srgbClr val="666666"/>
                </a:solidFill>
              </a:rPr>
              <a:t>8 bytes</a:t>
            </a:r>
            <a:endParaRPr>
              <a:solidFill>
                <a:srgbClr val="666666"/>
              </a:solidFill>
            </a:endParaRPr>
          </a:p>
          <a:p>
            <a:pPr marL="0" lvl="0" indent="0" algn="l" rtl="0">
              <a:spcBef>
                <a:spcPts val="1600"/>
              </a:spcBef>
              <a:spcAft>
                <a:spcPts val="0"/>
              </a:spcAft>
              <a:buNone/>
            </a:pPr>
            <a:r>
              <a:rPr lang="en">
                <a:solidFill>
                  <a:schemeClr val="dk1"/>
                </a:solidFill>
                <a:latin typeface="Consolas"/>
                <a:ea typeface="Consolas"/>
                <a:cs typeface="Consolas"/>
                <a:sym typeface="Consolas"/>
              </a:rPr>
              <a:t>char   </a:t>
            </a:r>
            <a:r>
              <a:rPr lang="en">
                <a:solidFill>
                  <a:srgbClr val="666666"/>
                </a:solidFill>
              </a:rPr>
              <a:t>1 byte</a:t>
            </a:r>
            <a:endParaRPr>
              <a:solidFill>
                <a:srgbClr val="666666"/>
              </a:solidFill>
            </a:endParaRPr>
          </a:p>
          <a:p>
            <a:pPr marL="0" lvl="0" indent="0" algn="l" rtl="0">
              <a:spcBef>
                <a:spcPts val="1600"/>
              </a:spcBef>
              <a:spcAft>
                <a:spcPts val="0"/>
              </a:spcAft>
              <a:buNone/>
            </a:pPr>
            <a:r>
              <a:rPr lang="en">
                <a:solidFill>
                  <a:schemeClr val="dk1"/>
                </a:solidFill>
                <a:latin typeface="Consolas"/>
                <a:ea typeface="Consolas"/>
                <a:cs typeface="Consolas"/>
                <a:sym typeface="Consolas"/>
              </a:rPr>
              <a:t>string </a:t>
            </a:r>
            <a:r>
              <a:rPr lang="en">
                <a:solidFill>
                  <a:srgbClr val="666666"/>
                </a:solidFill>
              </a:rPr>
              <a:t>? bytes</a:t>
            </a:r>
            <a:endParaRPr>
              <a:solidFill>
                <a:srgbClr val="666666"/>
              </a:solidFill>
            </a:endParaRPr>
          </a:p>
          <a:p>
            <a:pPr marL="0" lvl="0" indent="0" algn="l" rtl="0">
              <a:spcBef>
                <a:spcPts val="1600"/>
              </a:spcBef>
              <a:spcAft>
                <a:spcPts val="1600"/>
              </a:spcAft>
              <a:buNone/>
            </a:pPr>
            <a:r>
              <a:rPr lang="en">
                <a:solidFill>
                  <a:schemeClr val="dk1"/>
                </a:solidFill>
                <a:latin typeface="Consolas"/>
                <a:ea typeface="Consolas"/>
                <a:cs typeface="Consolas"/>
                <a:sym typeface="Consolas"/>
              </a:rPr>
              <a:t>...</a:t>
            </a:r>
            <a:endParaRPr>
              <a:solidFill>
                <a:srgbClr val="666666"/>
              </a:solidFill>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29"/>
        <p:cNvGrpSpPr/>
        <p:nvPr/>
      </p:nvGrpSpPr>
      <p:grpSpPr>
        <a:xfrm>
          <a:off x="0" y="0"/>
          <a:ext cx="0" cy="0"/>
          <a:chOff x="0" y="0"/>
          <a:chExt cx="0" cy="0"/>
        </a:xfrm>
      </p:grpSpPr>
      <p:pic>
        <p:nvPicPr>
          <p:cNvPr id="430" name="Google Shape;430;p86"/>
          <p:cNvPicPr preferRelativeResize="0"/>
          <p:nvPr/>
        </p:nvPicPr>
        <p:blipFill>
          <a:blip r:embed="rId3">
            <a:alphaModFix/>
          </a:blip>
          <a:stretch>
            <a:fillRect/>
          </a:stretch>
        </p:blipFill>
        <p:spPr>
          <a:xfrm>
            <a:off x="152400" y="152400"/>
            <a:ext cx="8602134" cy="4838701"/>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34"/>
        <p:cNvGrpSpPr/>
        <p:nvPr/>
      </p:nvGrpSpPr>
      <p:grpSpPr>
        <a:xfrm>
          <a:off x="0" y="0"/>
          <a:ext cx="0" cy="0"/>
          <a:chOff x="0" y="0"/>
          <a:chExt cx="0" cy="0"/>
        </a:xfrm>
      </p:grpSpPr>
      <p:pic>
        <p:nvPicPr>
          <p:cNvPr id="435" name="Google Shape;435;p87"/>
          <p:cNvPicPr preferRelativeResize="0"/>
          <p:nvPr/>
        </p:nvPicPr>
        <p:blipFill>
          <a:blip r:embed="rId3">
            <a:alphaModFix/>
          </a:blip>
          <a:stretch>
            <a:fillRect/>
          </a:stretch>
        </p:blipFill>
        <p:spPr>
          <a:xfrm>
            <a:off x="152400" y="152400"/>
            <a:ext cx="8602134" cy="4838701"/>
          </a:xfrm>
          <a:prstGeom prst="rect">
            <a:avLst/>
          </a:prstGeom>
          <a:noFill/>
          <a:ln>
            <a:noFill/>
          </a:ln>
        </p:spPr>
      </p:pic>
      <p:sp>
        <p:nvSpPr>
          <p:cNvPr id="436" name="Google Shape;436;p87"/>
          <p:cNvSpPr/>
          <p:nvPr/>
        </p:nvSpPr>
        <p:spPr>
          <a:xfrm>
            <a:off x="4739725" y="1372870"/>
            <a:ext cx="1336200" cy="2163300"/>
          </a:xfrm>
          <a:prstGeom prst="ellipse">
            <a:avLst/>
          </a:prstGeom>
          <a:noFill/>
          <a:ln w="76200" cap="flat" cmpd="sng">
            <a:solidFill>
              <a:srgbClr val="FFFF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40"/>
        <p:cNvGrpSpPr/>
        <p:nvPr/>
      </p:nvGrpSpPr>
      <p:grpSpPr>
        <a:xfrm>
          <a:off x="0" y="0"/>
          <a:ext cx="0" cy="0"/>
          <a:chOff x="0" y="0"/>
          <a:chExt cx="0" cy="0"/>
        </a:xfrm>
      </p:grpSpPr>
      <p:pic>
        <p:nvPicPr>
          <p:cNvPr id="441" name="Google Shape;441;p88"/>
          <p:cNvPicPr preferRelativeResize="0"/>
          <p:nvPr/>
        </p:nvPicPr>
        <p:blipFill>
          <a:blip r:embed="rId3">
            <a:alphaModFix/>
          </a:blip>
          <a:stretch>
            <a:fillRect/>
          </a:stretch>
        </p:blipFill>
        <p:spPr>
          <a:xfrm>
            <a:off x="-6669275" y="-2362200"/>
            <a:ext cx="18288026" cy="10287000"/>
          </a:xfrm>
          <a:prstGeom prst="rect">
            <a:avLst/>
          </a:prstGeom>
          <a:noFill/>
          <a:ln>
            <a:noFill/>
          </a:ln>
        </p:spPr>
      </p:pic>
      <p:sp>
        <p:nvSpPr>
          <p:cNvPr id="442" name="Google Shape;442;p88"/>
          <p:cNvSpPr/>
          <p:nvPr/>
        </p:nvSpPr>
        <p:spPr>
          <a:xfrm>
            <a:off x="2998500" y="35700"/>
            <a:ext cx="3039000" cy="4919700"/>
          </a:xfrm>
          <a:prstGeom prst="ellipse">
            <a:avLst/>
          </a:prstGeom>
          <a:noFill/>
          <a:ln w="152400" cap="flat" cmpd="sng">
            <a:solidFill>
              <a:srgbClr val="FFFF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46"/>
        <p:cNvGrpSpPr/>
        <p:nvPr/>
      </p:nvGrpSpPr>
      <p:grpSpPr>
        <a:xfrm>
          <a:off x="0" y="0"/>
          <a:ext cx="0" cy="0"/>
          <a:chOff x="0" y="0"/>
          <a:chExt cx="0" cy="0"/>
        </a:xfrm>
      </p:grpSpPr>
      <p:pic>
        <p:nvPicPr>
          <p:cNvPr id="447" name="Google Shape;447;p89"/>
          <p:cNvPicPr preferRelativeResize="0"/>
          <p:nvPr/>
        </p:nvPicPr>
        <p:blipFill>
          <a:blip r:embed="rId3">
            <a:alphaModFix/>
          </a:blip>
          <a:stretch>
            <a:fillRect/>
          </a:stretch>
        </p:blipFill>
        <p:spPr>
          <a:xfrm>
            <a:off x="-6669275" y="-2362200"/>
            <a:ext cx="18288026" cy="10287000"/>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51"/>
        <p:cNvGrpSpPr/>
        <p:nvPr/>
      </p:nvGrpSpPr>
      <p:grpSpPr>
        <a:xfrm>
          <a:off x="0" y="0"/>
          <a:ext cx="0" cy="0"/>
          <a:chOff x="0" y="0"/>
          <a:chExt cx="0" cy="0"/>
        </a:xfrm>
      </p:grpSpPr>
      <p:pic>
        <p:nvPicPr>
          <p:cNvPr id="452" name="Google Shape;452;p90"/>
          <p:cNvPicPr preferRelativeResize="0"/>
          <p:nvPr/>
        </p:nvPicPr>
        <p:blipFill>
          <a:blip r:embed="rId3">
            <a:alphaModFix/>
          </a:blip>
          <a:stretch>
            <a:fillRect/>
          </a:stretch>
        </p:blipFill>
        <p:spPr>
          <a:xfrm>
            <a:off x="-6669275" y="-2362200"/>
            <a:ext cx="18288026" cy="10287000"/>
          </a:xfrm>
          <a:prstGeom prst="rect">
            <a:avLst/>
          </a:prstGeom>
          <a:noFill/>
          <a:ln w="28575" cap="flat" cmpd="sng">
            <a:solidFill>
              <a:schemeClr val="dk2"/>
            </a:solidFill>
            <a:prstDash val="solid"/>
            <a:round/>
            <a:headEnd type="none" w="sm" len="sm"/>
            <a:tailEnd type="none" w="sm" len="sm"/>
          </a:ln>
        </p:spPr>
      </p:pic>
      <p:cxnSp>
        <p:nvCxnSpPr>
          <p:cNvPr id="453" name="Google Shape;453;p90"/>
          <p:cNvCxnSpPr/>
          <p:nvPr/>
        </p:nvCxnSpPr>
        <p:spPr>
          <a:xfrm>
            <a:off x="5562600" y="91440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54" name="Google Shape;454;p90"/>
          <p:cNvCxnSpPr/>
          <p:nvPr/>
        </p:nvCxnSpPr>
        <p:spPr>
          <a:xfrm>
            <a:off x="36576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55" name="Google Shape;455;p90"/>
          <p:cNvCxnSpPr/>
          <p:nvPr/>
        </p:nvCxnSpPr>
        <p:spPr>
          <a:xfrm>
            <a:off x="45720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56" name="Google Shape;456;p90"/>
          <p:cNvCxnSpPr/>
          <p:nvPr/>
        </p:nvCxnSpPr>
        <p:spPr>
          <a:xfrm>
            <a:off x="41148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57" name="Google Shape;457;p90"/>
          <p:cNvCxnSpPr/>
          <p:nvPr/>
        </p:nvCxnSpPr>
        <p:spPr>
          <a:xfrm>
            <a:off x="5038725"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58" name="Google Shape;458;p90"/>
          <p:cNvCxnSpPr/>
          <p:nvPr/>
        </p:nvCxnSpPr>
        <p:spPr>
          <a:xfrm>
            <a:off x="3886200" y="91440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59" name="Google Shape;459;p90"/>
          <p:cNvCxnSpPr/>
          <p:nvPr/>
        </p:nvCxnSpPr>
        <p:spPr>
          <a:xfrm>
            <a:off x="43434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60" name="Google Shape;460;p90"/>
          <p:cNvCxnSpPr/>
          <p:nvPr/>
        </p:nvCxnSpPr>
        <p:spPr>
          <a:xfrm>
            <a:off x="48006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61" name="Google Shape;461;p90"/>
          <p:cNvCxnSpPr/>
          <p:nvPr/>
        </p:nvCxnSpPr>
        <p:spPr>
          <a:xfrm>
            <a:off x="529552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62" name="Google Shape;462;p90"/>
          <p:cNvCxnSpPr/>
          <p:nvPr/>
        </p:nvCxnSpPr>
        <p:spPr>
          <a:xfrm>
            <a:off x="3638550" y="93186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63" name="Google Shape;463;p90"/>
          <p:cNvCxnSpPr/>
          <p:nvPr/>
        </p:nvCxnSpPr>
        <p:spPr>
          <a:xfrm>
            <a:off x="3638550" y="25622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64" name="Google Shape;464;p90"/>
          <p:cNvCxnSpPr/>
          <p:nvPr/>
        </p:nvCxnSpPr>
        <p:spPr>
          <a:xfrm>
            <a:off x="3638550" y="42101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65" name="Google Shape;465;p90"/>
          <p:cNvCxnSpPr/>
          <p:nvPr/>
        </p:nvCxnSpPr>
        <p:spPr>
          <a:xfrm>
            <a:off x="3638550" y="17621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66" name="Google Shape;466;p90"/>
          <p:cNvCxnSpPr/>
          <p:nvPr/>
        </p:nvCxnSpPr>
        <p:spPr>
          <a:xfrm>
            <a:off x="3638550" y="21622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67" name="Google Shape;467;p90"/>
          <p:cNvCxnSpPr/>
          <p:nvPr/>
        </p:nvCxnSpPr>
        <p:spPr>
          <a:xfrm>
            <a:off x="3638550" y="13430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68" name="Google Shape;468;p90"/>
          <p:cNvCxnSpPr/>
          <p:nvPr/>
        </p:nvCxnSpPr>
        <p:spPr>
          <a:xfrm>
            <a:off x="3638550" y="11335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69" name="Google Shape;469;p90"/>
          <p:cNvCxnSpPr/>
          <p:nvPr/>
        </p:nvCxnSpPr>
        <p:spPr>
          <a:xfrm>
            <a:off x="3638550" y="15526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70" name="Google Shape;470;p90"/>
          <p:cNvCxnSpPr/>
          <p:nvPr/>
        </p:nvCxnSpPr>
        <p:spPr>
          <a:xfrm>
            <a:off x="3638550" y="19622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71" name="Google Shape;471;p90"/>
          <p:cNvCxnSpPr/>
          <p:nvPr/>
        </p:nvCxnSpPr>
        <p:spPr>
          <a:xfrm>
            <a:off x="3638550" y="23717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72" name="Google Shape;472;p90"/>
          <p:cNvCxnSpPr/>
          <p:nvPr/>
        </p:nvCxnSpPr>
        <p:spPr>
          <a:xfrm>
            <a:off x="3638550" y="339576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73" name="Google Shape;473;p90"/>
          <p:cNvCxnSpPr/>
          <p:nvPr/>
        </p:nvCxnSpPr>
        <p:spPr>
          <a:xfrm>
            <a:off x="3638550" y="37958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74" name="Google Shape;474;p90"/>
          <p:cNvCxnSpPr/>
          <p:nvPr/>
        </p:nvCxnSpPr>
        <p:spPr>
          <a:xfrm>
            <a:off x="3638550" y="29957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75" name="Google Shape;475;p90"/>
          <p:cNvCxnSpPr/>
          <p:nvPr/>
        </p:nvCxnSpPr>
        <p:spPr>
          <a:xfrm>
            <a:off x="3638550" y="27671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76" name="Google Shape;476;p90"/>
          <p:cNvCxnSpPr/>
          <p:nvPr/>
        </p:nvCxnSpPr>
        <p:spPr>
          <a:xfrm>
            <a:off x="3638550" y="31862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77" name="Google Shape;477;p90"/>
          <p:cNvCxnSpPr/>
          <p:nvPr/>
        </p:nvCxnSpPr>
        <p:spPr>
          <a:xfrm>
            <a:off x="3638550" y="35957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78" name="Google Shape;478;p90"/>
          <p:cNvCxnSpPr/>
          <p:nvPr/>
        </p:nvCxnSpPr>
        <p:spPr>
          <a:xfrm>
            <a:off x="3638550" y="4005363"/>
            <a:ext cx="1943100" cy="0"/>
          </a:xfrm>
          <a:prstGeom prst="straightConnector1">
            <a:avLst/>
          </a:prstGeom>
          <a:noFill/>
          <a:ln w="28575" cap="flat" cmpd="sng">
            <a:solidFill>
              <a:srgbClr val="FFFF00"/>
            </a:solidFill>
            <a:prstDash val="solid"/>
            <a:round/>
            <a:headEnd type="none" w="med" len="med"/>
            <a:tailEnd type="none" w="med" len="med"/>
          </a:ln>
        </p:spPr>
      </p:cxn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82"/>
        <p:cNvGrpSpPr/>
        <p:nvPr/>
      </p:nvGrpSpPr>
      <p:grpSpPr>
        <a:xfrm>
          <a:off x="0" y="0"/>
          <a:ext cx="0" cy="0"/>
          <a:chOff x="0" y="0"/>
          <a:chExt cx="0" cy="0"/>
        </a:xfrm>
      </p:grpSpPr>
      <p:pic>
        <p:nvPicPr>
          <p:cNvPr id="483" name="Google Shape;483;p91"/>
          <p:cNvPicPr preferRelativeResize="0"/>
          <p:nvPr/>
        </p:nvPicPr>
        <p:blipFill>
          <a:blip r:embed="rId3">
            <a:alphaModFix/>
          </a:blip>
          <a:stretch>
            <a:fillRect/>
          </a:stretch>
        </p:blipFill>
        <p:spPr>
          <a:xfrm>
            <a:off x="-6669275" y="-2362200"/>
            <a:ext cx="18288026" cy="10287000"/>
          </a:xfrm>
          <a:prstGeom prst="rect">
            <a:avLst/>
          </a:prstGeom>
          <a:noFill/>
          <a:ln w="28575" cap="flat" cmpd="sng">
            <a:solidFill>
              <a:schemeClr val="dk2"/>
            </a:solidFill>
            <a:prstDash val="solid"/>
            <a:round/>
            <a:headEnd type="none" w="sm" len="sm"/>
            <a:tailEnd type="none" w="sm" len="sm"/>
          </a:ln>
        </p:spPr>
      </p:pic>
      <p:cxnSp>
        <p:nvCxnSpPr>
          <p:cNvPr id="484" name="Google Shape;484;p91"/>
          <p:cNvCxnSpPr/>
          <p:nvPr/>
        </p:nvCxnSpPr>
        <p:spPr>
          <a:xfrm>
            <a:off x="5562600" y="91440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85" name="Google Shape;485;p91"/>
          <p:cNvCxnSpPr/>
          <p:nvPr/>
        </p:nvCxnSpPr>
        <p:spPr>
          <a:xfrm>
            <a:off x="36576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86" name="Google Shape;486;p91"/>
          <p:cNvCxnSpPr/>
          <p:nvPr/>
        </p:nvCxnSpPr>
        <p:spPr>
          <a:xfrm>
            <a:off x="45720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87" name="Google Shape;487;p91"/>
          <p:cNvCxnSpPr/>
          <p:nvPr/>
        </p:nvCxnSpPr>
        <p:spPr>
          <a:xfrm>
            <a:off x="41148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88" name="Google Shape;488;p91"/>
          <p:cNvCxnSpPr/>
          <p:nvPr/>
        </p:nvCxnSpPr>
        <p:spPr>
          <a:xfrm>
            <a:off x="5038725"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89" name="Google Shape;489;p91"/>
          <p:cNvCxnSpPr/>
          <p:nvPr/>
        </p:nvCxnSpPr>
        <p:spPr>
          <a:xfrm>
            <a:off x="3886200" y="91440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90" name="Google Shape;490;p91"/>
          <p:cNvCxnSpPr/>
          <p:nvPr/>
        </p:nvCxnSpPr>
        <p:spPr>
          <a:xfrm>
            <a:off x="43434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91" name="Google Shape;491;p91"/>
          <p:cNvCxnSpPr/>
          <p:nvPr/>
        </p:nvCxnSpPr>
        <p:spPr>
          <a:xfrm>
            <a:off x="48006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92" name="Google Shape;492;p91"/>
          <p:cNvCxnSpPr/>
          <p:nvPr/>
        </p:nvCxnSpPr>
        <p:spPr>
          <a:xfrm>
            <a:off x="529552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93" name="Google Shape;493;p91"/>
          <p:cNvCxnSpPr/>
          <p:nvPr/>
        </p:nvCxnSpPr>
        <p:spPr>
          <a:xfrm>
            <a:off x="3638550" y="93186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94" name="Google Shape;494;p91"/>
          <p:cNvCxnSpPr/>
          <p:nvPr/>
        </p:nvCxnSpPr>
        <p:spPr>
          <a:xfrm>
            <a:off x="3638550" y="25622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95" name="Google Shape;495;p91"/>
          <p:cNvCxnSpPr/>
          <p:nvPr/>
        </p:nvCxnSpPr>
        <p:spPr>
          <a:xfrm>
            <a:off x="3638550" y="42101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96" name="Google Shape;496;p91"/>
          <p:cNvCxnSpPr/>
          <p:nvPr/>
        </p:nvCxnSpPr>
        <p:spPr>
          <a:xfrm>
            <a:off x="3638550" y="17621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97" name="Google Shape;497;p91"/>
          <p:cNvCxnSpPr/>
          <p:nvPr/>
        </p:nvCxnSpPr>
        <p:spPr>
          <a:xfrm>
            <a:off x="3638550" y="21622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98" name="Google Shape;498;p91"/>
          <p:cNvCxnSpPr/>
          <p:nvPr/>
        </p:nvCxnSpPr>
        <p:spPr>
          <a:xfrm>
            <a:off x="3638550" y="13430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99" name="Google Shape;499;p91"/>
          <p:cNvCxnSpPr/>
          <p:nvPr/>
        </p:nvCxnSpPr>
        <p:spPr>
          <a:xfrm>
            <a:off x="3638550" y="11335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00" name="Google Shape;500;p91"/>
          <p:cNvCxnSpPr/>
          <p:nvPr/>
        </p:nvCxnSpPr>
        <p:spPr>
          <a:xfrm>
            <a:off x="3638550" y="15526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01" name="Google Shape;501;p91"/>
          <p:cNvCxnSpPr/>
          <p:nvPr/>
        </p:nvCxnSpPr>
        <p:spPr>
          <a:xfrm>
            <a:off x="3638550" y="19622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02" name="Google Shape;502;p91"/>
          <p:cNvCxnSpPr/>
          <p:nvPr/>
        </p:nvCxnSpPr>
        <p:spPr>
          <a:xfrm>
            <a:off x="3638550" y="23717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03" name="Google Shape;503;p91"/>
          <p:cNvCxnSpPr/>
          <p:nvPr/>
        </p:nvCxnSpPr>
        <p:spPr>
          <a:xfrm>
            <a:off x="3638550" y="339576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04" name="Google Shape;504;p91"/>
          <p:cNvCxnSpPr/>
          <p:nvPr/>
        </p:nvCxnSpPr>
        <p:spPr>
          <a:xfrm>
            <a:off x="3638550" y="37958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05" name="Google Shape;505;p91"/>
          <p:cNvCxnSpPr/>
          <p:nvPr/>
        </p:nvCxnSpPr>
        <p:spPr>
          <a:xfrm>
            <a:off x="3638550" y="29957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06" name="Google Shape;506;p91"/>
          <p:cNvCxnSpPr/>
          <p:nvPr/>
        </p:nvCxnSpPr>
        <p:spPr>
          <a:xfrm>
            <a:off x="3638550" y="27671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07" name="Google Shape;507;p91"/>
          <p:cNvCxnSpPr/>
          <p:nvPr/>
        </p:nvCxnSpPr>
        <p:spPr>
          <a:xfrm>
            <a:off x="3638550" y="31862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08" name="Google Shape;508;p91"/>
          <p:cNvCxnSpPr/>
          <p:nvPr/>
        </p:nvCxnSpPr>
        <p:spPr>
          <a:xfrm>
            <a:off x="3638550" y="35957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09" name="Google Shape;509;p91"/>
          <p:cNvCxnSpPr/>
          <p:nvPr/>
        </p:nvCxnSpPr>
        <p:spPr>
          <a:xfrm>
            <a:off x="3638550" y="4005363"/>
            <a:ext cx="1943100" cy="0"/>
          </a:xfrm>
          <a:prstGeom prst="straightConnector1">
            <a:avLst/>
          </a:prstGeom>
          <a:noFill/>
          <a:ln w="28575" cap="flat" cmpd="sng">
            <a:solidFill>
              <a:srgbClr val="FFFF00"/>
            </a:solidFill>
            <a:prstDash val="solid"/>
            <a:round/>
            <a:headEnd type="none" w="med" len="med"/>
            <a:tailEnd type="none" w="med" len="med"/>
          </a:ln>
        </p:spPr>
      </p:cxnSp>
      <p:sp>
        <p:nvSpPr>
          <p:cNvPr id="510" name="Google Shape;510;p91"/>
          <p:cNvSpPr/>
          <p:nvPr/>
        </p:nvSpPr>
        <p:spPr>
          <a:xfrm>
            <a:off x="3657600" y="931875"/>
            <a:ext cx="228600" cy="201600"/>
          </a:xfrm>
          <a:prstGeom prst="rect">
            <a:avLst/>
          </a:prstGeom>
          <a:solidFill>
            <a:srgbClr val="FFFF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14"/>
        <p:cNvGrpSpPr/>
        <p:nvPr/>
      </p:nvGrpSpPr>
      <p:grpSpPr>
        <a:xfrm>
          <a:off x="0" y="0"/>
          <a:ext cx="0" cy="0"/>
          <a:chOff x="0" y="0"/>
          <a:chExt cx="0" cy="0"/>
        </a:xfrm>
      </p:grpSpPr>
      <p:pic>
        <p:nvPicPr>
          <p:cNvPr id="515" name="Google Shape;515;p92"/>
          <p:cNvPicPr preferRelativeResize="0"/>
          <p:nvPr/>
        </p:nvPicPr>
        <p:blipFill>
          <a:blip r:embed="rId3">
            <a:alphaModFix/>
          </a:blip>
          <a:stretch>
            <a:fillRect/>
          </a:stretch>
        </p:blipFill>
        <p:spPr>
          <a:xfrm>
            <a:off x="-6669275" y="-2362200"/>
            <a:ext cx="18288026" cy="10287000"/>
          </a:xfrm>
          <a:prstGeom prst="rect">
            <a:avLst/>
          </a:prstGeom>
          <a:noFill/>
          <a:ln w="28575" cap="flat" cmpd="sng">
            <a:solidFill>
              <a:schemeClr val="dk2"/>
            </a:solidFill>
            <a:prstDash val="solid"/>
            <a:round/>
            <a:headEnd type="none" w="sm" len="sm"/>
            <a:tailEnd type="none" w="sm" len="sm"/>
          </a:ln>
        </p:spPr>
      </p:pic>
      <p:cxnSp>
        <p:nvCxnSpPr>
          <p:cNvPr id="516" name="Google Shape;516;p92"/>
          <p:cNvCxnSpPr/>
          <p:nvPr/>
        </p:nvCxnSpPr>
        <p:spPr>
          <a:xfrm>
            <a:off x="5562600" y="91440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17" name="Google Shape;517;p92"/>
          <p:cNvCxnSpPr/>
          <p:nvPr/>
        </p:nvCxnSpPr>
        <p:spPr>
          <a:xfrm>
            <a:off x="36576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18" name="Google Shape;518;p92"/>
          <p:cNvCxnSpPr/>
          <p:nvPr/>
        </p:nvCxnSpPr>
        <p:spPr>
          <a:xfrm>
            <a:off x="45720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19" name="Google Shape;519;p92"/>
          <p:cNvCxnSpPr/>
          <p:nvPr/>
        </p:nvCxnSpPr>
        <p:spPr>
          <a:xfrm>
            <a:off x="41148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20" name="Google Shape;520;p92"/>
          <p:cNvCxnSpPr/>
          <p:nvPr/>
        </p:nvCxnSpPr>
        <p:spPr>
          <a:xfrm>
            <a:off x="5038725"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21" name="Google Shape;521;p92"/>
          <p:cNvCxnSpPr/>
          <p:nvPr/>
        </p:nvCxnSpPr>
        <p:spPr>
          <a:xfrm>
            <a:off x="3886200" y="91440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22" name="Google Shape;522;p92"/>
          <p:cNvCxnSpPr/>
          <p:nvPr/>
        </p:nvCxnSpPr>
        <p:spPr>
          <a:xfrm>
            <a:off x="43434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23" name="Google Shape;523;p92"/>
          <p:cNvCxnSpPr/>
          <p:nvPr/>
        </p:nvCxnSpPr>
        <p:spPr>
          <a:xfrm>
            <a:off x="48006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24" name="Google Shape;524;p92"/>
          <p:cNvCxnSpPr/>
          <p:nvPr/>
        </p:nvCxnSpPr>
        <p:spPr>
          <a:xfrm>
            <a:off x="529552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25" name="Google Shape;525;p92"/>
          <p:cNvCxnSpPr/>
          <p:nvPr/>
        </p:nvCxnSpPr>
        <p:spPr>
          <a:xfrm>
            <a:off x="3638550" y="93186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26" name="Google Shape;526;p92"/>
          <p:cNvCxnSpPr/>
          <p:nvPr/>
        </p:nvCxnSpPr>
        <p:spPr>
          <a:xfrm>
            <a:off x="3638550" y="25622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27" name="Google Shape;527;p92"/>
          <p:cNvCxnSpPr/>
          <p:nvPr/>
        </p:nvCxnSpPr>
        <p:spPr>
          <a:xfrm>
            <a:off x="3638550" y="42101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28" name="Google Shape;528;p92"/>
          <p:cNvCxnSpPr/>
          <p:nvPr/>
        </p:nvCxnSpPr>
        <p:spPr>
          <a:xfrm>
            <a:off x="3638550" y="17621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29" name="Google Shape;529;p92"/>
          <p:cNvCxnSpPr/>
          <p:nvPr/>
        </p:nvCxnSpPr>
        <p:spPr>
          <a:xfrm>
            <a:off x="3638550" y="21622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30" name="Google Shape;530;p92"/>
          <p:cNvCxnSpPr/>
          <p:nvPr/>
        </p:nvCxnSpPr>
        <p:spPr>
          <a:xfrm>
            <a:off x="3638550" y="13430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31" name="Google Shape;531;p92"/>
          <p:cNvCxnSpPr/>
          <p:nvPr/>
        </p:nvCxnSpPr>
        <p:spPr>
          <a:xfrm>
            <a:off x="3638550" y="11335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32" name="Google Shape;532;p92"/>
          <p:cNvCxnSpPr/>
          <p:nvPr/>
        </p:nvCxnSpPr>
        <p:spPr>
          <a:xfrm>
            <a:off x="3638550" y="15526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33" name="Google Shape;533;p92"/>
          <p:cNvCxnSpPr/>
          <p:nvPr/>
        </p:nvCxnSpPr>
        <p:spPr>
          <a:xfrm>
            <a:off x="3638550" y="19622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34" name="Google Shape;534;p92"/>
          <p:cNvCxnSpPr/>
          <p:nvPr/>
        </p:nvCxnSpPr>
        <p:spPr>
          <a:xfrm>
            <a:off x="3638550" y="23717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35" name="Google Shape;535;p92"/>
          <p:cNvCxnSpPr/>
          <p:nvPr/>
        </p:nvCxnSpPr>
        <p:spPr>
          <a:xfrm>
            <a:off x="3638550" y="339576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36" name="Google Shape;536;p92"/>
          <p:cNvCxnSpPr/>
          <p:nvPr/>
        </p:nvCxnSpPr>
        <p:spPr>
          <a:xfrm>
            <a:off x="3638550" y="37958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37" name="Google Shape;537;p92"/>
          <p:cNvCxnSpPr/>
          <p:nvPr/>
        </p:nvCxnSpPr>
        <p:spPr>
          <a:xfrm>
            <a:off x="3638550" y="29957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38" name="Google Shape;538;p92"/>
          <p:cNvCxnSpPr/>
          <p:nvPr/>
        </p:nvCxnSpPr>
        <p:spPr>
          <a:xfrm>
            <a:off x="3638550" y="27671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39" name="Google Shape;539;p92"/>
          <p:cNvCxnSpPr/>
          <p:nvPr/>
        </p:nvCxnSpPr>
        <p:spPr>
          <a:xfrm>
            <a:off x="3638550" y="31862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40" name="Google Shape;540;p92"/>
          <p:cNvCxnSpPr/>
          <p:nvPr/>
        </p:nvCxnSpPr>
        <p:spPr>
          <a:xfrm>
            <a:off x="3638550" y="35957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41" name="Google Shape;541;p92"/>
          <p:cNvCxnSpPr/>
          <p:nvPr/>
        </p:nvCxnSpPr>
        <p:spPr>
          <a:xfrm>
            <a:off x="3638550" y="4005363"/>
            <a:ext cx="1943100" cy="0"/>
          </a:xfrm>
          <a:prstGeom prst="straightConnector1">
            <a:avLst/>
          </a:prstGeom>
          <a:noFill/>
          <a:ln w="28575" cap="flat" cmpd="sng">
            <a:solidFill>
              <a:srgbClr val="FFFF00"/>
            </a:solidFill>
            <a:prstDash val="solid"/>
            <a:round/>
            <a:headEnd type="none" w="med" len="med"/>
            <a:tailEnd type="none" w="med" len="med"/>
          </a:ln>
        </p:spPr>
      </p:cxnSp>
      <p:sp>
        <p:nvSpPr>
          <p:cNvPr id="542" name="Google Shape;542;p92"/>
          <p:cNvSpPr/>
          <p:nvPr/>
        </p:nvSpPr>
        <p:spPr>
          <a:xfrm>
            <a:off x="3657600" y="931875"/>
            <a:ext cx="914400" cy="201600"/>
          </a:xfrm>
          <a:prstGeom prst="rect">
            <a:avLst/>
          </a:prstGeom>
          <a:solidFill>
            <a:srgbClr val="FFFF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46"/>
        <p:cNvGrpSpPr/>
        <p:nvPr/>
      </p:nvGrpSpPr>
      <p:grpSpPr>
        <a:xfrm>
          <a:off x="0" y="0"/>
          <a:ext cx="0" cy="0"/>
          <a:chOff x="0" y="0"/>
          <a:chExt cx="0" cy="0"/>
        </a:xfrm>
      </p:grpSpPr>
      <p:pic>
        <p:nvPicPr>
          <p:cNvPr id="547" name="Google Shape;547;p93"/>
          <p:cNvPicPr preferRelativeResize="0"/>
          <p:nvPr/>
        </p:nvPicPr>
        <p:blipFill>
          <a:blip r:embed="rId3">
            <a:alphaModFix/>
          </a:blip>
          <a:stretch>
            <a:fillRect/>
          </a:stretch>
        </p:blipFill>
        <p:spPr>
          <a:xfrm>
            <a:off x="-6669275" y="-2362200"/>
            <a:ext cx="18288026" cy="10287000"/>
          </a:xfrm>
          <a:prstGeom prst="rect">
            <a:avLst/>
          </a:prstGeom>
          <a:noFill/>
          <a:ln w="28575" cap="flat" cmpd="sng">
            <a:solidFill>
              <a:schemeClr val="dk2"/>
            </a:solidFill>
            <a:prstDash val="solid"/>
            <a:round/>
            <a:headEnd type="none" w="sm" len="sm"/>
            <a:tailEnd type="none" w="sm" len="sm"/>
          </a:ln>
        </p:spPr>
      </p:pic>
      <p:cxnSp>
        <p:nvCxnSpPr>
          <p:cNvPr id="548" name="Google Shape;548;p93"/>
          <p:cNvCxnSpPr/>
          <p:nvPr/>
        </p:nvCxnSpPr>
        <p:spPr>
          <a:xfrm>
            <a:off x="5562600" y="91440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49" name="Google Shape;549;p93"/>
          <p:cNvCxnSpPr/>
          <p:nvPr/>
        </p:nvCxnSpPr>
        <p:spPr>
          <a:xfrm>
            <a:off x="36576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50" name="Google Shape;550;p93"/>
          <p:cNvCxnSpPr/>
          <p:nvPr/>
        </p:nvCxnSpPr>
        <p:spPr>
          <a:xfrm>
            <a:off x="45720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51" name="Google Shape;551;p93"/>
          <p:cNvCxnSpPr/>
          <p:nvPr/>
        </p:nvCxnSpPr>
        <p:spPr>
          <a:xfrm>
            <a:off x="41148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52" name="Google Shape;552;p93"/>
          <p:cNvCxnSpPr/>
          <p:nvPr/>
        </p:nvCxnSpPr>
        <p:spPr>
          <a:xfrm>
            <a:off x="5038725"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53" name="Google Shape;553;p93"/>
          <p:cNvCxnSpPr/>
          <p:nvPr/>
        </p:nvCxnSpPr>
        <p:spPr>
          <a:xfrm>
            <a:off x="3886200" y="91440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54" name="Google Shape;554;p93"/>
          <p:cNvCxnSpPr/>
          <p:nvPr/>
        </p:nvCxnSpPr>
        <p:spPr>
          <a:xfrm>
            <a:off x="43434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55" name="Google Shape;555;p93"/>
          <p:cNvCxnSpPr/>
          <p:nvPr/>
        </p:nvCxnSpPr>
        <p:spPr>
          <a:xfrm>
            <a:off x="48006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56" name="Google Shape;556;p93"/>
          <p:cNvCxnSpPr/>
          <p:nvPr/>
        </p:nvCxnSpPr>
        <p:spPr>
          <a:xfrm>
            <a:off x="529552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57" name="Google Shape;557;p93"/>
          <p:cNvCxnSpPr/>
          <p:nvPr/>
        </p:nvCxnSpPr>
        <p:spPr>
          <a:xfrm>
            <a:off x="3638550" y="93186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58" name="Google Shape;558;p93"/>
          <p:cNvCxnSpPr/>
          <p:nvPr/>
        </p:nvCxnSpPr>
        <p:spPr>
          <a:xfrm>
            <a:off x="3638550" y="25622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59" name="Google Shape;559;p93"/>
          <p:cNvCxnSpPr/>
          <p:nvPr/>
        </p:nvCxnSpPr>
        <p:spPr>
          <a:xfrm>
            <a:off x="3638550" y="42101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60" name="Google Shape;560;p93"/>
          <p:cNvCxnSpPr/>
          <p:nvPr/>
        </p:nvCxnSpPr>
        <p:spPr>
          <a:xfrm>
            <a:off x="3638550" y="17621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61" name="Google Shape;561;p93"/>
          <p:cNvCxnSpPr/>
          <p:nvPr/>
        </p:nvCxnSpPr>
        <p:spPr>
          <a:xfrm>
            <a:off x="3638550" y="21622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62" name="Google Shape;562;p93"/>
          <p:cNvCxnSpPr/>
          <p:nvPr/>
        </p:nvCxnSpPr>
        <p:spPr>
          <a:xfrm>
            <a:off x="3638550" y="13430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63" name="Google Shape;563;p93"/>
          <p:cNvCxnSpPr/>
          <p:nvPr/>
        </p:nvCxnSpPr>
        <p:spPr>
          <a:xfrm>
            <a:off x="3638550" y="11335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64" name="Google Shape;564;p93"/>
          <p:cNvCxnSpPr/>
          <p:nvPr/>
        </p:nvCxnSpPr>
        <p:spPr>
          <a:xfrm>
            <a:off x="3638550" y="15526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65" name="Google Shape;565;p93"/>
          <p:cNvCxnSpPr/>
          <p:nvPr/>
        </p:nvCxnSpPr>
        <p:spPr>
          <a:xfrm>
            <a:off x="3638550" y="19622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66" name="Google Shape;566;p93"/>
          <p:cNvCxnSpPr/>
          <p:nvPr/>
        </p:nvCxnSpPr>
        <p:spPr>
          <a:xfrm>
            <a:off x="3638550" y="23717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67" name="Google Shape;567;p93"/>
          <p:cNvCxnSpPr/>
          <p:nvPr/>
        </p:nvCxnSpPr>
        <p:spPr>
          <a:xfrm>
            <a:off x="3638550" y="339576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68" name="Google Shape;568;p93"/>
          <p:cNvCxnSpPr/>
          <p:nvPr/>
        </p:nvCxnSpPr>
        <p:spPr>
          <a:xfrm>
            <a:off x="3638550" y="37958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69" name="Google Shape;569;p93"/>
          <p:cNvCxnSpPr/>
          <p:nvPr/>
        </p:nvCxnSpPr>
        <p:spPr>
          <a:xfrm>
            <a:off x="3638550" y="29957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70" name="Google Shape;570;p93"/>
          <p:cNvCxnSpPr/>
          <p:nvPr/>
        </p:nvCxnSpPr>
        <p:spPr>
          <a:xfrm>
            <a:off x="3638550" y="27671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71" name="Google Shape;571;p93"/>
          <p:cNvCxnSpPr/>
          <p:nvPr/>
        </p:nvCxnSpPr>
        <p:spPr>
          <a:xfrm>
            <a:off x="3638550" y="31862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72" name="Google Shape;572;p93"/>
          <p:cNvCxnSpPr/>
          <p:nvPr/>
        </p:nvCxnSpPr>
        <p:spPr>
          <a:xfrm>
            <a:off x="3638550" y="35957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73" name="Google Shape;573;p93"/>
          <p:cNvCxnSpPr/>
          <p:nvPr/>
        </p:nvCxnSpPr>
        <p:spPr>
          <a:xfrm>
            <a:off x="3638550" y="4005363"/>
            <a:ext cx="1943100" cy="0"/>
          </a:xfrm>
          <a:prstGeom prst="straightConnector1">
            <a:avLst/>
          </a:prstGeom>
          <a:noFill/>
          <a:ln w="28575" cap="flat" cmpd="sng">
            <a:solidFill>
              <a:srgbClr val="FFFF00"/>
            </a:solidFill>
            <a:prstDash val="solid"/>
            <a:round/>
            <a:headEnd type="none" w="med" len="med"/>
            <a:tailEnd type="none" w="med" len="med"/>
          </a:ln>
        </p:spPr>
      </p:cxnSp>
      <p:sp>
        <p:nvSpPr>
          <p:cNvPr id="574" name="Google Shape;574;p93"/>
          <p:cNvSpPr/>
          <p:nvPr/>
        </p:nvSpPr>
        <p:spPr>
          <a:xfrm>
            <a:off x="3657600" y="931875"/>
            <a:ext cx="1905000" cy="201600"/>
          </a:xfrm>
          <a:prstGeom prst="rect">
            <a:avLst/>
          </a:prstGeom>
          <a:solidFill>
            <a:srgbClr val="FFFF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78"/>
        <p:cNvGrpSpPr/>
        <p:nvPr/>
      </p:nvGrpSpPr>
      <p:grpSpPr>
        <a:xfrm>
          <a:off x="0" y="0"/>
          <a:ext cx="0" cy="0"/>
          <a:chOff x="0" y="0"/>
          <a:chExt cx="0" cy="0"/>
        </a:xfrm>
      </p:grpSpPr>
      <p:pic>
        <p:nvPicPr>
          <p:cNvPr id="579" name="Google Shape;579;p94"/>
          <p:cNvPicPr preferRelativeResize="0"/>
          <p:nvPr/>
        </p:nvPicPr>
        <p:blipFill>
          <a:blip r:embed="rId3">
            <a:alphaModFix/>
          </a:blip>
          <a:stretch>
            <a:fillRect/>
          </a:stretch>
        </p:blipFill>
        <p:spPr>
          <a:xfrm>
            <a:off x="-6669275" y="-2362200"/>
            <a:ext cx="18288026" cy="10287000"/>
          </a:xfrm>
          <a:prstGeom prst="rect">
            <a:avLst/>
          </a:prstGeom>
          <a:noFill/>
          <a:ln w="28575" cap="flat" cmpd="sng">
            <a:solidFill>
              <a:schemeClr val="dk2"/>
            </a:solidFill>
            <a:prstDash val="solid"/>
            <a:round/>
            <a:headEnd type="none" w="sm" len="sm"/>
            <a:tailEnd type="none" w="sm" len="sm"/>
          </a:ln>
        </p:spPr>
      </p:pic>
      <p:cxnSp>
        <p:nvCxnSpPr>
          <p:cNvPr id="580" name="Google Shape;580;p94"/>
          <p:cNvCxnSpPr/>
          <p:nvPr/>
        </p:nvCxnSpPr>
        <p:spPr>
          <a:xfrm>
            <a:off x="5562600" y="91440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81" name="Google Shape;581;p94"/>
          <p:cNvCxnSpPr/>
          <p:nvPr/>
        </p:nvCxnSpPr>
        <p:spPr>
          <a:xfrm>
            <a:off x="36576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82" name="Google Shape;582;p94"/>
          <p:cNvCxnSpPr/>
          <p:nvPr/>
        </p:nvCxnSpPr>
        <p:spPr>
          <a:xfrm>
            <a:off x="45720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83" name="Google Shape;583;p94"/>
          <p:cNvCxnSpPr/>
          <p:nvPr/>
        </p:nvCxnSpPr>
        <p:spPr>
          <a:xfrm>
            <a:off x="41148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84" name="Google Shape;584;p94"/>
          <p:cNvCxnSpPr/>
          <p:nvPr/>
        </p:nvCxnSpPr>
        <p:spPr>
          <a:xfrm>
            <a:off x="5038725"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85" name="Google Shape;585;p94"/>
          <p:cNvCxnSpPr/>
          <p:nvPr/>
        </p:nvCxnSpPr>
        <p:spPr>
          <a:xfrm>
            <a:off x="3886200" y="91440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86" name="Google Shape;586;p94"/>
          <p:cNvCxnSpPr/>
          <p:nvPr/>
        </p:nvCxnSpPr>
        <p:spPr>
          <a:xfrm>
            <a:off x="43434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87" name="Google Shape;587;p94"/>
          <p:cNvCxnSpPr/>
          <p:nvPr/>
        </p:nvCxnSpPr>
        <p:spPr>
          <a:xfrm>
            <a:off x="48006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88" name="Google Shape;588;p94"/>
          <p:cNvCxnSpPr/>
          <p:nvPr/>
        </p:nvCxnSpPr>
        <p:spPr>
          <a:xfrm>
            <a:off x="529552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89" name="Google Shape;589;p94"/>
          <p:cNvCxnSpPr/>
          <p:nvPr/>
        </p:nvCxnSpPr>
        <p:spPr>
          <a:xfrm>
            <a:off x="3638550" y="93186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90" name="Google Shape;590;p94"/>
          <p:cNvCxnSpPr/>
          <p:nvPr/>
        </p:nvCxnSpPr>
        <p:spPr>
          <a:xfrm>
            <a:off x="3638550" y="25622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91" name="Google Shape;591;p94"/>
          <p:cNvCxnSpPr/>
          <p:nvPr/>
        </p:nvCxnSpPr>
        <p:spPr>
          <a:xfrm>
            <a:off x="3638550" y="42101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92" name="Google Shape;592;p94"/>
          <p:cNvCxnSpPr/>
          <p:nvPr/>
        </p:nvCxnSpPr>
        <p:spPr>
          <a:xfrm>
            <a:off x="3638550" y="17621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93" name="Google Shape;593;p94"/>
          <p:cNvCxnSpPr/>
          <p:nvPr/>
        </p:nvCxnSpPr>
        <p:spPr>
          <a:xfrm>
            <a:off x="3638550" y="21622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94" name="Google Shape;594;p94"/>
          <p:cNvCxnSpPr/>
          <p:nvPr/>
        </p:nvCxnSpPr>
        <p:spPr>
          <a:xfrm>
            <a:off x="3638550" y="13430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95" name="Google Shape;595;p94"/>
          <p:cNvCxnSpPr/>
          <p:nvPr/>
        </p:nvCxnSpPr>
        <p:spPr>
          <a:xfrm>
            <a:off x="3638550" y="11335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96" name="Google Shape;596;p94"/>
          <p:cNvCxnSpPr/>
          <p:nvPr/>
        </p:nvCxnSpPr>
        <p:spPr>
          <a:xfrm>
            <a:off x="3638550" y="15526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97" name="Google Shape;597;p94"/>
          <p:cNvCxnSpPr/>
          <p:nvPr/>
        </p:nvCxnSpPr>
        <p:spPr>
          <a:xfrm>
            <a:off x="3638550" y="19622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98" name="Google Shape;598;p94"/>
          <p:cNvCxnSpPr/>
          <p:nvPr/>
        </p:nvCxnSpPr>
        <p:spPr>
          <a:xfrm>
            <a:off x="3638550" y="23717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99" name="Google Shape;599;p94"/>
          <p:cNvCxnSpPr/>
          <p:nvPr/>
        </p:nvCxnSpPr>
        <p:spPr>
          <a:xfrm>
            <a:off x="3638550" y="339576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00" name="Google Shape;600;p94"/>
          <p:cNvCxnSpPr/>
          <p:nvPr/>
        </p:nvCxnSpPr>
        <p:spPr>
          <a:xfrm>
            <a:off x="3638550" y="37958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01" name="Google Shape;601;p94"/>
          <p:cNvCxnSpPr/>
          <p:nvPr/>
        </p:nvCxnSpPr>
        <p:spPr>
          <a:xfrm>
            <a:off x="3638550" y="29957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02" name="Google Shape;602;p94"/>
          <p:cNvCxnSpPr/>
          <p:nvPr/>
        </p:nvCxnSpPr>
        <p:spPr>
          <a:xfrm>
            <a:off x="3638550" y="27671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03" name="Google Shape;603;p94"/>
          <p:cNvCxnSpPr/>
          <p:nvPr/>
        </p:nvCxnSpPr>
        <p:spPr>
          <a:xfrm>
            <a:off x="3638550" y="31862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04" name="Google Shape;604;p94"/>
          <p:cNvCxnSpPr/>
          <p:nvPr/>
        </p:nvCxnSpPr>
        <p:spPr>
          <a:xfrm>
            <a:off x="3638550" y="35957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05" name="Google Shape;605;p94"/>
          <p:cNvCxnSpPr/>
          <p:nvPr/>
        </p:nvCxnSpPr>
        <p:spPr>
          <a:xfrm>
            <a:off x="3638550" y="4005363"/>
            <a:ext cx="1943100" cy="0"/>
          </a:xfrm>
          <a:prstGeom prst="straightConnector1">
            <a:avLst/>
          </a:prstGeom>
          <a:noFill/>
          <a:ln w="28575" cap="flat" cmpd="sng">
            <a:solidFill>
              <a:srgbClr val="FFFF00"/>
            </a:solidFill>
            <a:prstDash val="solid"/>
            <a:round/>
            <a:headEnd type="none" w="med" len="med"/>
            <a:tailEnd type="none" w="med" len="med"/>
          </a:ln>
        </p:spPr>
      </p:cxn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09"/>
        <p:cNvGrpSpPr/>
        <p:nvPr/>
      </p:nvGrpSpPr>
      <p:grpSpPr>
        <a:xfrm>
          <a:off x="0" y="0"/>
          <a:ext cx="0" cy="0"/>
          <a:chOff x="0" y="0"/>
          <a:chExt cx="0" cy="0"/>
        </a:xfrm>
      </p:grpSpPr>
      <p:cxnSp>
        <p:nvCxnSpPr>
          <p:cNvPr id="610" name="Google Shape;610;p95"/>
          <p:cNvCxnSpPr/>
          <p:nvPr/>
        </p:nvCxnSpPr>
        <p:spPr>
          <a:xfrm>
            <a:off x="5562600" y="91440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611" name="Google Shape;611;p95"/>
          <p:cNvCxnSpPr/>
          <p:nvPr/>
        </p:nvCxnSpPr>
        <p:spPr>
          <a:xfrm>
            <a:off x="36576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612" name="Google Shape;612;p95"/>
          <p:cNvCxnSpPr/>
          <p:nvPr/>
        </p:nvCxnSpPr>
        <p:spPr>
          <a:xfrm>
            <a:off x="45720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613" name="Google Shape;613;p95"/>
          <p:cNvCxnSpPr/>
          <p:nvPr/>
        </p:nvCxnSpPr>
        <p:spPr>
          <a:xfrm>
            <a:off x="41148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614" name="Google Shape;614;p95"/>
          <p:cNvCxnSpPr/>
          <p:nvPr/>
        </p:nvCxnSpPr>
        <p:spPr>
          <a:xfrm>
            <a:off x="5038725"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615" name="Google Shape;615;p95"/>
          <p:cNvCxnSpPr/>
          <p:nvPr/>
        </p:nvCxnSpPr>
        <p:spPr>
          <a:xfrm>
            <a:off x="3886200" y="91440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616" name="Google Shape;616;p95"/>
          <p:cNvCxnSpPr/>
          <p:nvPr/>
        </p:nvCxnSpPr>
        <p:spPr>
          <a:xfrm>
            <a:off x="43434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617" name="Google Shape;617;p95"/>
          <p:cNvCxnSpPr/>
          <p:nvPr/>
        </p:nvCxnSpPr>
        <p:spPr>
          <a:xfrm>
            <a:off x="48006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618" name="Google Shape;618;p95"/>
          <p:cNvCxnSpPr/>
          <p:nvPr/>
        </p:nvCxnSpPr>
        <p:spPr>
          <a:xfrm>
            <a:off x="529552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619" name="Google Shape;619;p95"/>
          <p:cNvCxnSpPr/>
          <p:nvPr/>
        </p:nvCxnSpPr>
        <p:spPr>
          <a:xfrm>
            <a:off x="3638550" y="93186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20" name="Google Shape;620;p95"/>
          <p:cNvCxnSpPr/>
          <p:nvPr/>
        </p:nvCxnSpPr>
        <p:spPr>
          <a:xfrm>
            <a:off x="3638550" y="25622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21" name="Google Shape;621;p95"/>
          <p:cNvCxnSpPr/>
          <p:nvPr/>
        </p:nvCxnSpPr>
        <p:spPr>
          <a:xfrm>
            <a:off x="3638550" y="42101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22" name="Google Shape;622;p95"/>
          <p:cNvCxnSpPr/>
          <p:nvPr/>
        </p:nvCxnSpPr>
        <p:spPr>
          <a:xfrm>
            <a:off x="3638550" y="17621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23" name="Google Shape;623;p95"/>
          <p:cNvCxnSpPr/>
          <p:nvPr/>
        </p:nvCxnSpPr>
        <p:spPr>
          <a:xfrm>
            <a:off x="3638550" y="21622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24" name="Google Shape;624;p95"/>
          <p:cNvCxnSpPr/>
          <p:nvPr/>
        </p:nvCxnSpPr>
        <p:spPr>
          <a:xfrm>
            <a:off x="3638550" y="13430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25" name="Google Shape;625;p95"/>
          <p:cNvCxnSpPr/>
          <p:nvPr/>
        </p:nvCxnSpPr>
        <p:spPr>
          <a:xfrm>
            <a:off x="3638550" y="11335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26" name="Google Shape;626;p95"/>
          <p:cNvCxnSpPr/>
          <p:nvPr/>
        </p:nvCxnSpPr>
        <p:spPr>
          <a:xfrm>
            <a:off x="3638550" y="15526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27" name="Google Shape;627;p95"/>
          <p:cNvCxnSpPr/>
          <p:nvPr/>
        </p:nvCxnSpPr>
        <p:spPr>
          <a:xfrm>
            <a:off x="3638550" y="19622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28" name="Google Shape;628;p95"/>
          <p:cNvCxnSpPr/>
          <p:nvPr/>
        </p:nvCxnSpPr>
        <p:spPr>
          <a:xfrm>
            <a:off x="3638550" y="23717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29" name="Google Shape;629;p95"/>
          <p:cNvCxnSpPr/>
          <p:nvPr/>
        </p:nvCxnSpPr>
        <p:spPr>
          <a:xfrm>
            <a:off x="3638550" y="339576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30" name="Google Shape;630;p95"/>
          <p:cNvCxnSpPr/>
          <p:nvPr/>
        </p:nvCxnSpPr>
        <p:spPr>
          <a:xfrm>
            <a:off x="3638550" y="37958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31" name="Google Shape;631;p95"/>
          <p:cNvCxnSpPr/>
          <p:nvPr/>
        </p:nvCxnSpPr>
        <p:spPr>
          <a:xfrm>
            <a:off x="3638550" y="29957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32" name="Google Shape;632;p95"/>
          <p:cNvCxnSpPr/>
          <p:nvPr/>
        </p:nvCxnSpPr>
        <p:spPr>
          <a:xfrm>
            <a:off x="3638550" y="27671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33" name="Google Shape;633;p95"/>
          <p:cNvCxnSpPr/>
          <p:nvPr/>
        </p:nvCxnSpPr>
        <p:spPr>
          <a:xfrm>
            <a:off x="3638550" y="31862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34" name="Google Shape;634;p95"/>
          <p:cNvCxnSpPr/>
          <p:nvPr/>
        </p:nvCxnSpPr>
        <p:spPr>
          <a:xfrm>
            <a:off x="3638550" y="35957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35" name="Google Shape;635;p95"/>
          <p:cNvCxnSpPr/>
          <p:nvPr/>
        </p:nvCxnSpPr>
        <p:spPr>
          <a:xfrm>
            <a:off x="3638550" y="4005363"/>
            <a:ext cx="1943100" cy="0"/>
          </a:xfrm>
          <a:prstGeom prst="straightConnector1">
            <a:avLst/>
          </a:prstGeom>
          <a:noFill/>
          <a:ln w="28575" cap="flat" cmpd="sng">
            <a:solidFill>
              <a:srgbClr val="FFFF00"/>
            </a:solidFill>
            <a:prstDash val="solid"/>
            <a:round/>
            <a:headEnd type="none" w="med" len="med"/>
            <a:tailEnd type="none" w="med" len="med"/>
          </a:ln>
        </p:spPr>
      </p:cxn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639"/>
        <p:cNvGrpSpPr/>
        <p:nvPr/>
      </p:nvGrpSpPr>
      <p:grpSpPr>
        <a:xfrm>
          <a:off x="0" y="0"/>
          <a:ext cx="0" cy="0"/>
          <a:chOff x="0" y="0"/>
          <a:chExt cx="0" cy="0"/>
        </a:xfrm>
      </p:grpSpPr>
      <p:graphicFrame>
        <p:nvGraphicFramePr>
          <p:cNvPr id="640" name="Google Shape;640;p96"/>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644"/>
        <p:cNvGrpSpPr/>
        <p:nvPr/>
      </p:nvGrpSpPr>
      <p:grpSpPr>
        <a:xfrm>
          <a:off x="0" y="0"/>
          <a:ext cx="0" cy="0"/>
          <a:chOff x="0" y="0"/>
          <a:chExt cx="0" cy="0"/>
        </a:xfrm>
      </p:grpSpPr>
      <p:sp>
        <p:nvSpPr>
          <p:cNvPr id="645" name="Google Shape;645;p97"/>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int score1 = 72;</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int score2 = 73;</a:t>
            </a:r>
            <a:endParaRPr>
              <a:solidFill>
                <a:schemeClr val="dk1"/>
              </a:solidFill>
              <a:latin typeface="Consolas"/>
              <a:ea typeface="Consolas"/>
              <a:cs typeface="Consolas"/>
              <a:sym typeface="Consolas"/>
            </a:endParaRPr>
          </a:p>
          <a:p>
            <a:pPr marL="0" lvl="0" indent="0" algn="l" rtl="0">
              <a:spcBef>
                <a:spcPts val="1600"/>
              </a:spcBef>
              <a:spcAft>
                <a:spcPts val="1600"/>
              </a:spcAft>
              <a:buNone/>
            </a:pPr>
            <a:r>
              <a:rPr lang="en">
                <a:solidFill>
                  <a:schemeClr val="dk1"/>
                </a:solidFill>
                <a:latin typeface="Consolas"/>
                <a:ea typeface="Consolas"/>
                <a:cs typeface="Consolas"/>
                <a:sym typeface="Consolas"/>
              </a:rPr>
              <a:t>int score3 = 33;</a:t>
            </a:r>
            <a:endParaRPr>
              <a:solidFill>
                <a:srgbClr val="FFFFFF"/>
              </a:solidFill>
              <a:latin typeface="Consolas"/>
              <a:ea typeface="Consolas"/>
              <a:cs typeface="Consolas"/>
              <a:sym typeface="Consolas"/>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graphicFrame>
        <p:nvGraphicFramePr>
          <p:cNvPr id="650" name="Google Shape;650;p98"/>
          <p:cNvGraphicFramePr/>
          <p:nvPr/>
        </p:nvGraphicFramePr>
        <p:xfrm>
          <a:off x="0" y="-50"/>
          <a:ext cx="3000000" cy="3000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endParaRPr sz="4800">
                        <a:solidFill>
                          <a:srgbClr val="FFFFFF"/>
                        </a:solidFill>
                        <a:latin typeface="Consolas"/>
                        <a:ea typeface="Consolas"/>
                        <a:cs typeface="Consolas"/>
                        <a:sym typeface="Consolas"/>
                      </a:endParaRPr>
                    </a:p>
                  </a:txBody>
                  <a:tcPr marL="91425" marR="91425" marT="91425" marB="91425" anchor="ctr">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654"/>
        <p:cNvGrpSpPr/>
        <p:nvPr/>
      </p:nvGrpSpPr>
      <p:grpSpPr>
        <a:xfrm>
          <a:off x="0" y="0"/>
          <a:ext cx="0" cy="0"/>
          <a:chOff x="0" y="0"/>
          <a:chExt cx="0" cy="0"/>
        </a:xfrm>
      </p:grpSpPr>
      <p:graphicFrame>
        <p:nvGraphicFramePr>
          <p:cNvPr id="655" name="Google Shape;655;p99"/>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gridSpan="4">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72</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score1</a:t>
                      </a:r>
                      <a:endParaRPr sz="4800">
                        <a:solidFill>
                          <a:srgbClr val="FFFFFF"/>
                        </a:solidFill>
                        <a:latin typeface="Consolas"/>
                        <a:ea typeface="Consolas"/>
                        <a:cs typeface="Consolas"/>
                        <a:sym typeface="Consolas"/>
                      </a:endParaRPr>
                    </a:p>
                  </a:txBody>
                  <a:tcPr marL="91425" marR="91425" marT="91425" marB="91425" anchor="ctr">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graphicFrame>
        <p:nvGraphicFramePr>
          <p:cNvPr id="660" name="Google Shape;660;p100"/>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gridSpan="4">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72</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score1</a:t>
                      </a:r>
                      <a:endParaRPr sz="4800">
                        <a:solidFill>
                          <a:srgbClr val="FFFFFF"/>
                        </a:solidFill>
                        <a:latin typeface="Consolas"/>
                        <a:ea typeface="Consolas"/>
                        <a:cs typeface="Consolas"/>
                        <a:sym typeface="Consolas"/>
                      </a:endParaRPr>
                    </a:p>
                  </a:txBody>
                  <a:tcPr marL="91425" marR="91425" marT="91425" marB="91425" anchor="ctr">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73</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score2</a:t>
                      </a:r>
                      <a:endParaRPr sz="4800">
                        <a:solidFill>
                          <a:srgbClr val="FFFFFF"/>
                        </a:solidFill>
                        <a:latin typeface="Consolas"/>
                        <a:ea typeface="Consolas"/>
                        <a:cs typeface="Consolas"/>
                        <a:sym typeface="Consolas"/>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664"/>
        <p:cNvGrpSpPr/>
        <p:nvPr/>
      </p:nvGrpSpPr>
      <p:grpSpPr>
        <a:xfrm>
          <a:off x="0" y="0"/>
          <a:ext cx="0" cy="0"/>
          <a:chOff x="0" y="0"/>
          <a:chExt cx="0" cy="0"/>
        </a:xfrm>
      </p:grpSpPr>
      <p:graphicFrame>
        <p:nvGraphicFramePr>
          <p:cNvPr id="665" name="Google Shape;665;p101"/>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gridSpan="4">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72</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score1</a:t>
                      </a:r>
                      <a:endParaRPr>
                        <a:solidFill>
                          <a:srgbClr val="FFFFFF"/>
                        </a:solidFill>
                        <a:latin typeface="Consolas"/>
                        <a:ea typeface="Consolas"/>
                        <a:cs typeface="Consolas"/>
                        <a:sym typeface="Consolas"/>
                      </a:endParaRPr>
                    </a:p>
                  </a:txBody>
                  <a:tcPr marL="91425" marR="91425" marT="91425" marB="91425" anchor="ctr">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73</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score2</a:t>
                      </a: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1143000">
                <a:tc gridSpan="4">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33</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score3</a:t>
                      </a: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669"/>
        <p:cNvGrpSpPr/>
        <p:nvPr/>
      </p:nvGrpSpPr>
      <p:grpSpPr>
        <a:xfrm>
          <a:off x="0" y="0"/>
          <a:ext cx="0" cy="0"/>
          <a:chOff x="0" y="0"/>
          <a:chExt cx="0" cy="0"/>
        </a:xfrm>
      </p:grpSpPr>
      <p:graphicFrame>
        <p:nvGraphicFramePr>
          <p:cNvPr id="670" name="Google Shape;670;p102"/>
          <p:cNvGraphicFramePr/>
          <p:nvPr/>
        </p:nvGraphicFramePr>
        <p:xfrm>
          <a:off x="0" y="-50"/>
          <a:ext cx="3000000" cy="3000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gridSpan="4">
                  <a:txBody>
                    <a:bodyPr/>
                    <a:lstStyle/>
                    <a:p>
                      <a:pPr marL="0" lvl="0" indent="0" algn="ctr" rtl="0">
                        <a:spcBef>
                          <a:spcPts val="0"/>
                        </a:spcBef>
                        <a:spcAft>
                          <a:spcPts val="0"/>
                        </a:spcAft>
                        <a:buNone/>
                      </a:pPr>
                      <a:r>
                        <a:rPr lang="en" sz="1900">
                          <a:solidFill>
                            <a:srgbClr val="FFFFFF"/>
                          </a:solidFill>
                          <a:latin typeface="Consolas"/>
                          <a:ea typeface="Consolas"/>
                          <a:cs typeface="Consolas"/>
                          <a:sym typeface="Consolas"/>
                        </a:rPr>
                        <a:t>00000000000000000000000001001000</a:t>
                      </a:r>
                      <a:endParaRPr sz="1900">
                        <a:solidFill>
                          <a:srgbClr val="FFFFFF"/>
                        </a:solidFill>
                        <a:latin typeface="Consolas"/>
                        <a:ea typeface="Consolas"/>
                        <a:cs typeface="Consolas"/>
                        <a:sym typeface="Consolas"/>
                      </a:endParaRPr>
                    </a:p>
                    <a:p>
                      <a:pPr marL="0" lvl="0" indent="0" algn="ctr" rtl="0">
                        <a:spcBef>
                          <a:spcPts val="0"/>
                        </a:spcBef>
                        <a:spcAft>
                          <a:spcPts val="0"/>
                        </a:spcAft>
                        <a:buNone/>
                      </a:pPr>
                      <a:endParaRPr>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score1</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sz="1900">
                          <a:solidFill>
                            <a:srgbClr val="FFFFFF"/>
                          </a:solidFill>
                          <a:latin typeface="Consolas"/>
                          <a:ea typeface="Consolas"/>
                          <a:cs typeface="Consolas"/>
                          <a:sym typeface="Consolas"/>
                        </a:rPr>
                        <a:t>00000000000000000000000001001001</a:t>
                      </a:r>
                      <a:endParaRPr sz="1900">
                        <a:solidFill>
                          <a:srgbClr val="FFFFFF"/>
                        </a:solidFill>
                        <a:latin typeface="Consolas"/>
                        <a:ea typeface="Consolas"/>
                        <a:cs typeface="Consolas"/>
                        <a:sym typeface="Consolas"/>
                      </a:endParaRPr>
                    </a:p>
                    <a:p>
                      <a:pPr marL="0" lvl="0" indent="0" algn="ctr" rtl="0">
                        <a:spcBef>
                          <a:spcPts val="0"/>
                        </a:spcBef>
                        <a:spcAft>
                          <a:spcPts val="0"/>
                        </a:spcAft>
                        <a:buNone/>
                      </a:pPr>
                      <a:endParaRPr>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score2</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1143000">
                <a:tc gridSpan="4">
                  <a:txBody>
                    <a:bodyPr/>
                    <a:lstStyle/>
                    <a:p>
                      <a:pPr marL="0" lvl="0" indent="0" algn="ctr" rtl="0">
                        <a:spcBef>
                          <a:spcPts val="0"/>
                        </a:spcBef>
                        <a:spcAft>
                          <a:spcPts val="0"/>
                        </a:spcAft>
                        <a:buNone/>
                      </a:pPr>
                      <a:r>
                        <a:rPr lang="en" sz="1900">
                          <a:solidFill>
                            <a:srgbClr val="FFFFFF"/>
                          </a:solidFill>
                          <a:latin typeface="Consolas"/>
                          <a:ea typeface="Consolas"/>
                          <a:cs typeface="Consolas"/>
                          <a:sym typeface="Consolas"/>
                        </a:rPr>
                        <a:t>00000000000000000000000000100001</a:t>
                      </a:r>
                      <a:endParaRPr sz="1900">
                        <a:solidFill>
                          <a:srgbClr val="FFFFFF"/>
                        </a:solidFill>
                        <a:latin typeface="Consolas"/>
                        <a:ea typeface="Consolas"/>
                        <a:cs typeface="Consolas"/>
                        <a:sym typeface="Consolas"/>
                      </a:endParaRPr>
                    </a:p>
                    <a:p>
                      <a:pPr marL="0" lvl="0" indent="0" algn="ctr" rtl="0">
                        <a:spcBef>
                          <a:spcPts val="0"/>
                        </a:spcBef>
                        <a:spcAft>
                          <a:spcPts val="0"/>
                        </a:spcAft>
                        <a:buNone/>
                      </a:pPr>
                      <a:endParaRPr>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score3</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674"/>
        <p:cNvGrpSpPr/>
        <p:nvPr/>
      </p:nvGrpSpPr>
      <p:grpSpPr>
        <a:xfrm>
          <a:off x="0" y="0"/>
          <a:ext cx="0" cy="0"/>
          <a:chOff x="0" y="0"/>
          <a:chExt cx="0" cy="0"/>
        </a:xfrm>
      </p:grpSpPr>
      <p:sp>
        <p:nvSpPr>
          <p:cNvPr id="675" name="Google Shape;675;p103"/>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int score1 = 72;</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int score2 = 73;</a:t>
            </a:r>
            <a:endParaRPr>
              <a:solidFill>
                <a:schemeClr val="dk1"/>
              </a:solidFill>
              <a:latin typeface="Consolas"/>
              <a:ea typeface="Consolas"/>
              <a:cs typeface="Consolas"/>
              <a:sym typeface="Consolas"/>
            </a:endParaRPr>
          </a:p>
          <a:p>
            <a:pPr marL="0" lvl="0" indent="0" algn="l" rtl="0">
              <a:spcBef>
                <a:spcPts val="1600"/>
              </a:spcBef>
              <a:spcAft>
                <a:spcPts val="1600"/>
              </a:spcAft>
              <a:buNone/>
            </a:pPr>
            <a:r>
              <a:rPr lang="en">
                <a:solidFill>
                  <a:schemeClr val="dk1"/>
                </a:solidFill>
                <a:latin typeface="Consolas"/>
                <a:ea typeface="Consolas"/>
                <a:cs typeface="Consolas"/>
                <a:sym typeface="Consolas"/>
              </a:rPr>
              <a:t>int score3 = 33;</a:t>
            </a:r>
            <a:endParaRPr>
              <a:solidFill>
                <a:srgbClr val="FFFFFF"/>
              </a:solidFill>
              <a:latin typeface="Consolas"/>
              <a:ea typeface="Consolas"/>
              <a:cs typeface="Consolas"/>
              <a:sym typeface="Consolas"/>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sp>
        <p:nvSpPr>
          <p:cNvPr id="680" name="Google Shape;680;p104"/>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arrays</a:t>
            </a:r>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105"/>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int scores[3];</a:t>
            </a:r>
            <a:endParaRPr>
              <a:solidFill>
                <a:srgbClr val="FFFFFF"/>
              </a:solidFill>
              <a:latin typeface="Consolas"/>
              <a:ea typeface="Consolas"/>
              <a:cs typeface="Consolas"/>
              <a:sym typeface="Consolas"/>
            </a:endParaRPr>
          </a:p>
          <a:p>
            <a:pPr marL="0" lvl="0" indent="0" algn="l" rtl="0">
              <a:spcBef>
                <a:spcPts val="1600"/>
              </a:spcBef>
              <a:spcAft>
                <a:spcPts val="0"/>
              </a:spcAft>
              <a:buNone/>
            </a:pPr>
            <a:endParaRPr>
              <a:solidFill>
                <a:srgbClr val="FFFFFF"/>
              </a:solidFill>
              <a:latin typeface="Consolas"/>
              <a:ea typeface="Consolas"/>
              <a:cs typeface="Consolas"/>
              <a:sym typeface="Consolas"/>
            </a:endParaRPr>
          </a:p>
          <a:p>
            <a:pPr marL="0" lvl="0" indent="0" algn="l" rtl="0">
              <a:spcBef>
                <a:spcPts val="1600"/>
              </a:spcBef>
              <a:spcAft>
                <a:spcPts val="0"/>
              </a:spcAft>
              <a:buNone/>
            </a:pPr>
            <a:endParaRPr>
              <a:solidFill>
                <a:srgbClr val="FFFFFF"/>
              </a:solidFill>
              <a:latin typeface="Consolas"/>
              <a:ea typeface="Consolas"/>
              <a:cs typeface="Consolas"/>
              <a:sym typeface="Consolas"/>
            </a:endParaRPr>
          </a:p>
          <a:p>
            <a:pPr marL="0" lvl="0" indent="0" algn="l" rtl="0">
              <a:spcBef>
                <a:spcPts val="1600"/>
              </a:spcBef>
              <a:spcAft>
                <a:spcPts val="1600"/>
              </a:spcAft>
              <a:buNone/>
            </a:pPr>
            <a:endParaRPr>
              <a:solidFill>
                <a:srgbClr val="FFFFFF"/>
              </a:solidFill>
              <a:latin typeface="Consolas"/>
              <a:ea typeface="Consolas"/>
              <a:cs typeface="Consolas"/>
              <a:sym typeface="Consolas"/>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689"/>
        <p:cNvGrpSpPr/>
        <p:nvPr/>
      </p:nvGrpSpPr>
      <p:grpSpPr>
        <a:xfrm>
          <a:off x="0" y="0"/>
          <a:ext cx="0" cy="0"/>
          <a:chOff x="0" y="0"/>
          <a:chExt cx="0" cy="0"/>
        </a:xfrm>
      </p:grpSpPr>
      <p:sp>
        <p:nvSpPr>
          <p:cNvPr id="690" name="Google Shape;690;p106"/>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int scores[3];</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scores[0] = 72;</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scores[1] = 73;</a:t>
            </a:r>
            <a:endParaRPr>
              <a:solidFill>
                <a:schemeClr val="dk1"/>
              </a:solidFill>
              <a:latin typeface="Consolas"/>
              <a:ea typeface="Consolas"/>
              <a:cs typeface="Consolas"/>
              <a:sym typeface="Consolas"/>
            </a:endParaRPr>
          </a:p>
          <a:p>
            <a:pPr marL="0" lvl="0" indent="0" algn="l" rtl="0">
              <a:spcBef>
                <a:spcPts val="1600"/>
              </a:spcBef>
              <a:spcAft>
                <a:spcPts val="1600"/>
              </a:spcAft>
              <a:buNone/>
            </a:pPr>
            <a:r>
              <a:rPr lang="en">
                <a:solidFill>
                  <a:schemeClr val="dk1"/>
                </a:solidFill>
                <a:latin typeface="Consolas"/>
                <a:ea typeface="Consolas"/>
                <a:cs typeface="Consolas"/>
                <a:sym typeface="Consolas"/>
              </a:rPr>
              <a:t>scores[2] = 33;</a:t>
            </a:r>
            <a:endParaRPr>
              <a:solidFill>
                <a:srgbClr val="FFFFFF"/>
              </a:solidFill>
              <a:latin typeface="Consolas"/>
              <a:ea typeface="Consolas"/>
              <a:cs typeface="Consolas"/>
              <a:sym typeface="Consolas"/>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694"/>
        <p:cNvGrpSpPr/>
        <p:nvPr/>
      </p:nvGrpSpPr>
      <p:grpSpPr>
        <a:xfrm>
          <a:off x="0" y="0"/>
          <a:ext cx="0" cy="0"/>
          <a:chOff x="0" y="0"/>
          <a:chExt cx="0" cy="0"/>
        </a:xfrm>
      </p:grpSpPr>
      <p:graphicFrame>
        <p:nvGraphicFramePr>
          <p:cNvPr id="695" name="Google Shape;695;p107"/>
          <p:cNvGraphicFramePr/>
          <p:nvPr/>
        </p:nvGraphicFramePr>
        <p:xfrm>
          <a:off x="0" y="-50"/>
          <a:ext cx="3000000" cy="3000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gridSpan="4">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72</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scores[0]</a:t>
                      </a:r>
                      <a:endParaRPr sz="4800">
                        <a:solidFill>
                          <a:srgbClr val="FFFFFF"/>
                        </a:solidFill>
                        <a:latin typeface="Consolas"/>
                        <a:ea typeface="Consolas"/>
                        <a:cs typeface="Consolas"/>
                        <a:sym typeface="Consolas"/>
                      </a:endParaRPr>
                    </a:p>
                  </a:txBody>
                  <a:tcPr marL="91425" marR="91425" marT="91425" marB="91425" anchor="ctr">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73</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scores[1]</a:t>
                      </a: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1143000">
                <a:tc gridSpan="4">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33</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scores[2]</a:t>
                      </a: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699"/>
        <p:cNvGrpSpPr/>
        <p:nvPr/>
      </p:nvGrpSpPr>
      <p:grpSpPr>
        <a:xfrm>
          <a:off x="0" y="0"/>
          <a:ext cx="0" cy="0"/>
          <a:chOff x="0" y="0"/>
          <a:chExt cx="0" cy="0"/>
        </a:xfrm>
      </p:grpSpPr>
      <p:pic>
        <p:nvPicPr>
          <p:cNvPr id="700" name="Google Shape;700;p108"/>
          <p:cNvPicPr preferRelativeResize="0"/>
          <p:nvPr/>
        </p:nvPicPr>
        <p:blipFill>
          <a:blip r:embed="rId3">
            <a:alphaModFix/>
          </a:blip>
          <a:stretch>
            <a:fillRect/>
          </a:stretch>
        </p:blipFill>
        <p:spPr>
          <a:xfrm>
            <a:off x="2286000" y="1809750"/>
            <a:ext cx="1524000" cy="1524000"/>
          </a:xfrm>
          <a:prstGeom prst="rect">
            <a:avLst/>
          </a:prstGeom>
          <a:noFill/>
          <a:ln>
            <a:noFill/>
          </a:ln>
        </p:spPr>
      </p:pic>
      <p:pic>
        <p:nvPicPr>
          <p:cNvPr id="701" name="Google Shape;701;p108"/>
          <p:cNvPicPr preferRelativeResize="0"/>
          <p:nvPr/>
        </p:nvPicPr>
        <p:blipFill>
          <a:blip r:embed="rId4">
            <a:alphaModFix/>
          </a:blip>
          <a:stretch>
            <a:fillRect/>
          </a:stretch>
        </p:blipFill>
        <p:spPr>
          <a:xfrm>
            <a:off x="3810000" y="1809750"/>
            <a:ext cx="1524000" cy="1524000"/>
          </a:xfrm>
          <a:prstGeom prst="rect">
            <a:avLst/>
          </a:prstGeom>
          <a:noFill/>
          <a:ln>
            <a:noFill/>
          </a:ln>
        </p:spPr>
      </p:pic>
      <p:pic>
        <p:nvPicPr>
          <p:cNvPr id="702" name="Google Shape;702;p108"/>
          <p:cNvPicPr preferRelativeResize="0"/>
          <p:nvPr/>
        </p:nvPicPr>
        <p:blipFill>
          <a:blip r:embed="rId5">
            <a:alphaModFix/>
          </a:blip>
          <a:stretch>
            <a:fillRect/>
          </a:stretch>
        </p:blipFill>
        <p:spPr>
          <a:xfrm>
            <a:off x="5334000" y="1809750"/>
            <a:ext cx="1524000" cy="1524000"/>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706"/>
        <p:cNvGrpSpPr/>
        <p:nvPr/>
      </p:nvGrpSpPr>
      <p:grpSpPr>
        <a:xfrm>
          <a:off x="0" y="0"/>
          <a:ext cx="0" cy="0"/>
          <a:chOff x="0" y="0"/>
          <a:chExt cx="0" cy="0"/>
        </a:xfrm>
      </p:grpSpPr>
      <p:sp>
        <p:nvSpPr>
          <p:cNvPr id="707" name="Google Shape;707;p109"/>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char c1 = 'H';</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char c2 = 'I';</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char c3 = '!';</a:t>
            </a:r>
            <a:endParaRPr>
              <a:solidFill>
                <a:srgbClr val="FFFFFF"/>
              </a:solidFill>
              <a:latin typeface="Consolas"/>
              <a:ea typeface="Consolas"/>
              <a:cs typeface="Consolas"/>
              <a:sym typeface="Consolas"/>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711"/>
        <p:cNvGrpSpPr/>
        <p:nvPr/>
      </p:nvGrpSpPr>
      <p:grpSpPr>
        <a:xfrm>
          <a:off x="0" y="0"/>
          <a:ext cx="0" cy="0"/>
          <a:chOff x="0" y="0"/>
          <a:chExt cx="0" cy="0"/>
        </a:xfrm>
      </p:grpSpPr>
      <p:graphicFrame>
        <p:nvGraphicFramePr>
          <p:cNvPr id="712" name="Google Shape;712;p110"/>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endParaRPr sz="4800">
                        <a:solidFill>
                          <a:srgbClr val="FFFFFF"/>
                        </a:solidFill>
                        <a:latin typeface="Consolas"/>
                        <a:ea typeface="Consolas"/>
                        <a:cs typeface="Consolas"/>
                        <a:sym typeface="Consolas"/>
                      </a:endParaRPr>
                    </a:p>
                  </a:txBody>
                  <a:tcPr marL="91425" marR="91425" marT="91425" marB="91425" anchor="ctr">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716"/>
        <p:cNvGrpSpPr/>
        <p:nvPr/>
      </p:nvGrpSpPr>
      <p:grpSpPr>
        <a:xfrm>
          <a:off x="0" y="0"/>
          <a:ext cx="0" cy="0"/>
          <a:chOff x="0" y="0"/>
          <a:chExt cx="0" cy="0"/>
        </a:xfrm>
      </p:grpSpPr>
      <p:graphicFrame>
        <p:nvGraphicFramePr>
          <p:cNvPr id="717" name="Google Shape;717;p111"/>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H</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c1</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I</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c2</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c3</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721"/>
        <p:cNvGrpSpPr/>
        <p:nvPr/>
      </p:nvGrpSpPr>
      <p:grpSpPr>
        <a:xfrm>
          <a:off x="0" y="0"/>
          <a:ext cx="0" cy="0"/>
          <a:chOff x="0" y="0"/>
          <a:chExt cx="0" cy="0"/>
        </a:xfrm>
      </p:grpSpPr>
      <p:graphicFrame>
        <p:nvGraphicFramePr>
          <p:cNvPr id="722" name="Google Shape;722;p112"/>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72</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c1</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73</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c2</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33</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c3</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726"/>
        <p:cNvGrpSpPr/>
        <p:nvPr/>
      </p:nvGrpSpPr>
      <p:grpSpPr>
        <a:xfrm>
          <a:off x="0" y="0"/>
          <a:ext cx="0" cy="0"/>
          <a:chOff x="0" y="0"/>
          <a:chExt cx="0" cy="0"/>
        </a:xfrm>
      </p:grpSpPr>
      <p:graphicFrame>
        <p:nvGraphicFramePr>
          <p:cNvPr id="727" name="Google Shape;727;p113"/>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1700">
                          <a:solidFill>
                            <a:srgbClr val="FFFFFF"/>
                          </a:solidFill>
                          <a:latin typeface="Consolas"/>
                          <a:ea typeface="Consolas"/>
                          <a:cs typeface="Consolas"/>
                          <a:sym typeface="Consolas"/>
                        </a:rPr>
                        <a:t>01001000</a:t>
                      </a:r>
                      <a:endParaRPr sz="1700">
                        <a:solidFill>
                          <a:srgbClr val="FFFFFF"/>
                        </a:solidFill>
                        <a:latin typeface="Consolas"/>
                        <a:ea typeface="Consolas"/>
                        <a:cs typeface="Consolas"/>
                        <a:sym typeface="Consolas"/>
                      </a:endParaRPr>
                    </a:p>
                    <a:p>
                      <a:pPr marL="0" lvl="0" indent="0" algn="ctr" rtl="0">
                        <a:spcBef>
                          <a:spcPts val="0"/>
                        </a:spcBef>
                        <a:spcAft>
                          <a:spcPts val="0"/>
                        </a:spcAft>
                        <a:buNone/>
                      </a:pPr>
                      <a:endParaRPr>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c1</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1700">
                          <a:solidFill>
                            <a:srgbClr val="FFFFFF"/>
                          </a:solidFill>
                          <a:latin typeface="Consolas"/>
                          <a:ea typeface="Consolas"/>
                          <a:cs typeface="Consolas"/>
                          <a:sym typeface="Consolas"/>
                        </a:rPr>
                        <a:t>01001001</a:t>
                      </a:r>
                      <a:endParaRPr sz="1700">
                        <a:solidFill>
                          <a:srgbClr val="FFFFFF"/>
                        </a:solidFill>
                        <a:latin typeface="Consolas"/>
                        <a:ea typeface="Consolas"/>
                        <a:cs typeface="Consolas"/>
                        <a:sym typeface="Consolas"/>
                      </a:endParaRPr>
                    </a:p>
                    <a:p>
                      <a:pPr marL="0" lvl="0" indent="0" algn="ctr" rtl="0">
                        <a:spcBef>
                          <a:spcPts val="0"/>
                        </a:spcBef>
                        <a:spcAft>
                          <a:spcPts val="0"/>
                        </a:spcAft>
                        <a:buNone/>
                      </a:pPr>
                      <a:endParaRPr>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c2</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1700">
                          <a:solidFill>
                            <a:srgbClr val="FFFFFF"/>
                          </a:solidFill>
                          <a:latin typeface="Consolas"/>
                          <a:ea typeface="Consolas"/>
                          <a:cs typeface="Consolas"/>
                          <a:sym typeface="Consolas"/>
                        </a:rPr>
                        <a:t>00100001</a:t>
                      </a:r>
                      <a:endParaRPr sz="1700">
                        <a:solidFill>
                          <a:srgbClr val="FFFFFF"/>
                        </a:solidFill>
                        <a:latin typeface="Consolas"/>
                        <a:ea typeface="Consolas"/>
                        <a:cs typeface="Consolas"/>
                        <a:sym typeface="Consolas"/>
                      </a:endParaRPr>
                    </a:p>
                    <a:p>
                      <a:pPr marL="0" lvl="0" indent="0" algn="ctr" rtl="0">
                        <a:spcBef>
                          <a:spcPts val="0"/>
                        </a:spcBef>
                        <a:spcAft>
                          <a:spcPts val="0"/>
                        </a:spcAft>
                        <a:buNone/>
                      </a:pPr>
                      <a:endParaRPr>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c3</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731"/>
        <p:cNvGrpSpPr/>
        <p:nvPr/>
      </p:nvGrpSpPr>
      <p:grpSpPr>
        <a:xfrm>
          <a:off x="0" y="0"/>
          <a:ext cx="0" cy="0"/>
          <a:chOff x="0" y="0"/>
          <a:chExt cx="0" cy="0"/>
        </a:xfrm>
      </p:grpSpPr>
      <p:sp>
        <p:nvSpPr>
          <p:cNvPr id="732" name="Google Shape;732;p114"/>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nsolas"/>
                <a:ea typeface="Consolas"/>
                <a:cs typeface="Consolas"/>
                <a:sym typeface="Consolas"/>
              </a:rPr>
              <a:t>string</a:t>
            </a:r>
            <a:endParaRPr>
              <a:latin typeface="Consolas"/>
              <a:ea typeface="Consolas"/>
              <a:cs typeface="Consolas"/>
              <a:sym typeface="Consolas"/>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736"/>
        <p:cNvGrpSpPr/>
        <p:nvPr/>
      </p:nvGrpSpPr>
      <p:grpSpPr>
        <a:xfrm>
          <a:off x="0" y="0"/>
          <a:ext cx="0" cy="0"/>
          <a:chOff x="0" y="0"/>
          <a:chExt cx="0" cy="0"/>
        </a:xfrm>
      </p:grpSpPr>
      <p:sp>
        <p:nvSpPr>
          <p:cNvPr id="737" name="Google Shape;737;p115"/>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1600"/>
              </a:spcAft>
              <a:buNone/>
            </a:pPr>
            <a:r>
              <a:rPr lang="en">
                <a:solidFill>
                  <a:srgbClr val="FFFFFF"/>
                </a:solidFill>
                <a:latin typeface="Consolas"/>
                <a:ea typeface="Consolas"/>
                <a:cs typeface="Consolas"/>
                <a:sym typeface="Consolas"/>
              </a:rPr>
              <a:t>string s = "HI!";</a:t>
            </a:r>
            <a:endParaRPr>
              <a:solidFill>
                <a:srgbClr val="FFFFFF"/>
              </a:solidFill>
              <a:latin typeface="Consolas"/>
              <a:ea typeface="Consolas"/>
              <a:cs typeface="Consolas"/>
              <a:sym typeface="Consolas"/>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741"/>
        <p:cNvGrpSpPr/>
        <p:nvPr/>
      </p:nvGrpSpPr>
      <p:grpSpPr>
        <a:xfrm>
          <a:off x="0" y="0"/>
          <a:ext cx="0" cy="0"/>
          <a:chOff x="0" y="0"/>
          <a:chExt cx="0" cy="0"/>
        </a:xfrm>
      </p:grpSpPr>
      <p:graphicFrame>
        <p:nvGraphicFramePr>
          <p:cNvPr id="742" name="Google Shape;742;p116"/>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endParaRPr sz="4800">
                        <a:solidFill>
                          <a:srgbClr val="FFFFFF"/>
                        </a:solidFill>
                        <a:latin typeface="Consolas"/>
                        <a:ea typeface="Consolas"/>
                        <a:cs typeface="Consolas"/>
                        <a:sym typeface="Consolas"/>
                      </a:endParaRPr>
                    </a:p>
                  </a:txBody>
                  <a:tcPr marL="91425" marR="91425" marT="91425" marB="91425" anchor="ctr">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746"/>
        <p:cNvGrpSpPr/>
        <p:nvPr/>
      </p:nvGrpSpPr>
      <p:grpSpPr>
        <a:xfrm>
          <a:off x="0" y="0"/>
          <a:ext cx="0" cy="0"/>
          <a:chOff x="0" y="0"/>
          <a:chExt cx="0" cy="0"/>
        </a:xfrm>
      </p:grpSpPr>
      <p:graphicFrame>
        <p:nvGraphicFramePr>
          <p:cNvPr id="747" name="Google Shape;747;p117"/>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H</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I</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751"/>
        <p:cNvGrpSpPr/>
        <p:nvPr/>
      </p:nvGrpSpPr>
      <p:grpSpPr>
        <a:xfrm>
          <a:off x="0" y="0"/>
          <a:ext cx="0" cy="0"/>
          <a:chOff x="0" y="0"/>
          <a:chExt cx="0" cy="0"/>
        </a:xfrm>
      </p:grpSpPr>
      <p:graphicFrame>
        <p:nvGraphicFramePr>
          <p:cNvPr id="752" name="Google Shape;752;p118"/>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H</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s[0]</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I</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s[1]</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s[2]</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aphicFrame>
        <p:nvGraphicFramePr>
          <p:cNvPr id="757" name="Google Shape;757;p119"/>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H</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s[0]</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I</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s[1]</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s[2]</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1700">
                          <a:solidFill>
                            <a:srgbClr val="FFFFFF"/>
                          </a:solidFill>
                          <a:latin typeface="Consolas"/>
                          <a:ea typeface="Consolas"/>
                          <a:cs typeface="Consolas"/>
                          <a:sym typeface="Consolas"/>
                        </a:rPr>
                        <a:t>00000000</a:t>
                      </a:r>
                      <a:endParaRPr sz="1700">
                        <a:solidFill>
                          <a:srgbClr val="FFFFFF"/>
                        </a:solidFill>
                        <a:latin typeface="Consolas"/>
                        <a:ea typeface="Consolas"/>
                        <a:cs typeface="Consolas"/>
                        <a:sym typeface="Consolas"/>
                      </a:endParaRPr>
                    </a:p>
                    <a:p>
                      <a:pPr marL="0" lvl="0" indent="0" algn="ctr" rtl="0">
                        <a:spcBef>
                          <a:spcPts val="0"/>
                        </a:spcBef>
                        <a:spcAft>
                          <a:spcPts val="0"/>
                        </a:spcAft>
                        <a:buNone/>
                      </a:pPr>
                      <a:endParaRPr>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s[3]</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761"/>
        <p:cNvGrpSpPr/>
        <p:nvPr/>
      </p:nvGrpSpPr>
      <p:grpSpPr>
        <a:xfrm>
          <a:off x="0" y="0"/>
          <a:ext cx="0" cy="0"/>
          <a:chOff x="0" y="0"/>
          <a:chExt cx="0" cy="0"/>
        </a:xfrm>
      </p:grpSpPr>
      <p:graphicFrame>
        <p:nvGraphicFramePr>
          <p:cNvPr id="762" name="Google Shape;762;p120"/>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H</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s[0]</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I</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s[1]</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s[2]</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0</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s[3]</a:t>
                      </a: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766"/>
        <p:cNvGrpSpPr/>
        <p:nvPr/>
      </p:nvGrpSpPr>
      <p:grpSpPr>
        <a:xfrm>
          <a:off x="0" y="0"/>
          <a:ext cx="0" cy="0"/>
          <a:chOff x="0" y="0"/>
          <a:chExt cx="0" cy="0"/>
        </a:xfrm>
      </p:grpSpPr>
      <p:graphicFrame>
        <p:nvGraphicFramePr>
          <p:cNvPr id="767" name="Google Shape;767;p121"/>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H</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s[0]</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I</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s[1]</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s[2]</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\0</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s[3]</a:t>
                      </a: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771"/>
        <p:cNvGrpSpPr/>
        <p:nvPr/>
      </p:nvGrpSpPr>
      <p:grpSpPr>
        <a:xfrm>
          <a:off x="0" y="0"/>
          <a:ext cx="0" cy="0"/>
          <a:chOff x="0" y="0"/>
          <a:chExt cx="0" cy="0"/>
        </a:xfrm>
      </p:grpSpPr>
      <p:graphicFrame>
        <p:nvGraphicFramePr>
          <p:cNvPr id="772" name="Google Shape;772;p122"/>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72</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s[0]</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73</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s[1]</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33</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s[2]</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0</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s[3]</a:t>
                      </a: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776"/>
        <p:cNvGrpSpPr/>
        <p:nvPr/>
      </p:nvGrpSpPr>
      <p:grpSpPr>
        <a:xfrm>
          <a:off x="0" y="0"/>
          <a:ext cx="0" cy="0"/>
          <a:chOff x="0" y="0"/>
          <a:chExt cx="0" cy="0"/>
        </a:xfrm>
      </p:grpSpPr>
      <p:graphicFrame>
        <p:nvGraphicFramePr>
          <p:cNvPr id="777" name="Google Shape;777;p123"/>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H</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I</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 </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 </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\0</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781"/>
        <p:cNvGrpSpPr/>
        <p:nvPr/>
      </p:nvGrpSpPr>
      <p:grpSpPr>
        <a:xfrm>
          <a:off x="0" y="0"/>
          <a:ext cx="0" cy="0"/>
          <a:chOff x="0" y="0"/>
          <a:chExt cx="0" cy="0"/>
        </a:xfrm>
      </p:grpSpPr>
      <p:sp>
        <p:nvSpPr>
          <p:cNvPr id="782" name="Google Shape;782;p124"/>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nsolas"/>
                <a:ea typeface="Consolas"/>
                <a:cs typeface="Consolas"/>
                <a:sym typeface="Consolas"/>
              </a:rPr>
              <a:t>NUL</a:t>
            </a:r>
            <a:endParaRPr>
              <a:latin typeface="Consolas"/>
              <a:ea typeface="Consolas"/>
              <a:cs typeface="Consolas"/>
              <a:sym typeface="Consolas"/>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786"/>
        <p:cNvGrpSpPr/>
        <p:nvPr/>
      </p:nvGrpSpPr>
      <p:grpSpPr>
        <a:xfrm>
          <a:off x="0" y="0"/>
          <a:ext cx="0" cy="0"/>
          <a:chOff x="0" y="0"/>
          <a:chExt cx="0" cy="0"/>
        </a:xfrm>
      </p:grpSpPr>
      <p:pic>
        <p:nvPicPr>
          <p:cNvPr id="787" name="Google Shape;787;p125"/>
          <p:cNvPicPr preferRelativeResize="0"/>
          <p:nvPr/>
        </p:nvPicPr>
        <p:blipFill>
          <a:blip r:embed="rId3">
            <a:alphaModFix/>
          </a:blip>
          <a:stretch>
            <a:fillRect/>
          </a:stretch>
        </p:blipFill>
        <p:spPr>
          <a:xfrm>
            <a:off x="348375" y="728387"/>
            <a:ext cx="8447252" cy="368672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791"/>
        <p:cNvGrpSpPr/>
        <p:nvPr/>
      </p:nvGrpSpPr>
      <p:grpSpPr>
        <a:xfrm>
          <a:off x="0" y="0"/>
          <a:ext cx="0" cy="0"/>
          <a:chOff x="0" y="0"/>
          <a:chExt cx="0" cy="0"/>
        </a:xfrm>
      </p:grpSpPr>
      <p:pic>
        <p:nvPicPr>
          <p:cNvPr id="792" name="Google Shape;792;p126"/>
          <p:cNvPicPr preferRelativeResize="0"/>
          <p:nvPr/>
        </p:nvPicPr>
        <p:blipFill>
          <a:blip r:embed="rId3">
            <a:alphaModFix/>
          </a:blip>
          <a:stretch>
            <a:fillRect/>
          </a:stretch>
        </p:blipFill>
        <p:spPr>
          <a:xfrm>
            <a:off x="348375" y="728387"/>
            <a:ext cx="8447252" cy="3686724"/>
          </a:xfrm>
          <a:prstGeom prst="rect">
            <a:avLst/>
          </a:prstGeom>
          <a:noFill/>
          <a:ln>
            <a:noFill/>
          </a:ln>
        </p:spPr>
      </p:pic>
      <p:sp>
        <p:nvSpPr>
          <p:cNvPr id="793" name="Google Shape;793;p126"/>
          <p:cNvSpPr/>
          <p:nvPr/>
        </p:nvSpPr>
        <p:spPr>
          <a:xfrm>
            <a:off x="1333500" y="0"/>
            <a:ext cx="7810800" cy="5143500"/>
          </a:xfrm>
          <a:prstGeom prst="rect">
            <a:avLst/>
          </a:prstGeom>
          <a:solidFill>
            <a:srgbClr val="000000">
              <a:alpha val="749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797"/>
        <p:cNvGrpSpPr/>
        <p:nvPr/>
      </p:nvGrpSpPr>
      <p:grpSpPr>
        <a:xfrm>
          <a:off x="0" y="0"/>
          <a:ext cx="0" cy="0"/>
          <a:chOff x="0" y="0"/>
          <a:chExt cx="0" cy="0"/>
        </a:xfrm>
      </p:grpSpPr>
      <p:sp>
        <p:nvSpPr>
          <p:cNvPr id="798" name="Google Shape;798;p127"/>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string s = "HI!";</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chemeClr val="dk1"/>
                </a:solidFill>
                <a:latin typeface="Consolas"/>
                <a:ea typeface="Consolas"/>
                <a:cs typeface="Consolas"/>
                <a:sym typeface="Consolas"/>
              </a:rPr>
              <a:t>string t = "BYE!";</a:t>
            </a:r>
            <a:endParaRPr>
              <a:solidFill>
                <a:srgbClr val="FFFFFF"/>
              </a:solidFill>
              <a:latin typeface="Consolas"/>
              <a:ea typeface="Consolas"/>
              <a:cs typeface="Consolas"/>
              <a:sym typeface="Consolas"/>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802"/>
        <p:cNvGrpSpPr/>
        <p:nvPr/>
      </p:nvGrpSpPr>
      <p:grpSpPr>
        <a:xfrm>
          <a:off x="0" y="0"/>
          <a:ext cx="0" cy="0"/>
          <a:chOff x="0" y="0"/>
          <a:chExt cx="0" cy="0"/>
        </a:xfrm>
      </p:grpSpPr>
      <p:graphicFrame>
        <p:nvGraphicFramePr>
          <p:cNvPr id="803" name="Google Shape;803;p128"/>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807"/>
        <p:cNvGrpSpPr/>
        <p:nvPr/>
      </p:nvGrpSpPr>
      <p:grpSpPr>
        <a:xfrm>
          <a:off x="0" y="0"/>
          <a:ext cx="0" cy="0"/>
          <a:chOff x="0" y="0"/>
          <a:chExt cx="0" cy="0"/>
        </a:xfrm>
      </p:grpSpPr>
      <p:graphicFrame>
        <p:nvGraphicFramePr>
          <p:cNvPr id="808" name="Google Shape;808;p129"/>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H</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I</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 </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 </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\0</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812"/>
        <p:cNvGrpSpPr/>
        <p:nvPr/>
      </p:nvGrpSpPr>
      <p:grpSpPr>
        <a:xfrm>
          <a:off x="0" y="0"/>
          <a:ext cx="0" cy="0"/>
          <a:chOff x="0" y="0"/>
          <a:chExt cx="0" cy="0"/>
        </a:xfrm>
      </p:grpSpPr>
      <p:graphicFrame>
        <p:nvGraphicFramePr>
          <p:cNvPr id="813" name="Google Shape;813;p130"/>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H</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I</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 </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 </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\0</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B</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t</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Y</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 </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E</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 </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\0</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817"/>
        <p:cNvGrpSpPr/>
        <p:nvPr/>
      </p:nvGrpSpPr>
      <p:grpSpPr>
        <a:xfrm>
          <a:off x="0" y="0"/>
          <a:ext cx="0" cy="0"/>
          <a:chOff x="0" y="0"/>
          <a:chExt cx="0" cy="0"/>
        </a:xfrm>
      </p:grpSpPr>
      <p:graphicFrame>
        <p:nvGraphicFramePr>
          <p:cNvPr id="818" name="Google Shape;818;p131"/>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H</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s[0]</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I</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s[1]</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s[2]</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\0</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s[3]</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B</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t[0]</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Y</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t[1]</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E</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t[2]</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t[3]</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\0</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t[4]</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822"/>
        <p:cNvGrpSpPr/>
        <p:nvPr/>
      </p:nvGrpSpPr>
      <p:grpSpPr>
        <a:xfrm>
          <a:off x="0" y="0"/>
          <a:ext cx="0" cy="0"/>
          <a:chOff x="0" y="0"/>
          <a:chExt cx="0" cy="0"/>
        </a:xfrm>
      </p:grpSpPr>
      <p:sp>
        <p:nvSpPr>
          <p:cNvPr id="823" name="Google Shape;823;p132"/>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string words[2];</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words</a:t>
            </a:r>
            <a:r>
              <a:rPr lang="en">
                <a:solidFill>
                  <a:srgbClr val="FFFFFF"/>
                </a:solidFill>
                <a:latin typeface="Consolas"/>
                <a:ea typeface="Consolas"/>
                <a:cs typeface="Consolas"/>
                <a:sym typeface="Consolas"/>
              </a:rPr>
              <a:t>[0] = "HI!";</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chemeClr val="dk1"/>
                </a:solidFill>
                <a:latin typeface="Consolas"/>
                <a:ea typeface="Consolas"/>
                <a:cs typeface="Consolas"/>
                <a:sym typeface="Consolas"/>
              </a:rPr>
              <a:t>words[1] = "BYE!";</a:t>
            </a:r>
            <a:endParaRPr>
              <a:solidFill>
                <a:schemeClr val="dk1"/>
              </a:solidFill>
              <a:latin typeface="Consolas"/>
              <a:ea typeface="Consolas"/>
              <a:cs typeface="Consolas"/>
              <a:sym typeface="Consolas"/>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827"/>
        <p:cNvGrpSpPr/>
        <p:nvPr/>
      </p:nvGrpSpPr>
      <p:grpSpPr>
        <a:xfrm>
          <a:off x="0" y="0"/>
          <a:ext cx="0" cy="0"/>
          <a:chOff x="0" y="0"/>
          <a:chExt cx="0" cy="0"/>
        </a:xfrm>
      </p:grpSpPr>
      <p:graphicFrame>
        <p:nvGraphicFramePr>
          <p:cNvPr id="828" name="Google Shape;828;p133"/>
          <p:cNvGraphicFramePr/>
          <p:nvPr/>
        </p:nvGraphicFramePr>
        <p:xfrm>
          <a:off x="0" y="-50"/>
          <a:ext cx="3000000" cy="3000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H</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words[0]</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I</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 </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 </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\0</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B</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words[1]</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Y</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 </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E</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 </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\0</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sz="1200">
                          <a:solidFill>
                            <a:schemeClr val="dk1"/>
                          </a:solidFill>
                          <a:latin typeface="Consolas"/>
                          <a:ea typeface="Consolas"/>
                          <a:cs typeface="Consolas"/>
                          <a:sym typeface="Consolas"/>
                        </a:rPr>
                        <a:t> </a:t>
                      </a:r>
                      <a:endParaRPr sz="4800">
                        <a:solidFill>
                          <a:schemeClr val="dk1"/>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832"/>
        <p:cNvGrpSpPr/>
        <p:nvPr/>
      </p:nvGrpSpPr>
      <p:grpSpPr>
        <a:xfrm>
          <a:off x="0" y="0"/>
          <a:ext cx="0" cy="0"/>
          <a:chOff x="0" y="0"/>
          <a:chExt cx="0" cy="0"/>
        </a:xfrm>
      </p:grpSpPr>
      <p:graphicFrame>
        <p:nvGraphicFramePr>
          <p:cNvPr id="833" name="Google Shape;833;p134"/>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H</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sz="1200">
                          <a:solidFill>
                            <a:schemeClr val="dk1"/>
                          </a:solidFill>
                          <a:latin typeface="Consolas"/>
                          <a:ea typeface="Consolas"/>
                          <a:cs typeface="Consolas"/>
                          <a:sym typeface="Consolas"/>
                        </a:rPr>
                        <a:t>words[0][0]</a:t>
                      </a:r>
                      <a:endParaRPr sz="1200"/>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I</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sz="1200">
                          <a:solidFill>
                            <a:schemeClr val="dk1"/>
                          </a:solidFill>
                          <a:latin typeface="Consolas"/>
                          <a:ea typeface="Consolas"/>
                          <a:cs typeface="Consolas"/>
                          <a:sym typeface="Consolas"/>
                        </a:rPr>
                        <a:t>words[0][1]</a:t>
                      </a:r>
                      <a:endParaRPr sz="1200"/>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sz="1200">
                          <a:solidFill>
                            <a:schemeClr val="dk1"/>
                          </a:solidFill>
                          <a:latin typeface="Consolas"/>
                          <a:ea typeface="Consolas"/>
                          <a:cs typeface="Consolas"/>
                          <a:sym typeface="Consolas"/>
                        </a:rPr>
                        <a:t>words[0][2]</a:t>
                      </a:r>
                      <a:endParaRPr sz="4800">
                        <a:solidFill>
                          <a:schemeClr val="dk1"/>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\0</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sz="1200">
                          <a:solidFill>
                            <a:schemeClr val="dk1"/>
                          </a:solidFill>
                          <a:latin typeface="Consolas"/>
                          <a:ea typeface="Consolas"/>
                          <a:cs typeface="Consolas"/>
                          <a:sym typeface="Consolas"/>
                        </a:rPr>
                        <a:t>words[0][3]</a:t>
                      </a:r>
                      <a:endParaRPr sz="4800">
                        <a:solidFill>
                          <a:schemeClr val="dk1"/>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B</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sz="1200">
                          <a:solidFill>
                            <a:schemeClr val="dk1"/>
                          </a:solidFill>
                          <a:latin typeface="Consolas"/>
                          <a:ea typeface="Consolas"/>
                          <a:cs typeface="Consolas"/>
                          <a:sym typeface="Consolas"/>
                        </a:rPr>
                        <a:t>words[1][0]</a:t>
                      </a:r>
                      <a:endParaRPr sz="4800">
                        <a:solidFill>
                          <a:schemeClr val="dk1"/>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Y</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sz="1200">
                          <a:solidFill>
                            <a:schemeClr val="dk1"/>
                          </a:solidFill>
                          <a:latin typeface="Consolas"/>
                          <a:ea typeface="Consolas"/>
                          <a:cs typeface="Consolas"/>
                          <a:sym typeface="Consolas"/>
                        </a:rPr>
                        <a:t>words[1][1]</a:t>
                      </a:r>
                      <a:endParaRPr sz="4800">
                        <a:solidFill>
                          <a:schemeClr val="dk1"/>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E</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sz="1200">
                          <a:solidFill>
                            <a:schemeClr val="dk1"/>
                          </a:solidFill>
                          <a:latin typeface="Consolas"/>
                          <a:ea typeface="Consolas"/>
                          <a:cs typeface="Consolas"/>
                          <a:sym typeface="Consolas"/>
                        </a:rPr>
                        <a:t>words[1][2]</a:t>
                      </a:r>
                      <a:endParaRPr sz="4800">
                        <a:solidFill>
                          <a:schemeClr val="dk1"/>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sz="1200">
                          <a:solidFill>
                            <a:schemeClr val="dk1"/>
                          </a:solidFill>
                          <a:latin typeface="Consolas"/>
                          <a:ea typeface="Consolas"/>
                          <a:cs typeface="Consolas"/>
                          <a:sym typeface="Consolas"/>
                        </a:rPr>
                        <a:t>words[1][3]</a:t>
                      </a:r>
                      <a:endParaRPr sz="4800">
                        <a:solidFill>
                          <a:schemeClr val="dk1"/>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\0</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sz="1200">
                          <a:solidFill>
                            <a:schemeClr val="dk1"/>
                          </a:solidFill>
                          <a:latin typeface="Consolas"/>
                          <a:ea typeface="Consolas"/>
                          <a:cs typeface="Consolas"/>
                          <a:sym typeface="Consolas"/>
                        </a:rPr>
                        <a:t>words[1][4]</a:t>
                      </a:r>
                      <a:endParaRPr sz="4800">
                        <a:solidFill>
                          <a:schemeClr val="dk1"/>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837"/>
        <p:cNvGrpSpPr/>
        <p:nvPr/>
      </p:nvGrpSpPr>
      <p:grpSpPr>
        <a:xfrm>
          <a:off x="0" y="0"/>
          <a:ext cx="0" cy="0"/>
          <a:chOff x="0" y="0"/>
          <a:chExt cx="0" cy="0"/>
        </a:xfrm>
      </p:grpSpPr>
      <p:sp>
        <p:nvSpPr>
          <p:cNvPr id="838" name="Google Shape;838;p13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nsolas"/>
                <a:ea typeface="Consolas"/>
                <a:cs typeface="Consolas"/>
                <a:sym typeface="Consolas"/>
              </a:rPr>
              <a:t>string</a:t>
            </a:r>
            <a:endParaRPr>
              <a:latin typeface="Consolas"/>
              <a:ea typeface="Consolas"/>
              <a:cs typeface="Consolas"/>
              <a:sym typeface="Consolas"/>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842"/>
        <p:cNvGrpSpPr/>
        <p:nvPr/>
      </p:nvGrpSpPr>
      <p:grpSpPr>
        <a:xfrm>
          <a:off x="0" y="0"/>
          <a:ext cx="0" cy="0"/>
          <a:chOff x="0" y="0"/>
          <a:chExt cx="0" cy="0"/>
        </a:xfrm>
      </p:grpSpPr>
      <p:sp>
        <p:nvSpPr>
          <p:cNvPr id="843" name="Google Shape;843;p13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nsolas"/>
                <a:ea typeface="Consolas"/>
                <a:cs typeface="Consolas"/>
                <a:sym typeface="Consolas"/>
              </a:rPr>
              <a:t>string.h</a:t>
            </a:r>
            <a:endParaRPr>
              <a:latin typeface="Consolas"/>
              <a:ea typeface="Consolas"/>
              <a:cs typeface="Consolas"/>
              <a:sym typeface="Consolas"/>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847"/>
        <p:cNvGrpSpPr/>
        <p:nvPr/>
      </p:nvGrpSpPr>
      <p:grpSpPr>
        <a:xfrm>
          <a:off x="0" y="0"/>
          <a:ext cx="0" cy="0"/>
          <a:chOff x="0" y="0"/>
          <a:chExt cx="0" cy="0"/>
        </a:xfrm>
      </p:grpSpPr>
      <p:sp>
        <p:nvSpPr>
          <p:cNvPr id="848" name="Google Shape;848;p137"/>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uFill>
                  <a:noFill/>
                </a:uFill>
                <a:hlinkClick r:id="rId3"/>
              </a:rPr>
              <a:t>manual.cs50.io/#string.h</a:t>
            </a:r>
            <a:endParaRPr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sp>
        <p:nvSpPr>
          <p:cNvPr id="853" name="Google Shape;853;p138"/>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nsolas"/>
                <a:ea typeface="Consolas"/>
                <a:cs typeface="Consolas"/>
                <a:sym typeface="Consolas"/>
              </a:rPr>
              <a:t>strlen</a:t>
            </a:r>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857"/>
        <p:cNvGrpSpPr/>
        <p:nvPr/>
      </p:nvGrpSpPr>
      <p:grpSpPr>
        <a:xfrm>
          <a:off x="0" y="0"/>
          <a:ext cx="0" cy="0"/>
          <a:chOff x="0" y="0"/>
          <a:chExt cx="0" cy="0"/>
        </a:xfrm>
      </p:grpSpPr>
      <p:sp>
        <p:nvSpPr>
          <p:cNvPr id="858" name="Google Shape;858;p139"/>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nsolas"/>
                <a:ea typeface="Consolas"/>
                <a:cs typeface="Consolas"/>
                <a:sym typeface="Consolas"/>
              </a:rPr>
              <a:t>ctype.h</a:t>
            </a:r>
            <a:endParaRP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862"/>
        <p:cNvGrpSpPr/>
        <p:nvPr/>
      </p:nvGrpSpPr>
      <p:grpSpPr>
        <a:xfrm>
          <a:off x="0" y="0"/>
          <a:ext cx="0" cy="0"/>
          <a:chOff x="0" y="0"/>
          <a:chExt cx="0" cy="0"/>
        </a:xfrm>
      </p:grpSpPr>
      <p:sp>
        <p:nvSpPr>
          <p:cNvPr id="863" name="Google Shape;863;p140"/>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uFill>
                  <a:noFill/>
                </a:uFill>
                <a:hlinkClick r:id="rId3"/>
              </a:rPr>
              <a:t>manual.cs50.io/#ctype.h</a:t>
            </a:r>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867"/>
        <p:cNvGrpSpPr/>
        <p:nvPr/>
      </p:nvGrpSpPr>
      <p:grpSpPr>
        <a:xfrm>
          <a:off x="0" y="0"/>
          <a:ext cx="0" cy="0"/>
          <a:chOff x="0" y="0"/>
          <a:chExt cx="0" cy="0"/>
        </a:xfrm>
      </p:grpSpPr>
      <p:pic>
        <p:nvPicPr>
          <p:cNvPr id="868" name="Google Shape;868;p141"/>
          <p:cNvPicPr preferRelativeResize="0"/>
          <p:nvPr/>
        </p:nvPicPr>
        <p:blipFill>
          <a:blip r:embed="rId3">
            <a:alphaModFix/>
          </a:blip>
          <a:stretch>
            <a:fillRect/>
          </a:stretch>
        </p:blipFill>
        <p:spPr>
          <a:xfrm>
            <a:off x="348375" y="728387"/>
            <a:ext cx="8447252" cy="368672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872"/>
        <p:cNvGrpSpPr/>
        <p:nvPr/>
      </p:nvGrpSpPr>
      <p:grpSpPr>
        <a:xfrm>
          <a:off x="0" y="0"/>
          <a:ext cx="0" cy="0"/>
          <a:chOff x="0" y="0"/>
          <a:chExt cx="0" cy="0"/>
        </a:xfrm>
      </p:grpSpPr>
      <p:pic>
        <p:nvPicPr>
          <p:cNvPr id="873" name="Google Shape;873;p142"/>
          <p:cNvPicPr preferRelativeResize="0"/>
          <p:nvPr/>
        </p:nvPicPr>
        <p:blipFill>
          <a:blip r:embed="rId3">
            <a:alphaModFix/>
          </a:blip>
          <a:stretch>
            <a:fillRect/>
          </a:stretch>
        </p:blipFill>
        <p:spPr>
          <a:xfrm>
            <a:off x="348375" y="728387"/>
            <a:ext cx="8447252" cy="3686724"/>
          </a:xfrm>
          <a:prstGeom prst="rect">
            <a:avLst/>
          </a:prstGeom>
          <a:noFill/>
          <a:ln>
            <a:noFill/>
          </a:ln>
        </p:spPr>
      </p:pic>
      <p:sp>
        <p:nvSpPr>
          <p:cNvPr id="874" name="Google Shape;874;p142"/>
          <p:cNvSpPr/>
          <p:nvPr/>
        </p:nvSpPr>
        <p:spPr>
          <a:xfrm>
            <a:off x="300" y="0"/>
            <a:ext cx="4236000" cy="5143500"/>
          </a:xfrm>
          <a:prstGeom prst="rect">
            <a:avLst/>
          </a:prstGeom>
          <a:solidFill>
            <a:srgbClr val="000000">
              <a:alpha val="749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142"/>
          <p:cNvSpPr/>
          <p:nvPr/>
        </p:nvSpPr>
        <p:spPr>
          <a:xfrm>
            <a:off x="7450275" y="0"/>
            <a:ext cx="1693800" cy="5143500"/>
          </a:xfrm>
          <a:prstGeom prst="rect">
            <a:avLst/>
          </a:prstGeom>
          <a:solidFill>
            <a:srgbClr val="000000">
              <a:alpha val="749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142"/>
          <p:cNvSpPr/>
          <p:nvPr/>
        </p:nvSpPr>
        <p:spPr>
          <a:xfrm>
            <a:off x="5333975" y="0"/>
            <a:ext cx="1018500" cy="5143500"/>
          </a:xfrm>
          <a:prstGeom prst="rect">
            <a:avLst/>
          </a:prstGeom>
          <a:solidFill>
            <a:srgbClr val="000000">
              <a:alpha val="749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880"/>
        <p:cNvGrpSpPr/>
        <p:nvPr/>
      </p:nvGrpSpPr>
      <p:grpSpPr>
        <a:xfrm>
          <a:off x="0" y="0"/>
          <a:ext cx="0" cy="0"/>
          <a:chOff x="0" y="0"/>
          <a:chExt cx="0" cy="0"/>
        </a:xfrm>
      </p:grpSpPr>
      <p:sp>
        <p:nvSpPr>
          <p:cNvPr id="881" name="Google Shape;881;p14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command-line arguments</a:t>
            </a:r>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885"/>
        <p:cNvGrpSpPr/>
        <p:nvPr/>
      </p:nvGrpSpPr>
      <p:grpSpPr>
        <a:xfrm>
          <a:off x="0" y="0"/>
          <a:ext cx="0" cy="0"/>
          <a:chOff x="0" y="0"/>
          <a:chExt cx="0" cy="0"/>
        </a:xfrm>
      </p:grpSpPr>
      <p:sp>
        <p:nvSpPr>
          <p:cNvPr id="886" name="Google Shape;886;p144"/>
          <p:cNvSpPr txBox="1">
            <a:spLocks noGrp="1"/>
          </p:cNvSpPr>
          <p:nvPr>
            <p:ph type="body" idx="1"/>
          </p:nvPr>
        </p:nvSpPr>
        <p:spPr>
          <a:xfrm>
            <a:off x="2008650" y="1350150"/>
            <a:ext cx="5126700" cy="24432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br>
              <a:rPr lang="en">
                <a:solidFill>
                  <a:srgbClr val="FFFFFF"/>
                </a:solidFill>
                <a:latin typeface="Consolas"/>
                <a:ea typeface="Consolas"/>
                <a:cs typeface="Consolas"/>
                <a:sym typeface="Consolas"/>
              </a:rPr>
            </a:b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latin typeface="Consolas"/>
              <a:ea typeface="Consolas"/>
              <a:cs typeface="Consolas"/>
              <a:sym typeface="Consolas"/>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890"/>
        <p:cNvGrpSpPr/>
        <p:nvPr/>
      </p:nvGrpSpPr>
      <p:grpSpPr>
        <a:xfrm>
          <a:off x="0" y="0"/>
          <a:ext cx="0" cy="0"/>
          <a:chOff x="0" y="0"/>
          <a:chExt cx="0" cy="0"/>
        </a:xfrm>
      </p:grpSpPr>
      <p:sp>
        <p:nvSpPr>
          <p:cNvPr id="891" name="Google Shape;891;p145"/>
          <p:cNvSpPr txBox="1">
            <a:spLocks noGrp="1"/>
          </p:cNvSpPr>
          <p:nvPr>
            <p:ph type="body" idx="1"/>
          </p:nvPr>
        </p:nvSpPr>
        <p:spPr>
          <a:xfrm>
            <a:off x="2008650" y="1350150"/>
            <a:ext cx="5126700" cy="24432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a:t>
            </a:r>
            <a:r>
              <a:rPr lang="en">
                <a:solidFill>
                  <a:srgbClr val="000000"/>
                </a:solidFill>
                <a:highlight>
                  <a:schemeClr val="dk1"/>
                </a:highlight>
                <a:latin typeface="Consolas"/>
                <a:ea typeface="Consolas"/>
                <a:cs typeface="Consolas"/>
                <a:sym typeface="Consolas"/>
              </a:rPr>
              <a:t>void</a:t>
            </a:r>
            <a:r>
              <a:rPr lang="en">
                <a:solidFill>
                  <a:srgbClr val="FFFFFF"/>
                </a:solidFill>
                <a:latin typeface="Consolas"/>
                <a:ea typeface="Consolas"/>
                <a:cs typeface="Consolas"/>
                <a:sym typeface="Consolas"/>
              </a:rPr>
              <a:t>)</a:t>
            </a:r>
            <a:br>
              <a:rPr lang="en">
                <a:solidFill>
                  <a:srgbClr val="FFFFFF"/>
                </a:solidFill>
                <a:latin typeface="Consolas"/>
                <a:ea typeface="Consolas"/>
                <a:cs typeface="Consolas"/>
                <a:sym typeface="Consolas"/>
              </a:rPr>
            </a:b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latin typeface="Consolas"/>
              <a:ea typeface="Consolas"/>
              <a:cs typeface="Consolas"/>
              <a:sym typeface="Consolas"/>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895"/>
        <p:cNvGrpSpPr/>
        <p:nvPr/>
      </p:nvGrpSpPr>
      <p:grpSpPr>
        <a:xfrm>
          <a:off x="0" y="0"/>
          <a:ext cx="0" cy="0"/>
          <a:chOff x="0" y="0"/>
          <a:chExt cx="0" cy="0"/>
        </a:xfrm>
      </p:grpSpPr>
      <p:sp>
        <p:nvSpPr>
          <p:cNvPr id="896" name="Google Shape;896;p146"/>
          <p:cNvSpPr txBox="1">
            <a:spLocks noGrp="1"/>
          </p:cNvSpPr>
          <p:nvPr>
            <p:ph type="body" idx="1"/>
          </p:nvPr>
        </p:nvSpPr>
        <p:spPr>
          <a:xfrm>
            <a:off x="2008650" y="1350150"/>
            <a:ext cx="5126700" cy="24432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a:t>
            </a:r>
            <a:r>
              <a:rPr lang="en">
                <a:solidFill>
                  <a:srgbClr val="000000"/>
                </a:solidFill>
                <a:highlight>
                  <a:schemeClr val="dk1"/>
                </a:highlight>
                <a:latin typeface="Consolas"/>
                <a:ea typeface="Consolas"/>
                <a:cs typeface="Consolas"/>
                <a:sym typeface="Consolas"/>
              </a:rPr>
              <a:t>int argc, string argv[]</a:t>
            </a:r>
            <a:r>
              <a:rPr lang="en">
                <a:solidFill>
                  <a:srgbClr val="FFFFFF"/>
                </a:solidFill>
                <a:latin typeface="Consolas"/>
                <a:ea typeface="Consolas"/>
                <a:cs typeface="Consolas"/>
                <a:sym typeface="Consolas"/>
              </a:rPr>
              <a:t>)</a:t>
            </a:r>
            <a:br>
              <a:rPr lang="en">
                <a:solidFill>
                  <a:srgbClr val="FFFFFF"/>
                </a:solidFill>
                <a:latin typeface="Consolas"/>
                <a:ea typeface="Consolas"/>
                <a:cs typeface="Consolas"/>
                <a:sym typeface="Consolas"/>
              </a:rPr>
            </a:b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latin typeface="Consolas"/>
              <a:ea typeface="Consolas"/>
              <a:cs typeface="Consolas"/>
              <a:sym typeface="Consolas"/>
            </a:endParaRP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900"/>
        <p:cNvGrpSpPr/>
        <p:nvPr/>
      </p:nvGrpSpPr>
      <p:grpSpPr>
        <a:xfrm>
          <a:off x="0" y="0"/>
          <a:ext cx="0" cy="0"/>
          <a:chOff x="0" y="0"/>
          <a:chExt cx="0" cy="0"/>
        </a:xfrm>
      </p:grpSpPr>
      <p:sp>
        <p:nvSpPr>
          <p:cNvPr id="901" name="Google Shape;901;p147"/>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ASCII art</a:t>
            </a:r>
            <a:endParaRP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sp>
        <p:nvSpPr>
          <p:cNvPr id="906" name="Google Shape;906;p148"/>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nsolas"/>
                <a:ea typeface="Consolas"/>
                <a:cs typeface="Consolas"/>
                <a:sym typeface="Consolas"/>
              </a:rPr>
              <a:t>cowsay</a:t>
            </a:r>
            <a:endParaRPr>
              <a:latin typeface="Consolas"/>
              <a:ea typeface="Consolas"/>
              <a:cs typeface="Consolas"/>
              <a:sym typeface="Consolas"/>
            </a:endParaRP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910"/>
        <p:cNvGrpSpPr/>
        <p:nvPr/>
      </p:nvGrpSpPr>
      <p:grpSpPr>
        <a:xfrm>
          <a:off x="0" y="0"/>
          <a:ext cx="0" cy="0"/>
          <a:chOff x="0" y="0"/>
          <a:chExt cx="0" cy="0"/>
        </a:xfrm>
      </p:grpSpPr>
      <p:sp>
        <p:nvSpPr>
          <p:cNvPr id="911" name="Google Shape;911;p149"/>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exit status</a:t>
            </a:r>
            <a:endParaRP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915"/>
        <p:cNvGrpSpPr/>
        <p:nvPr/>
      </p:nvGrpSpPr>
      <p:grpSpPr>
        <a:xfrm>
          <a:off x="0" y="0"/>
          <a:ext cx="0" cy="0"/>
          <a:chOff x="0" y="0"/>
          <a:chExt cx="0" cy="0"/>
        </a:xfrm>
      </p:grpSpPr>
      <p:pic>
        <p:nvPicPr>
          <p:cNvPr id="916" name="Google Shape;916;p150"/>
          <p:cNvPicPr preferRelativeResize="0"/>
          <p:nvPr/>
        </p:nvPicPr>
        <p:blipFill>
          <a:blip r:embed="rId3">
            <a:alphaModFix/>
          </a:blip>
          <a:stretch>
            <a:fillRect/>
          </a:stretch>
        </p:blipFill>
        <p:spPr>
          <a:xfrm>
            <a:off x="1893900" y="152400"/>
            <a:ext cx="5356208" cy="4838700"/>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Shape 920"/>
        <p:cNvGrpSpPr/>
        <p:nvPr/>
      </p:nvGrpSpPr>
      <p:grpSpPr>
        <a:xfrm>
          <a:off x="0" y="0"/>
          <a:ext cx="0" cy="0"/>
          <a:chOff x="0" y="0"/>
          <a:chExt cx="0" cy="0"/>
        </a:xfrm>
      </p:grpSpPr>
      <p:pic>
        <p:nvPicPr>
          <p:cNvPr id="3" name="Picture 2">
            <a:extLst>
              <a:ext uri="{FF2B5EF4-FFF2-40B4-BE49-F238E27FC236}">
                <a16:creationId xmlns:a16="http://schemas.microsoft.com/office/drawing/2014/main" id="{E63312E7-BB51-83F0-1E0E-9A7BA4ADFD62}"/>
              </a:ext>
            </a:extLst>
          </p:cNvPr>
          <p:cNvPicPr>
            <a:picLocks noChangeAspect="1"/>
          </p:cNvPicPr>
          <p:nvPr/>
        </p:nvPicPr>
        <p:blipFill>
          <a:blip r:embed="rId3"/>
          <a:stretch>
            <a:fillRect/>
          </a:stretch>
        </p:blipFill>
        <p:spPr>
          <a:xfrm>
            <a:off x="2115188" y="0"/>
            <a:ext cx="4913623" cy="5143500"/>
          </a:xfrm>
          <a:prstGeom prst="rect">
            <a:avLst/>
          </a:prstGeom>
        </p:spPr>
      </p:pic>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925"/>
        <p:cNvGrpSpPr/>
        <p:nvPr/>
      </p:nvGrpSpPr>
      <p:grpSpPr>
        <a:xfrm>
          <a:off x="0" y="0"/>
          <a:ext cx="0" cy="0"/>
          <a:chOff x="0" y="0"/>
          <a:chExt cx="0" cy="0"/>
        </a:xfrm>
      </p:grpSpPr>
      <p:sp>
        <p:nvSpPr>
          <p:cNvPr id="926" name="Google Shape;926;p152"/>
          <p:cNvSpPr txBox="1">
            <a:spLocks noGrp="1"/>
          </p:cNvSpPr>
          <p:nvPr>
            <p:ph type="body" idx="1"/>
          </p:nvPr>
        </p:nvSpPr>
        <p:spPr>
          <a:xfrm>
            <a:off x="2008650" y="1350150"/>
            <a:ext cx="5126700" cy="24432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main(int argc, string argv[])</a:t>
            </a:r>
            <a:br>
              <a:rPr lang="en">
                <a:solidFill>
                  <a:srgbClr val="FFFFFF"/>
                </a:solidFill>
                <a:latin typeface="Consolas"/>
                <a:ea typeface="Consolas"/>
                <a:cs typeface="Consolas"/>
                <a:sym typeface="Consolas"/>
              </a:rPr>
            </a:b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930"/>
        <p:cNvGrpSpPr/>
        <p:nvPr/>
      </p:nvGrpSpPr>
      <p:grpSpPr>
        <a:xfrm>
          <a:off x="0" y="0"/>
          <a:ext cx="0" cy="0"/>
          <a:chOff x="0" y="0"/>
          <a:chExt cx="0" cy="0"/>
        </a:xfrm>
      </p:grpSpPr>
      <p:sp>
        <p:nvSpPr>
          <p:cNvPr id="931" name="Google Shape;931;p153"/>
          <p:cNvSpPr txBox="1">
            <a:spLocks noGrp="1"/>
          </p:cNvSpPr>
          <p:nvPr>
            <p:ph type="body" idx="1"/>
          </p:nvPr>
        </p:nvSpPr>
        <p:spPr>
          <a:xfrm>
            <a:off x="2008650" y="1350150"/>
            <a:ext cx="5126700" cy="24432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000000"/>
                </a:solidFill>
                <a:highlight>
                  <a:schemeClr val="dk1"/>
                </a:highlight>
                <a:latin typeface="Consolas"/>
                <a:ea typeface="Consolas"/>
                <a:cs typeface="Consolas"/>
                <a:sym typeface="Consolas"/>
              </a:rPr>
              <a:t>int</a:t>
            </a:r>
            <a:r>
              <a:rPr lang="en">
                <a:solidFill>
                  <a:srgbClr val="FFFFFF"/>
                </a:solidFill>
                <a:latin typeface="Consolas"/>
                <a:ea typeface="Consolas"/>
                <a:cs typeface="Consolas"/>
                <a:sym typeface="Consolas"/>
              </a:rPr>
              <a:t> main(int argc, string argv[])</a:t>
            </a:r>
            <a:br>
              <a:rPr lang="en">
                <a:solidFill>
                  <a:srgbClr val="FFFFFF"/>
                </a:solidFill>
                <a:latin typeface="Consolas"/>
                <a:ea typeface="Consolas"/>
                <a:cs typeface="Consolas"/>
                <a:sym typeface="Consolas"/>
              </a:rPr>
            </a:b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935"/>
        <p:cNvGrpSpPr/>
        <p:nvPr/>
      </p:nvGrpSpPr>
      <p:grpSpPr>
        <a:xfrm>
          <a:off x="0" y="0"/>
          <a:ext cx="0" cy="0"/>
          <a:chOff x="0" y="0"/>
          <a:chExt cx="0" cy="0"/>
        </a:xfrm>
      </p:grpSpPr>
      <p:sp>
        <p:nvSpPr>
          <p:cNvPr id="936" name="Google Shape;936;p154"/>
          <p:cNvSpPr txBox="1">
            <a:spLocks noGrp="1"/>
          </p:cNvSpPr>
          <p:nvPr>
            <p:ph type="body" idx="1"/>
          </p:nvPr>
        </p:nvSpPr>
        <p:spPr>
          <a:xfrm>
            <a:off x="2008650" y="1350150"/>
            <a:ext cx="5126700" cy="24432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endParaRPr>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chemeClr val="dk1"/>
                </a:solidFill>
                <a:latin typeface="Consolas"/>
                <a:ea typeface="Consolas"/>
                <a:cs typeface="Consolas"/>
                <a:sym typeface="Consolas"/>
              </a:rPr>
              <a:t>#include &lt;stdio.h&gt;</a:t>
            </a:r>
            <a:endParaRPr>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000000"/>
                </a:solidFill>
                <a:highlight>
                  <a:schemeClr val="dk1"/>
                </a:highlight>
                <a:latin typeface="Consolas"/>
                <a:ea typeface="Consolas"/>
                <a:cs typeface="Consolas"/>
                <a:sym typeface="Consolas"/>
              </a:rPr>
              <a:t>int</a:t>
            </a:r>
            <a:r>
              <a:rPr lang="en">
                <a:solidFill>
                  <a:schemeClr val="dk1"/>
                </a:solidFill>
                <a:latin typeface="Consolas"/>
                <a:ea typeface="Consolas"/>
                <a:cs typeface="Consolas"/>
                <a:sym typeface="Consolas"/>
              </a:rPr>
              <a:t> main(void)</a:t>
            </a:r>
            <a:br>
              <a:rPr lang="en">
                <a:solidFill>
                  <a:schemeClr val="dk1"/>
                </a:solidFill>
                <a:latin typeface="Consolas"/>
                <a:ea typeface="Consolas"/>
                <a:cs typeface="Consolas"/>
                <a:sym typeface="Consolas"/>
              </a:rPr>
            </a:br>
            <a:r>
              <a:rPr lang="en">
                <a:solidFill>
                  <a:schemeClr val="dk1"/>
                </a:solidFill>
                <a:latin typeface="Consolas"/>
                <a:ea typeface="Consolas"/>
                <a:cs typeface="Consolas"/>
                <a:sym typeface="Consolas"/>
              </a:rPr>
              <a:t>{</a:t>
            </a:r>
            <a:endParaRPr>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chemeClr val="dk1"/>
                </a:solidFill>
                <a:latin typeface="Consolas"/>
                <a:ea typeface="Consolas"/>
                <a:cs typeface="Consolas"/>
                <a:sym typeface="Consolas"/>
              </a:rPr>
              <a:t>    ...</a:t>
            </a:r>
            <a:endParaRPr>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chemeClr val="dk1"/>
                </a:solidFill>
                <a:latin typeface="Consolas"/>
                <a:ea typeface="Consolas"/>
                <a:cs typeface="Consolas"/>
                <a:sym typeface="Consolas"/>
              </a:rPr>
              <a:t>}</a:t>
            </a:r>
            <a:endParaRPr>
              <a:solidFill>
                <a:schemeClr val="dk1"/>
              </a:solidFill>
              <a:latin typeface="Consolas"/>
              <a:ea typeface="Consolas"/>
              <a:cs typeface="Consolas"/>
              <a:sym typeface="Consolas"/>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Shape 940"/>
        <p:cNvGrpSpPr/>
        <p:nvPr/>
      </p:nvGrpSpPr>
      <p:grpSpPr>
        <a:xfrm>
          <a:off x="0" y="0"/>
          <a:ext cx="0" cy="0"/>
          <a:chOff x="0" y="0"/>
          <a:chExt cx="0" cy="0"/>
        </a:xfrm>
      </p:grpSpPr>
      <p:sp>
        <p:nvSpPr>
          <p:cNvPr id="941" name="Google Shape;941;p15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nsolas"/>
                <a:ea typeface="Consolas"/>
                <a:cs typeface="Consolas"/>
                <a:sym typeface="Consolas"/>
              </a:rPr>
              <a:t>echo $?</a:t>
            </a:r>
            <a:endParaRPr>
              <a:latin typeface="Consolas"/>
              <a:ea typeface="Consolas"/>
              <a:cs typeface="Consolas"/>
              <a:sym typeface="Consolas"/>
            </a:endParaRP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945"/>
        <p:cNvGrpSpPr/>
        <p:nvPr/>
      </p:nvGrpSpPr>
      <p:grpSpPr>
        <a:xfrm>
          <a:off x="0" y="0"/>
          <a:ext cx="0" cy="0"/>
          <a:chOff x="0" y="0"/>
          <a:chExt cx="0" cy="0"/>
        </a:xfrm>
      </p:grpSpPr>
      <p:sp>
        <p:nvSpPr>
          <p:cNvPr id="946" name="Google Shape;946;p15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cryptography</a:t>
            </a:r>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950"/>
        <p:cNvGrpSpPr/>
        <p:nvPr/>
      </p:nvGrpSpPr>
      <p:grpSpPr>
        <a:xfrm>
          <a:off x="0" y="0"/>
          <a:ext cx="0" cy="0"/>
          <a:chOff x="0" y="0"/>
          <a:chExt cx="0" cy="0"/>
        </a:xfrm>
      </p:grpSpPr>
      <p:sp>
        <p:nvSpPr>
          <p:cNvPr id="951" name="Google Shape;951;p157"/>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encryption</a:t>
            </a:r>
            <a:endParaRP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955"/>
        <p:cNvGrpSpPr/>
        <p:nvPr/>
      </p:nvGrpSpPr>
      <p:grpSpPr>
        <a:xfrm>
          <a:off x="0" y="0"/>
          <a:ext cx="0" cy="0"/>
          <a:chOff x="0" y="0"/>
          <a:chExt cx="0" cy="0"/>
        </a:xfrm>
      </p:grpSpPr>
      <p:sp>
        <p:nvSpPr>
          <p:cNvPr id="956" name="Google Shape;956;p158"/>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158"/>
          <p:cNvSpPr txBox="1"/>
          <p:nvPr/>
        </p:nvSpPr>
        <p:spPr>
          <a:xfrm>
            <a:off x="1283157" y="2195550"/>
            <a:ext cx="19263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3600">
                <a:solidFill>
                  <a:srgbClr val="FFFFFF"/>
                </a:solidFill>
              </a:rPr>
              <a:t>input →  </a:t>
            </a:r>
            <a:endParaRPr sz="3600">
              <a:solidFill>
                <a:srgbClr val="FFFFFF"/>
              </a:solidFill>
            </a:endParaRPr>
          </a:p>
        </p:txBody>
      </p:sp>
      <p:sp>
        <p:nvSpPr>
          <p:cNvPr id="958" name="Google Shape;958;p158"/>
          <p:cNvSpPr txBox="1"/>
          <p:nvPr/>
        </p:nvSpPr>
        <p:spPr>
          <a:xfrm>
            <a:off x="5886057" y="2195550"/>
            <a:ext cx="22203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output</a:t>
            </a:r>
            <a:endParaRPr sz="3600">
              <a:solidFill>
                <a:srgbClr val="FFFFFF"/>
              </a:solidFill>
            </a:endParaRP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962"/>
        <p:cNvGrpSpPr/>
        <p:nvPr/>
      </p:nvGrpSpPr>
      <p:grpSpPr>
        <a:xfrm>
          <a:off x="0" y="0"/>
          <a:ext cx="0" cy="0"/>
          <a:chOff x="0" y="0"/>
          <a:chExt cx="0" cy="0"/>
        </a:xfrm>
      </p:grpSpPr>
      <p:sp>
        <p:nvSpPr>
          <p:cNvPr id="963" name="Google Shape;963;p159"/>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159"/>
          <p:cNvSpPr txBox="1"/>
          <p:nvPr/>
        </p:nvSpPr>
        <p:spPr>
          <a:xfrm>
            <a:off x="201896" y="2195550"/>
            <a:ext cx="30075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3600">
                <a:solidFill>
                  <a:srgbClr val="FFFFFF"/>
                </a:solidFill>
              </a:rPr>
              <a:t>plaintext →  </a:t>
            </a:r>
            <a:endParaRPr sz="3600">
              <a:solidFill>
                <a:srgbClr val="FFFFFF"/>
              </a:solidFill>
            </a:endParaRPr>
          </a:p>
        </p:txBody>
      </p:sp>
      <p:sp>
        <p:nvSpPr>
          <p:cNvPr id="965" name="Google Shape;965;p159"/>
          <p:cNvSpPr txBox="1"/>
          <p:nvPr/>
        </p:nvSpPr>
        <p:spPr>
          <a:xfrm>
            <a:off x="5886048" y="2195550"/>
            <a:ext cx="29013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ciphertext</a:t>
            </a:r>
            <a:endParaRPr sz="3600">
              <a:solidFill>
                <a:srgbClr val="FFFFFF"/>
              </a:solidFill>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969"/>
        <p:cNvGrpSpPr/>
        <p:nvPr/>
      </p:nvGrpSpPr>
      <p:grpSpPr>
        <a:xfrm>
          <a:off x="0" y="0"/>
          <a:ext cx="0" cy="0"/>
          <a:chOff x="0" y="0"/>
          <a:chExt cx="0" cy="0"/>
        </a:xfrm>
      </p:grpSpPr>
      <p:sp>
        <p:nvSpPr>
          <p:cNvPr id="970" name="Google Shape;970;p160"/>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160"/>
          <p:cNvSpPr txBox="1"/>
          <p:nvPr/>
        </p:nvSpPr>
        <p:spPr>
          <a:xfrm>
            <a:off x="201896" y="2195550"/>
            <a:ext cx="30075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3600">
                <a:solidFill>
                  <a:srgbClr val="FFFFFF"/>
                </a:solidFill>
              </a:rPr>
              <a:t>plaintext →  </a:t>
            </a:r>
            <a:endParaRPr sz="3600">
              <a:solidFill>
                <a:srgbClr val="FFFFFF"/>
              </a:solidFill>
            </a:endParaRPr>
          </a:p>
        </p:txBody>
      </p:sp>
      <p:sp>
        <p:nvSpPr>
          <p:cNvPr id="972" name="Google Shape;972;p160"/>
          <p:cNvSpPr txBox="1"/>
          <p:nvPr/>
        </p:nvSpPr>
        <p:spPr>
          <a:xfrm>
            <a:off x="5886048" y="2195550"/>
            <a:ext cx="29013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ciphertext</a:t>
            </a:r>
            <a:endParaRPr sz="3600">
              <a:solidFill>
                <a:srgbClr val="FFFFFF"/>
              </a:solidFill>
            </a:endParaRPr>
          </a:p>
        </p:txBody>
      </p:sp>
      <p:sp>
        <p:nvSpPr>
          <p:cNvPr id="973" name="Google Shape;973;p160"/>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cipher</a:t>
            </a:r>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977"/>
        <p:cNvGrpSpPr/>
        <p:nvPr/>
      </p:nvGrpSpPr>
      <p:grpSpPr>
        <a:xfrm>
          <a:off x="0" y="0"/>
          <a:ext cx="0" cy="0"/>
          <a:chOff x="0" y="0"/>
          <a:chExt cx="0" cy="0"/>
        </a:xfrm>
      </p:grpSpPr>
      <p:sp>
        <p:nvSpPr>
          <p:cNvPr id="978" name="Google Shape;978;p161"/>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cipher</a:t>
            </a:r>
            <a:endParaRPr/>
          </a:p>
        </p:txBody>
      </p:sp>
      <p:sp>
        <p:nvSpPr>
          <p:cNvPr id="979" name="Google Shape;979;p161"/>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161"/>
          <p:cNvSpPr txBox="1"/>
          <p:nvPr/>
        </p:nvSpPr>
        <p:spPr>
          <a:xfrm>
            <a:off x="201896" y="2195550"/>
            <a:ext cx="30075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3600">
                <a:solidFill>
                  <a:srgbClr val="FFFFFF"/>
                </a:solidFill>
              </a:rPr>
              <a:t>plaintext →  </a:t>
            </a:r>
            <a:endParaRPr sz="3600">
              <a:solidFill>
                <a:srgbClr val="FFFFFF"/>
              </a:solidFill>
            </a:endParaRPr>
          </a:p>
        </p:txBody>
      </p:sp>
      <p:sp>
        <p:nvSpPr>
          <p:cNvPr id="981" name="Google Shape;981;p161"/>
          <p:cNvSpPr txBox="1"/>
          <p:nvPr/>
        </p:nvSpPr>
        <p:spPr>
          <a:xfrm>
            <a:off x="5886048" y="2195550"/>
            <a:ext cx="29013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ciphertext</a:t>
            </a:r>
            <a:endParaRPr sz="3600">
              <a:solidFill>
                <a:srgbClr val="FFFFFF"/>
              </a:solidFill>
            </a:endParaRPr>
          </a:p>
        </p:txBody>
      </p:sp>
      <p:sp>
        <p:nvSpPr>
          <p:cNvPr id="982" name="Google Shape;982;p161"/>
          <p:cNvSpPr txBox="1"/>
          <p:nvPr/>
        </p:nvSpPr>
        <p:spPr>
          <a:xfrm>
            <a:off x="201896" y="1443150"/>
            <a:ext cx="30075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3600">
                <a:solidFill>
                  <a:srgbClr val="FFFFFF"/>
                </a:solidFill>
              </a:rPr>
              <a:t>key →  </a:t>
            </a:r>
            <a:endParaRPr sz="3600">
              <a:solidFill>
                <a:srgbClr val="FFFFFF"/>
              </a:solidFill>
            </a:endParaRP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Shape 986"/>
        <p:cNvGrpSpPr/>
        <p:nvPr/>
      </p:nvGrpSpPr>
      <p:grpSpPr>
        <a:xfrm>
          <a:off x="0" y="0"/>
          <a:ext cx="0" cy="0"/>
          <a:chOff x="0" y="0"/>
          <a:chExt cx="0" cy="0"/>
        </a:xfrm>
      </p:grpSpPr>
      <p:sp>
        <p:nvSpPr>
          <p:cNvPr id="987" name="Google Shape;987;p162"/>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162"/>
          <p:cNvSpPr txBox="1"/>
          <p:nvPr/>
        </p:nvSpPr>
        <p:spPr>
          <a:xfrm>
            <a:off x="0" y="2195550"/>
            <a:ext cx="32094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HI!</a:t>
            </a:r>
            <a:r>
              <a:rPr lang="en" sz="3400">
                <a:solidFill>
                  <a:srgbClr val="FFFFFF"/>
                </a:solidFill>
              </a:rPr>
              <a:t> →  </a:t>
            </a:r>
            <a:endParaRPr sz="3400">
              <a:solidFill>
                <a:srgbClr val="FFFFFF"/>
              </a:solidFill>
            </a:endParaRPr>
          </a:p>
        </p:txBody>
      </p:sp>
      <p:sp>
        <p:nvSpPr>
          <p:cNvPr id="989" name="Google Shape;989;p162"/>
          <p:cNvSpPr txBox="1"/>
          <p:nvPr/>
        </p:nvSpPr>
        <p:spPr>
          <a:xfrm>
            <a:off x="201896" y="1443150"/>
            <a:ext cx="30075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1</a:t>
            </a:r>
            <a:r>
              <a:rPr lang="en" sz="3600">
                <a:solidFill>
                  <a:srgbClr val="FFFFFF"/>
                </a:solidFill>
              </a:rPr>
              <a:t> →  </a:t>
            </a:r>
            <a:endParaRPr sz="3600">
              <a:solidFill>
                <a:srgbClr val="FFFFFF"/>
              </a:solidFill>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Shape 993"/>
        <p:cNvGrpSpPr/>
        <p:nvPr/>
      </p:nvGrpSpPr>
      <p:grpSpPr>
        <a:xfrm>
          <a:off x="0" y="0"/>
          <a:ext cx="0" cy="0"/>
          <a:chOff x="0" y="0"/>
          <a:chExt cx="0" cy="0"/>
        </a:xfrm>
      </p:grpSpPr>
      <p:sp>
        <p:nvSpPr>
          <p:cNvPr id="994" name="Google Shape;994;p163"/>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163"/>
          <p:cNvSpPr txBox="1"/>
          <p:nvPr/>
        </p:nvSpPr>
        <p:spPr>
          <a:xfrm>
            <a:off x="0" y="2195550"/>
            <a:ext cx="32094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HI!</a:t>
            </a:r>
            <a:r>
              <a:rPr lang="en" sz="3400">
                <a:solidFill>
                  <a:srgbClr val="FFFFFF"/>
                </a:solidFill>
              </a:rPr>
              <a:t> →  </a:t>
            </a:r>
            <a:endParaRPr sz="3400">
              <a:solidFill>
                <a:srgbClr val="FFFFFF"/>
              </a:solidFill>
            </a:endParaRPr>
          </a:p>
        </p:txBody>
      </p:sp>
      <p:sp>
        <p:nvSpPr>
          <p:cNvPr id="996" name="Google Shape;996;p163"/>
          <p:cNvSpPr txBox="1"/>
          <p:nvPr/>
        </p:nvSpPr>
        <p:spPr>
          <a:xfrm>
            <a:off x="5886050" y="2195550"/>
            <a:ext cx="32094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a:t>
            </a:r>
            <a:r>
              <a:rPr lang="en" sz="2400">
                <a:solidFill>
                  <a:srgbClr val="FFFFFF"/>
                </a:solidFill>
                <a:latin typeface="Consolas"/>
                <a:ea typeface="Consolas"/>
                <a:cs typeface="Consolas"/>
                <a:sym typeface="Consolas"/>
              </a:rPr>
              <a:t>IJ!</a:t>
            </a:r>
            <a:endParaRPr sz="2400">
              <a:solidFill>
                <a:srgbClr val="FFFFFF"/>
              </a:solidFill>
              <a:latin typeface="Consolas"/>
              <a:ea typeface="Consolas"/>
              <a:cs typeface="Consolas"/>
              <a:sym typeface="Consolas"/>
            </a:endParaRPr>
          </a:p>
        </p:txBody>
      </p:sp>
      <p:sp>
        <p:nvSpPr>
          <p:cNvPr id="997" name="Google Shape;997;p163"/>
          <p:cNvSpPr txBox="1"/>
          <p:nvPr/>
        </p:nvSpPr>
        <p:spPr>
          <a:xfrm>
            <a:off x="201896" y="1443150"/>
            <a:ext cx="30075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1</a:t>
            </a:r>
            <a:r>
              <a:rPr lang="en" sz="3600">
                <a:solidFill>
                  <a:srgbClr val="FFFFFF"/>
                </a:solidFill>
              </a:rPr>
              <a:t> →  </a:t>
            </a:r>
            <a:endParaRPr sz="3600">
              <a:solidFill>
                <a:srgbClr val="FFFFFF"/>
              </a:solidFill>
            </a:endParaRP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Shape 1001"/>
        <p:cNvGrpSpPr/>
        <p:nvPr/>
      </p:nvGrpSpPr>
      <p:grpSpPr>
        <a:xfrm>
          <a:off x="0" y="0"/>
          <a:ext cx="0" cy="0"/>
          <a:chOff x="0" y="0"/>
          <a:chExt cx="0" cy="0"/>
        </a:xfrm>
      </p:grpSpPr>
      <p:sp>
        <p:nvSpPr>
          <p:cNvPr id="1002" name="Google Shape;1002;p164"/>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164"/>
          <p:cNvSpPr txBox="1"/>
          <p:nvPr/>
        </p:nvSpPr>
        <p:spPr>
          <a:xfrm>
            <a:off x="0" y="2195550"/>
            <a:ext cx="32094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HI!</a:t>
            </a:r>
            <a:r>
              <a:rPr lang="en" sz="3400">
                <a:solidFill>
                  <a:srgbClr val="FFFFFF"/>
                </a:solidFill>
              </a:rPr>
              <a:t> →  </a:t>
            </a:r>
            <a:endParaRPr sz="3400">
              <a:solidFill>
                <a:srgbClr val="FFFFFF"/>
              </a:solidFill>
            </a:endParaRPr>
          </a:p>
        </p:txBody>
      </p:sp>
      <p:sp>
        <p:nvSpPr>
          <p:cNvPr id="1004" name="Google Shape;1004;p164"/>
          <p:cNvSpPr txBox="1"/>
          <p:nvPr/>
        </p:nvSpPr>
        <p:spPr>
          <a:xfrm>
            <a:off x="5886050" y="2195550"/>
            <a:ext cx="32094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a:t>
            </a:r>
            <a:r>
              <a:rPr lang="en" sz="2400">
                <a:solidFill>
                  <a:srgbClr val="FFFFFF"/>
                </a:solidFill>
                <a:latin typeface="Consolas"/>
                <a:ea typeface="Consolas"/>
                <a:cs typeface="Consolas"/>
                <a:sym typeface="Consolas"/>
              </a:rPr>
              <a:t>UV!</a:t>
            </a:r>
            <a:endParaRPr sz="2400">
              <a:solidFill>
                <a:srgbClr val="FFFFFF"/>
              </a:solidFill>
              <a:latin typeface="Consolas"/>
              <a:ea typeface="Consolas"/>
              <a:cs typeface="Consolas"/>
              <a:sym typeface="Consolas"/>
            </a:endParaRPr>
          </a:p>
        </p:txBody>
      </p:sp>
      <p:sp>
        <p:nvSpPr>
          <p:cNvPr id="1005" name="Google Shape;1005;p164"/>
          <p:cNvSpPr txBox="1"/>
          <p:nvPr/>
        </p:nvSpPr>
        <p:spPr>
          <a:xfrm>
            <a:off x="201896" y="1443150"/>
            <a:ext cx="30075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13</a:t>
            </a:r>
            <a:r>
              <a:rPr lang="en" sz="3600">
                <a:solidFill>
                  <a:srgbClr val="FFFFFF"/>
                </a:solidFill>
              </a:rPr>
              <a:t> →  </a:t>
            </a:r>
            <a:endParaRPr sz="3600">
              <a:solidFill>
                <a:srgbClr val="FFFFFF"/>
              </a:solidFill>
            </a:endParaRP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Shape 1009"/>
        <p:cNvGrpSpPr/>
        <p:nvPr/>
      </p:nvGrpSpPr>
      <p:grpSpPr>
        <a:xfrm>
          <a:off x="0" y="0"/>
          <a:ext cx="0" cy="0"/>
          <a:chOff x="0" y="0"/>
          <a:chExt cx="0" cy="0"/>
        </a:xfrm>
      </p:grpSpPr>
      <p:sp>
        <p:nvSpPr>
          <p:cNvPr id="1010" name="Google Shape;1010;p165"/>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165"/>
          <p:cNvSpPr txBox="1"/>
          <p:nvPr/>
        </p:nvSpPr>
        <p:spPr>
          <a:xfrm>
            <a:off x="0" y="2195550"/>
            <a:ext cx="32094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I LOVE YOU</a:t>
            </a:r>
            <a:r>
              <a:rPr lang="en" sz="3400">
                <a:solidFill>
                  <a:srgbClr val="FFFFFF"/>
                </a:solidFill>
              </a:rPr>
              <a:t> →  </a:t>
            </a:r>
            <a:endParaRPr sz="3400">
              <a:solidFill>
                <a:srgbClr val="FFFFFF"/>
              </a:solidFill>
            </a:endParaRPr>
          </a:p>
        </p:txBody>
      </p:sp>
      <p:sp>
        <p:nvSpPr>
          <p:cNvPr id="1012" name="Google Shape;1012;p165"/>
          <p:cNvSpPr txBox="1"/>
          <p:nvPr/>
        </p:nvSpPr>
        <p:spPr>
          <a:xfrm>
            <a:off x="5886050" y="2195550"/>
            <a:ext cx="32094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a:t>
            </a:r>
            <a:r>
              <a:rPr lang="en" sz="2400">
                <a:solidFill>
                  <a:srgbClr val="FFFFFF"/>
                </a:solidFill>
                <a:latin typeface="Consolas"/>
                <a:ea typeface="Consolas"/>
                <a:cs typeface="Consolas"/>
                <a:sym typeface="Consolas"/>
              </a:rPr>
              <a:t>V YBIR LBH</a:t>
            </a:r>
            <a:endParaRPr sz="2400">
              <a:solidFill>
                <a:srgbClr val="FFFFFF"/>
              </a:solidFill>
              <a:latin typeface="Consolas"/>
              <a:ea typeface="Consolas"/>
              <a:cs typeface="Consolas"/>
              <a:sym typeface="Consolas"/>
            </a:endParaRPr>
          </a:p>
        </p:txBody>
      </p:sp>
      <p:sp>
        <p:nvSpPr>
          <p:cNvPr id="1013" name="Google Shape;1013;p165"/>
          <p:cNvSpPr txBox="1"/>
          <p:nvPr/>
        </p:nvSpPr>
        <p:spPr>
          <a:xfrm>
            <a:off x="201896" y="1443150"/>
            <a:ext cx="30075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13</a:t>
            </a:r>
            <a:r>
              <a:rPr lang="en" sz="3600">
                <a:solidFill>
                  <a:srgbClr val="FFFFFF"/>
                </a:solidFill>
              </a:rPr>
              <a:t> →  </a:t>
            </a:r>
            <a:endParaRPr sz="3600">
              <a:solidFill>
                <a:srgbClr val="FFFFFF"/>
              </a:solidFill>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Shape 1017"/>
        <p:cNvGrpSpPr/>
        <p:nvPr/>
      </p:nvGrpSpPr>
      <p:grpSpPr>
        <a:xfrm>
          <a:off x="0" y="0"/>
          <a:ext cx="0" cy="0"/>
          <a:chOff x="0" y="0"/>
          <a:chExt cx="0" cy="0"/>
        </a:xfrm>
      </p:grpSpPr>
      <p:sp>
        <p:nvSpPr>
          <p:cNvPr id="1018" name="Google Shape;1018;p166"/>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166"/>
          <p:cNvSpPr txBox="1"/>
          <p:nvPr/>
        </p:nvSpPr>
        <p:spPr>
          <a:xfrm>
            <a:off x="0" y="2195550"/>
            <a:ext cx="32094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I LOVE YOU</a:t>
            </a:r>
            <a:r>
              <a:rPr lang="en" sz="3400">
                <a:solidFill>
                  <a:srgbClr val="FFFFFF"/>
                </a:solidFill>
              </a:rPr>
              <a:t> →  </a:t>
            </a:r>
            <a:endParaRPr sz="3400">
              <a:solidFill>
                <a:srgbClr val="FFFFFF"/>
              </a:solidFill>
            </a:endParaRPr>
          </a:p>
        </p:txBody>
      </p:sp>
      <p:sp>
        <p:nvSpPr>
          <p:cNvPr id="1020" name="Google Shape;1020;p166"/>
          <p:cNvSpPr txBox="1"/>
          <p:nvPr/>
        </p:nvSpPr>
        <p:spPr>
          <a:xfrm>
            <a:off x="201896" y="1443150"/>
            <a:ext cx="30075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26</a:t>
            </a:r>
            <a:r>
              <a:rPr lang="en" sz="3600">
                <a:solidFill>
                  <a:srgbClr val="FFFFFF"/>
                </a:solidFill>
              </a:rPr>
              <a:t> →  </a:t>
            </a:r>
            <a:endParaRPr sz="3600">
              <a:solidFill>
                <a:srgbClr val="FFFFFF"/>
              </a:solidFill>
            </a:endParaRP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Shape 1024"/>
        <p:cNvGrpSpPr/>
        <p:nvPr/>
      </p:nvGrpSpPr>
      <p:grpSpPr>
        <a:xfrm>
          <a:off x="0" y="0"/>
          <a:ext cx="0" cy="0"/>
          <a:chOff x="0" y="0"/>
          <a:chExt cx="0" cy="0"/>
        </a:xfrm>
      </p:grpSpPr>
      <p:sp>
        <p:nvSpPr>
          <p:cNvPr id="1025" name="Google Shape;1025;p167"/>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167"/>
          <p:cNvSpPr txBox="1"/>
          <p:nvPr/>
        </p:nvSpPr>
        <p:spPr>
          <a:xfrm>
            <a:off x="0" y="2195550"/>
            <a:ext cx="32094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I LOVE YOU</a:t>
            </a:r>
            <a:r>
              <a:rPr lang="en" sz="3400">
                <a:solidFill>
                  <a:srgbClr val="FFFFFF"/>
                </a:solidFill>
              </a:rPr>
              <a:t> →  </a:t>
            </a:r>
            <a:endParaRPr sz="3400">
              <a:solidFill>
                <a:srgbClr val="FFFFFF"/>
              </a:solidFill>
            </a:endParaRPr>
          </a:p>
        </p:txBody>
      </p:sp>
      <p:sp>
        <p:nvSpPr>
          <p:cNvPr id="1027" name="Google Shape;1027;p167"/>
          <p:cNvSpPr txBox="1"/>
          <p:nvPr/>
        </p:nvSpPr>
        <p:spPr>
          <a:xfrm>
            <a:off x="5886050" y="2195550"/>
            <a:ext cx="32094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a:t>
            </a:r>
            <a:r>
              <a:rPr lang="en" sz="2400">
                <a:solidFill>
                  <a:srgbClr val="FFFFFF"/>
                </a:solidFill>
                <a:latin typeface="Consolas"/>
                <a:ea typeface="Consolas"/>
                <a:cs typeface="Consolas"/>
                <a:sym typeface="Consolas"/>
              </a:rPr>
              <a:t>I LOVE YOU</a:t>
            </a:r>
            <a:endParaRPr sz="2400">
              <a:solidFill>
                <a:srgbClr val="FFFFFF"/>
              </a:solidFill>
              <a:latin typeface="Consolas"/>
              <a:ea typeface="Consolas"/>
              <a:cs typeface="Consolas"/>
              <a:sym typeface="Consolas"/>
            </a:endParaRPr>
          </a:p>
        </p:txBody>
      </p:sp>
      <p:sp>
        <p:nvSpPr>
          <p:cNvPr id="1028" name="Google Shape;1028;p167"/>
          <p:cNvSpPr txBox="1"/>
          <p:nvPr/>
        </p:nvSpPr>
        <p:spPr>
          <a:xfrm>
            <a:off x="201896" y="1443150"/>
            <a:ext cx="30075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26</a:t>
            </a:r>
            <a:r>
              <a:rPr lang="en" sz="3600">
                <a:solidFill>
                  <a:srgbClr val="FFFFFF"/>
                </a:solidFill>
              </a:rPr>
              <a:t> →  </a:t>
            </a:r>
            <a:endParaRPr sz="3600">
              <a:solidFill>
                <a:srgbClr val="FFFFFF"/>
              </a:solidFill>
            </a:endParaRP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Shape 1032"/>
        <p:cNvGrpSpPr/>
        <p:nvPr/>
      </p:nvGrpSpPr>
      <p:grpSpPr>
        <a:xfrm>
          <a:off x="0" y="0"/>
          <a:ext cx="0" cy="0"/>
          <a:chOff x="0" y="0"/>
          <a:chExt cx="0" cy="0"/>
        </a:xfrm>
      </p:grpSpPr>
      <p:sp>
        <p:nvSpPr>
          <p:cNvPr id="1033" name="Google Shape;1033;p168"/>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decryption</a:t>
            </a:r>
            <a:endParaRP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Shape 1037"/>
        <p:cNvGrpSpPr/>
        <p:nvPr/>
      </p:nvGrpSpPr>
      <p:grpSpPr>
        <a:xfrm>
          <a:off x="0" y="0"/>
          <a:ext cx="0" cy="0"/>
          <a:chOff x="0" y="0"/>
          <a:chExt cx="0" cy="0"/>
        </a:xfrm>
      </p:grpSpPr>
      <p:sp>
        <p:nvSpPr>
          <p:cNvPr id="1038" name="Google Shape;1038;p169"/>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169"/>
          <p:cNvSpPr txBox="1"/>
          <p:nvPr/>
        </p:nvSpPr>
        <p:spPr>
          <a:xfrm>
            <a:off x="0" y="2195550"/>
            <a:ext cx="32094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dirty="0">
                <a:solidFill>
                  <a:srgbClr val="FFFFFF"/>
                </a:solidFill>
                <a:latin typeface="Consolas"/>
                <a:ea typeface="Consolas"/>
                <a:cs typeface="Consolas"/>
                <a:sym typeface="Consolas"/>
              </a:rPr>
              <a:t>UIJT XBT GVO!</a:t>
            </a:r>
            <a:r>
              <a:rPr lang="en" sz="3400" dirty="0">
                <a:solidFill>
                  <a:srgbClr val="FFFFFF"/>
                </a:solidFill>
              </a:rPr>
              <a:t> →  </a:t>
            </a:r>
            <a:endParaRPr sz="3400" dirty="0">
              <a:solidFill>
                <a:srgbClr val="FFFFFF"/>
              </a:solidFill>
            </a:endParaRPr>
          </a:p>
        </p:txBody>
      </p:sp>
      <p:sp>
        <p:nvSpPr>
          <p:cNvPr id="1040" name="Google Shape;1040;p169"/>
          <p:cNvSpPr txBox="1"/>
          <p:nvPr/>
        </p:nvSpPr>
        <p:spPr>
          <a:xfrm>
            <a:off x="201896" y="1443150"/>
            <a:ext cx="30075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-1</a:t>
            </a:r>
            <a:r>
              <a:rPr lang="en" sz="3600">
                <a:solidFill>
                  <a:srgbClr val="FFFFFF"/>
                </a:solidFill>
              </a:rPr>
              <a:t> →  </a:t>
            </a:r>
            <a:endParaRPr sz="3600">
              <a:solidFill>
                <a:srgbClr val="FFFFFF"/>
              </a:solidFill>
            </a:endParaRP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Shape 1044"/>
        <p:cNvGrpSpPr/>
        <p:nvPr/>
      </p:nvGrpSpPr>
      <p:grpSpPr>
        <a:xfrm>
          <a:off x="0" y="0"/>
          <a:ext cx="0" cy="0"/>
          <a:chOff x="0" y="0"/>
          <a:chExt cx="0" cy="0"/>
        </a:xfrm>
      </p:grpSpPr>
      <p:sp>
        <p:nvSpPr>
          <p:cNvPr id="1045" name="Google Shape;1045;p170"/>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latin typeface="Consolas"/>
                <a:ea typeface="Consolas"/>
                <a:cs typeface="Consolas"/>
                <a:sym typeface="Consolas"/>
              </a:rPr>
              <a:t>U  I  J  T   X  B  T   G  V  O  !</a:t>
            </a:r>
            <a:endParaRPr dirty="0">
              <a:latin typeface="Consolas"/>
              <a:ea typeface="Consolas"/>
              <a:cs typeface="Consolas"/>
              <a:sym typeface="Consolas"/>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Shape 1049"/>
        <p:cNvGrpSpPr/>
        <p:nvPr/>
      </p:nvGrpSpPr>
      <p:grpSpPr>
        <a:xfrm>
          <a:off x="0" y="0"/>
          <a:ext cx="0" cy="0"/>
          <a:chOff x="0" y="0"/>
          <a:chExt cx="0" cy="0"/>
        </a:xfrm>
      </p:grpSpPr>
      <p:sp>
        <p:nvSpPr>
          <p:cNvPr id="1050" name="Google Shape;1050;p171"/>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lvl="0"/>
            <a:r>
              <a:rPr lang="en" dirty="0">
                <a:latin typeface="Consolas"/>
                <a:ea typeface="Consolas"/>
                <a:cs typeface="Consolas"/>
                <a:sym typeface="Consolas"/>
              </a:rPr>
              <a:t>T  I  J  T   X  B  T   G  V  O  !</a:t>
            </a:r>
            <a:endParaRPr dirty="0">
              <a:latin typeface="Consolas"/>
              <a:ea typeface="Consolas"/>
              <a:cs typeface="Consolas"/>
              <a:sym typeface="Consolas"/>
            </a:endParaRP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Shape 1054"/>
        <p:cNvGrpSpPr/>
        <p:nvPr/>
      </p:nvGrpSpPr>
      <p:grpSpPr>
        <a:xfrm>
          <a:off x="0" y="0"/>
          <a:ext cx="0" cy="0"/>
          <a:chOff x="0" y="0"/>
          <a:chExt cx="0" cy="0"/>
        </a:xfrm>
      </p:grpSpPr>
      <p:sp>
        <p:nvSpPr>
          <p:cNvPr id="1055" name="Google Shape;1055;p17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lvl="0"/>
            <a:r>
              <a:rPr lang="en" dirty="0">
                <a:latin typeface="Consolas"/>
                <a:ea typeface="Consolas"/>
                <a:cs typeface="Consolas"/>
                <a:sym typeface="Consolas"/>
              </a:rPr>
              <a:t>T  H  J  T   X  B  T   G  V  O  !</a:t>
            </a:r>
            <a:endParaRPr dirty="0">
              <a:latin typeface="Consolas"/>
              <a:ea typeface="Consolas"/>
              <a:cs typeface="Consolas"/>
              <a:sym typeface="Consolas"/>
            </a:endParaRP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Shape 1059"/>
        <p:cNvGrpSpPr/>
        <p:nvPr/>
      </p:nvGrpSpPr>
      <p:grpSpPr>
        <a:xfrm>
          <a:off x="0" y="0"/>
          <a:ext cx="0" cy="0"/>
          <a:chOff x="0" y="0"/>
          <a:chExt cx="0" cy="0"/>
        </a:xfrm>
      </p:grpSpPr>
      <p:sp>
        <p:nvSpPr>
          <p:cNvPr id="1060" name="Google Shape;1060;p17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lvl="0"/>
            <a:r>
              <a:rPr lang="en" dirty="0">
                <a:latin typeface="Consolas"/>
                <a:ea typeface="Consolas"/>
                <a:cs typeface="Consolas"/>
                <a:sym typeface="Consolas"/>
              </a:rPr>
              <a:t>T  H  I  T   X  B  T   G  V  O  !</a:t>
            </a:r>
            <a:endParaRPr dirty="0">
              <a:latin typeface="Consolas"/>
              <a:ea typeface="Consolas"/>
              <a:cs typeface="Consolas"/>
              <a:sym typeface="Consolas"/>
            </a:endParaRP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Shape 1064"/>
        <p:cNvGrpSpPr/>
        <p:nvPr/>
      </p:nvGrpSpPr>
      <p:grpSpPr>
        <a:xfrm>
          <a:off x="0" y="0"/>
          <a:ext cx="0" cy="0"/>
          <a:chOff x="0" y="0"/>
          <a:chExt cx="0" cy="0"/>
        </a:xfrm>
      </p:grpSpPr>
      <p:sp>
        <p:nvSpPr>
          <p:cNvPr id="1065" name="Google Shape;1065;p174"/>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lvl="0"/>
            <a:r>
              <a:rPr lang="en" dirty="0">
                <a:latin typeface="Consolas"/>
                <a:ea typeface="Consolas"/>
                <a:cs typeface="Consolas"/>
                <a:sym typeface="Consolas"/>
              </a:rPr>
              <a:t>T  H  I  S   X  B  T   G  V  O  !</a:t>
            </a:r>
            <a:endParaRPr dirty="0">
              <a:latin typeface="Consolas"/>
              <a:ea typeface="Consolas"/>
              <a:cs typeface="Consolas"/>
              <a:sym typeface="Consolas"/>
            </a:endParaRP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Shape 1069"/>
        <p:cNvGrpSpPr/>
        <p:nvPr/>
      </p:nvGrpSpPr>
      <p:grpSpPr>
        <a:xfrm>
          <a:off x="0" y="0"/>
          <a:ext cx="0" cy="0"/>
          <a:chOff x="0" y="0"/>
          <a:chExt cx="0" cy="0"/>
        </a:xfrm>
      </p:grpSpPr>
      <p:sp>
        <p:nvSpPr>
          <p:cNvPr id="1070" name="Google Shape;1070;p17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lvl="0"/>
            <a:r>
              <a:rPr lang="en" dirty="0">
                <a:latin typeface="Consolas"/>
                <a:ea typeface="Consolas"/>
                <a:cs typeface="Consolas"/>
                <a:sym typeface="Consolas"/>
              </a:rPr>
              <a:t>T  H  I  S   W  B  T   G  V  O  !</a:t>
            </a:r>
            <a:endParaRPr dirty="0">
              <a:latin typeface="Consolas"/>
              <a:ea typeface="Consolas"/>
              <a:cs typeface="Consolas"/>
              <a:sym typeface="Consolas"/>
            </a:endParaRP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Shape 1074"/>
        <p:cNvGrpSpPr/>
        <p:nvPr/>
      </p:nvGrpSpPr>
      <p:grpSpPr>
        <a:xfrm>
          <a:off x="0" y="0"/>
          <a:ext cx="0" cy="0"/>
          <a:chOff x="0" y="0"/>
          <a:chExt cx="0" cy="0"/>
        </a:xfrm>
      </p:grpSpPr>
      <p:sp>
        <p:nvSpPr>
          <p:cNvPr id="1075" name="Google Shape;1075;p17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lvl="0"/>
            <a:r>
              <a:rPr lang="en" dirty="0">
                <a:latin typeface="Consolas"/>
                <a:ea typeface="Consolas"/>
                <a:cs typeface="Consolas"/>
                <a:sym typeface="Consolas"/>
              </a:rPr>
              <a:t>T  H  I  S   W  A  T   G  V  O  !</a:t>
            </a:r>
            <a:endParaRPr dirty="0">
              <a:latin typeface="Consolas"/>
              <a:ea typeface="Consolas"/>
              <a:cs typeface="Consolas"/>
              <a:sym typeface="Consolas"/>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Shape 1079"/>
        <p:cNvGrpSpPr/>
        <p:nvPr/>
      </p:nvGrpSpPr>
      <p:grpSpPr>
        <a:xfrm>
          <a:off x="0" y="0"/>
          <a:ext cx="0" cy="0"/>
          <a:chOff x="0" y="0"/>
          <a:chExt cx="0" cy="0"/>
        </a:xfrm>
      </p:grpSpPr>
      <p:sp>
        <p:nvSpPr>
          <p:cNvPr id="1080" name="Google Shape;1080;p177"/>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lvl="0"/>
            <a:r>
              <a:rPr lang="en" dirty="0">
                <a:latin typeface="Consolas"/>
                <a:ea typeface="Consolas"/>
                <a:cs typeface="Consolas"/>
                <a:sym typeface="Consolas"/>
              </a:rPr>
              <a:t>T  H  I  S   W  A  S   G  V  O  !</a:t>
            </a:r>
            <a:endParaRPr dirty="0">
              <a:latin typeface="Consolas"/>
              <a:ea typeface="Consolas"/>
              <a:cs typeface="Consolas"/>
              <a:sym typeface="Consolas"/>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Shape 1084"/>
        <p:cNvGrpSpPr/>
        <p:nvPr/>
      </p:nvGrpSpPr>
      <p:grpSpPr>
        <a:xfrm>
          <a:off x="0" y="0"/>
          <a:ext cx="0" cy="0"/>
          <a:chOff x="0" y="0"/>
          <a:chExt cx="0" cy="0"/>
        </a:xfrm>
      </p:grpSpPr>
      <p:sp>
        <p:nvSpPr>
          <p:cNvPr id="1085" name="Google Shape;1085;p178"/>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lvl="0"/>
            <a:r>
              <a:rPr lang="en" dirty="0">
                <a:latin typeface="Consolas"/>
                <a:ea typeface="Consolas"/>
                <a:cs typeface="Consolas"/>
                <a:sym typeface="Consolas"/>
              </a:rPr>
              <a:t>T  H  I  S   W  A  S   F  V  O  !</a:t>
            </a:r>
            <a:endParaRPr dirty="0">
              <a:latin typeface="Consolas"/>
              <a:ea typeface="Consolas"/>
              <a:cs typeface="Consolas"/>
              <a:sym typeface="Consolas"/>
            </a:endParaRP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Shape 1089"/>
        <p:cNvGrpSpPr/>
        <p:nvPr/>
      </p:nvGrpSpPr>
      <p:grpSpPr>
        <a:xfrm>
          <a:off x="0" y="0"/>
          <a:ext cx="0" cy="0"/>
          <a:chOff x="0" y="0"/>
          <a:chExt cx="0" cy="0"/>
        </a:xfrm>
      </p:grpSpPr>
      <p:sp>
        <p:nvSpPr>
          <p:cNvPr id="1090" name="Google Shape;1090;p179"/>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lvl="0"/>
            <a:r>
              <a:rPr lang="en" dirty="0">
                <a:latin typeface="Consolas"/>
                <a:ea typeface="Consolas"/>
                <a:cs typeface="Consolas"/>
                <a:sym typeface="Consolas"/>
              </a:rPr>
              <a:t>T  H  I  S   W  A  S   F  U  O  !</a:t>
            </a:r>
            <a:endParaRPr dirty="0">
              <a:latin typeface="Consolas"/>
              <a:ea typeface="Consolas"/>
              <a:cs typeface="Consolas"/>
              <a:sym typeface="Consolas"/>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Shape 1089">
          <a:extLst>
            <a:ext uri="{FF2B5EF4-FFF2-40B4-BE49-F238E27FC236}">
              <a16:creationId xmlns:a16="http://schemas.microsoft.com/office/drawing/2014/main" id="{F005C33D-B912-9A73-8ACE-A8C936BAD05D}"/>
            </a:ext>
          </a:extLst>
        </p:cNvPr>
        <p:cNvGrpSpPr/>
        <p:nvPr/>
      </p:nvGrpSpPr>
      <p:grpSpPr>
        <a:xfrm>
          <a:off x="0" y="0"/>
          <a:ext cx="0" cy="0"/>
          <a:chOff x="0" y="0"/>
          <a:chExt cx="0" cy="0"/>
        </a:xfrm>
      </p:grpSpPr>
      <p:sp>
        <p:nvSpPr>
          <p:cNvPr id="1090" name="Google Shape;1090;p179">
            <a:extLst>
              <a:ext uri="{FF2B5EF4-FFF2-40B4-BE49-F238E27FC236}">
                <a16:creationId xmlns:a16="http://schemas.microsoft.com/office/drawing/2014/main" id="{A1EDCE1C-2A70-4BD1-FC30-E5343A196116}"/>
              </a:ext>
            </a:extLst>
          </p:cNvPr>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lvl="0"/>
            <a:r>
              <a:rPr lang="en" dirty="0">
                <a:latin typeface="Consolas"/>
                <a:ea typeface="Consolas"/>
                <a:cs typeface="Consolas"/>
                <a:sym typeface="Consolas"/>
              </a:rPr>
              <a:t>T  H  I  S   W  A  S   F  U  N  !</a:t>
            </a:r>
            <a:endParaRPr dirty="0">
              <a:latin typeface="Consolas"/>
              <a:ea typeface="Consolas"/>
              <a:cs typeface="Consolas"/>
              <a:sym typeface="Consolas"/>
            </a:endParaRPr>
          </a:p>
        </p:txBody>
      </p:sp>
    </p:spTree>
    <p:extLst>
      <p:ext uri="{BB962C8B-B14F-4D97-AF65-F5344CB8AC3E}">
        <p14:creationId xmlns:p14="http://schemas.microsoft.com/office/powerpoint/2010/main" val="1168356683"/>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094"/>
        <p:cNvGrpSpPr/>
        <p:nvPr/>
      </p:nvGrpSpPr>
      <p:grpSpPr>
        <a:xfrm>
          <a:off x="0" y="0"/>
          <a:ext cx="0" cy="0"/>
          <a:chOff x="0" y="0"/>
          <a:chExt cx="0" cy="0"/>
        </a:xfrm>
      </p:grpSpPr>
      <p:pic>
        <p:nvPicPr>
          <p:cNvPr id="3" name="Picture 2" descr="A cartoon of a yellow rubber duck on a bomb&#10;&#10;AI-generated content may be incorrect.">
            <a:extLst>
              <a:ext uri="{FF2B5EF4-FFF2-40B4-BE49-F238E27FC236}">
                <a16:creationId xmlns:a16="http://schemas.microsoft.com/office/drawing/2014/main" id="{B69F2EEE-076D-260A-C613-D53CAB1C378C}"/>
              </a:ext>
            </a:extLst>
          </p:cNvPr>
          <p:cNvPicPr>
            <a:picLocks noChangeAspect="1"/>
          </p:cNvPicPr>
          <p:nvPr/>
        </p:nvPicPr>
        <p:blipFill>
          <a:blip r:embed="rId3"/>
          <a:stretch>
            <a:fillRect/>
          </a:stretch>
        </p:blipFill>
        <p:spPr>
          <a:xfrm>
            <a:off x="2000250" y="0"/>
            <a:ext cx="5143500" cy="5143500"/>
          </a:xfrm>
          <a:prstGeom prst="rect">
            <a:avLst/>
          </a:prstGeom>
        </p:spPr>
      </p:pic>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Shape 1099"/>
        <p:cNvGrpSpPr/>
        <p:nvPr/>
      </p:nvGrpSpPr>
      <p:grpSpPr>
        <a:xfrm>
          <a:off x="0" y="0"/>
          <a:ext cx="0" cy="0"/>
          <a:chOff x="0" y="0"/>
          <a:chExt cx="0" cy="0"/>
        </a:xfrm>
      </p:grpSpPr>
      <p:sp>
        <p:nvSpPr>
          <p:cNvPr id="2" name="TextBox 1">
            <a:extLst>
              <a:ext uri="{FF2B5EF4-FFF2-40B4-BE49-F238E27FC236}">
                <a16:creationId xmlns:a16="http://schemas.microsoft.com/office/drawing/2014/main" id="{C23DA511-E620-2F20-A381-325F2CE8F5E1}"/>
              </a:ext>
            </a:extLst>
          </p:cNvPr>
          <p:cNvSpPr txBox="1"/>
          <p:nvPr/>
        </p:nvSpPr>
        <p:spPr>
          <a:xfrm>
            <a:off x="921001" y="2110085"/>
            <a:ext cx="7301999" cy="92333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GB" sz="5400" dirty="0">
                <a:solidFill>
                  <a:schemeClr val="tx1"/>
                </a:solidFill>
              </a:rPr>
              <a:t>Computing Technology</a:t>
            </a:r>
          </a:p>
        </p:txBody>
      </p:sp>
    </p:spTree>
  </p:cSld>
  <p:clrMapOvr>
    <a:masterClrMapping/>
  </p:clrMapOvr>
</p:sld>
</file>

<file path=ppt/theme/theme1.xml><?xml version="1.0" encoding="utf-8"?>
<a:theme xmlns:a="http://schemas.openxmlformats.org/drawingml/2006/main" name="Simple Dark">
  <a:themeElements>
    <a:clrScheme name="Simple Dark">
      <a:dk1>
        <a:srgbClr val="FFFFFF"/>
      </a:dk1>
      <a:lt1>
        <a:srgbClr val="212121"/>
      </a:lt1>
      <a:dk2>
        <a:srgbClr val="303030"/>
      </a:dk2>
      <a:lt2>
        <a:srgbClr val="ADADAD"/>
      </a:lt2>
      <a:accent1>
        <a:srgbClr val="009688"/>
      </a:accent1>
      <a:accent2>
        <a:srgbClr val="EEEEEE"/>
      </a:accent2>
      <a:accent3>
        <a:srgbClr val="78909C"/>
      </a:accent3>
      <a:accent4>
        <a:srgbClr val="FFAB40"/>
      </a:accent4>
      <a:accent5>
        <a:srgbClr val="4DD0E1"/>
      </a:accent5>
      <a:accent6>
        <a:srgbClr val="EEFF41"/>
      </a:accent6>
      <a:hlink>
        <a:srgbClr val="4DD0E1"/>
      </a:hlink>
      <a:folHlink>
        <a:srgbClr val="4DD0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779</TotalTime>
  <Words>2910</Words>
  <Application>Microsoft Office PowerPoint</Application>
  <PresentationFormat>On-screen Show (16:9)</PresentationFormat>
  <Paragraphs>834</Paragraphs>
  <Slides>161</Slides>
  <Notes>161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161</vt:i4>
      </vt:variant>
    </vt:vector>
  </HeadingPairs>
  <TitlesOfParts>
    <vt:vector size="164" baseType="lpstr">
      <vt:lpstr>Arial</vt:lpstr>
      <vt:lpstr>Consolas</vt:lpstr>
      <vt:lpstr>Simple Dark</vt:lpstr>
      <vt:lpstr>PowerPoint Presentation</vt:lpstr>
      <vt:lpstr>reading levels</vt:lpstr>
      <vt:lpstr>One fish. Two fish. Red fish. Blue fish.</vt:lpstr>
      <vt:lpstr>Before Grade 1</vt:lpstr>
      <vt:lpstr>Congratulations! Today is your day. You're off to Great Places! You're off and away!</vt:lpstr>
      <vt:lpstr>Grade 3</vt:lpstr>
      <vt:lpstr>It was a bright cold day in April, and the clocks were striking thirteen. Winston Smith, his chin nuzzled into his breast in an effort to escape the vile wind, slipped quickly through the glass doors of Victory Mansions, though not quickly enough to prevent a swirl of gritty dust from entering along with him.</vt:lpstr>
      <vt:lpstr>Grade 10</vt:lpstr>
      <vt:lpstr>reading levels</vt:lpstr>
      <vt:lpstr>cryptography</vt:lpstr>
      <vt:lpstr>J    M  P  X  F    D</vt:lpstr>
      <vt:lpstr>I    L  O  V  E    C</vt:lpstr>
      <vt:lpstr>compiler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reverse engineering</vt:lpstr>
      <vt:lpstr>PowerPoint Presentation</vt:lpstr>
      <vt:lpstr>debugging</vt:lpstr>
      <vt:lpstr>PowerPoint Presentation</vt:lpstr>
      <vt:lpstr>PowerPoint Presentation</vt:lpstr>
      <vt:lpstr>PowerPoint Presentation</vt:lpstr>
      <vt:lpstr>PowerPoint Presentation</vt:lpstr>
      <vt:lpstr>PowerPoint Presentation</vt:lpstr>
      <vt:lpstr>PowerPoint Presentation</vt:lpstr>
      <vt:lpstr>types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arrays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string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NUL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string</vt:lpstr>
      <vt:lpstr>string.h</vt:lpstr>
      <vt:lpstr>manual.cs50.io/#string.h</vt:lpstr>
      <vt:lpstr>strlen</vt:lpstr>
      <vt:lpstr>ctype.h</vt:lpstr>
      <vt:lpstr>manual.cs50.io/#ctype.h</vt:lpstr>
      <vt:lpstr>PowerPoint Presentation</vt:lpstr>
      <vt:lpstr>PowerPoint Presentation</vt:lpstr>
      <vt:lpstr>command-line arguments</vt:lpstr>
      <vt:lpstr>PowerPoint Presentation</vt:lpstr>
      <vt:lpstr>PowerPoint Presentation</vt:lpstr>
      <vt:lpstr>PowerPoint Presentation</vt:lpstr>
      <vt:lpstr>ASCII art</vt:lpstr>
      <vt:lpstr>cowsay</vt:lpstr>
      <vt:lpstr>exit status</vt:lpstr>
      <vt:lpstr>PowerPoint Presentation</vt:lpstr>
      <vt:lpstr>PowerPoint Presentation</vt:lpstr>
      <vt:lpstr>PowerPoint Presentation</vt:lpstr>
      <vt:lpstr>PowerPoint Presentation</vt:lpstr>
      <vt:lpstr>PowerPoint Presentation</vt:lpstr>
      <vt:lpstr>echo $?</vt:lpstr>
      <vt:lpstr>cryptography</vt:lpstr>
      <vt:lpstr>encryption</vt:lpstr>
      <vt:lpstr>PowerPoint Presentation</vt:lpstr>
      <vt:lpstr>PowerPoint Presentation</vt:lpstr>
      <vt:lpstr>cipher</vt:lpstr>
      <vt:lpstr>cipher</vt:lpstr>
      <vt:lpstr>PowerPoint Presentation</vt:lpstr>
      <vt:lpstr>PowerPoint Presentation</vt:lpstr>
      <vt:lpstr>PowerPoint Presentation</vt:lpstr>
      <vt:lpstr>PowerPoint Presentation</vt:lpstr>
      <vt:lpstr>PowerPoint Presentation</vt:lpstr>
      <vt:lpstr>PowerPoint Presentation</vt:lpstr>
      <vt:lpstr>decryption</vt:lpstr>
      <vt:lpstr>PowerPoint Presentation</vt:lpstr>
      <vt:lpstr>U  I  J  T   X  B  T   G  V  O  !</vt:lpstr>
      <vt:lpstr>T  I  J  T   X  B  T   G  V  O  !</vt:lpstr>
      <vt:lpstr>T  H  J  T   X  B  T   G  V  O  !</vt:lpstr>
      <vt:lpstr>T  H  I  T   X  B  T   G  V  O  !</vt:lpstr>
      <vt:lpstr>T  H  I  S   X  B  T   G  V  O  !</vt:lpstr>
      <vt:lpstr>T  H  I  S   W  B  T   G  V  O  !</vt:lpstr>
      <vt:lpstr>T  H  I  S   W  A  T   G  V  O  !</vt:lpstr>
      <vt:lpstr>T  H  I  S   W  A  S   G  V  O  !</vt:lpstr>
      <vt:lpstr>T  H  I  S   W  A  S   F  V  O  !</vt:lpstr>
      <vt:lpstr>T  H  I  S   W  A  S   F  U  O  !</vt:lpstr>
      <vt:lpstr>T  H  I  S   W  A  S   F  U  N  !</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Ed Harris</cp:lastModifiedBy>
  <cp:revision>5</cp:revision>
  <dcterms:modified xsi:type="dcterms:W3CDTF">2025-10-09T16:11:26Z</dcterms:modified>
</cp:coreProperties>
</file>
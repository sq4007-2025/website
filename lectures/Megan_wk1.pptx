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257" r:id="rId3"/>
    <p:sldId id="258" r:id="rId4"/>
    <p:sldId id="262" r:id="rId5"/>
    <p:sldId id="272" r:id="rId6"/>
    <p:sldId id="391" r:id="rId7"/>
    <p:sldId id="392" r:id="rId8"/>
    <p:sldId id="432" r:id="rId9"/>
    <p:sldId id="259" r:id="rId10"/>
    <p:sldId id="273" r:id="rId11"/>
    <p:sldId id="274" r:id="rId12"/>
    <p:sldId id="275" r:id="rId13"/>
    <p:sldId id="276" r:id="rId14"/>
    <p:sldId id="394" r:id="rId15"/>
    <p:sldId id="263" r:id="rId16"/>
    <p:sldId id="264" r:id="rId17"/>
    <p:sldId id="271" r:id="rId18"/>
    <p:sldId id="266" r:id="rId19"/>
    <p:sldId id="267" r:id="rId20"/>
    <p:sldId id="265" r:id="rId21"/>
    <p:sldId id="404" r:id="rId22"/>
    <p:sldId id="407" r:id="rId23"/>
    <p:sldId id="406" r:id="rId24"/>
    <p:sldId id="405" r:id="rId25"/>
    <p:sldId id="270" r:id="rId26"/>
    <p:sldId id="282" r:id="rId27"/>
    <p:sldId id="279" r:id="rId28"/>
    <p:sldId id="283" r:id="rId29"/>
    <p:sldId id="284" r:id="rId30"/>
    <p:sldId id="285" r:id="rId31"/>
    <p:sldId id="286" r:id="rId32"/>
    <p:sldId id="287" r:id="rId33"/>
    <p:sldId id="288" r:id="rId34"/>
    <p:sldId id="429" r:id="rId35"/>
    <p:sldId id="280" r:id="rId36"/>
    <p:sldId id="289" r:id="rId37"/>
    <p:sldId id="400" r:id="rId38"/>
    <p:sldId id="290" r:id="rId39"/>
    <p:sldId id="291" r:id="rId40"/>
    <p:sldId id="402" r:id="rId41"/>
    <p:sldId id="401" r:id="rId42"/>
    <p:sldId id="403" r:id="rId43"/>
    <p:sldId id="408" r:id="rId44"/>
    <p:sldId id="409" r:id="rId45"/>
    <p:sldId id="292" r:id="rId46"/>
    <p:sldId id="410" r:id="rId47"/>
    <p:sldId id="416" r:id="rId48"/>
    <p:sldId id="417" r:id="rId49"/>
    <p:sldId id="415" r:id="rId50"/>
    <p:sldId id="412" r:id="rId51"/>
    <p:sldId id="414" r:id="rId52"/>
    <p:sldId id="413" r:id="rId53"/>
    <p:sldId id="422" r:id="rId54"/>
    <p:sldId id="424" r:id="rId55"/>
    <p:sldId id="423" r:id="rId56"/>
    <p:sldId id="419" r:id="rId57"/>
    <p:sldId id="421" r:id="rId58"/>
    <p:sldId id="420" r:id="rId59"/>
    <p:sldId id="293" r:id="rId60"/>
    <p:sldId id="418" r:id="rId61"/>
    <p:sldId id="425" r:id="rId62"/>
    <p:sldId id="426" r:id="rId63"/>
    <p:sldId id="427" r:id="rId64"/>
    <p:sldId id="428" r:id="rId65"/>
    <p:sldId id="395" r:id="rId66"/>
    <p:sldId id="430" r:id="rId67"/>
    <p:sldId id="268" r:id="rId68"/>
    <p:sldId id="269" r:id="rId69"/>
    <p:sldId id="396" r:id="rId70"/>
    <p:sldId id="397" r:id="rId71"/>
    <p:sldId id="398" r:id="rId72"/>
    <p:sldId id="399"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329749-AA48-4C11-A656-8561BA15EFE3}" v="130" dt="2025-10-01T08:12:05.7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782" autoAdjust="0"/>
  </p:normalViewPr>
  <p:slideViewPr>
    <p:cSldViewPr snapToGrid="0">
      <p:cViewPr>
        <p:scale>
          <a:sx n="90" d="100"/>
          <a:sy n="90" d="100"/>
        </p:scale>
        <p:origin x="1392"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gan Lewis" userId="22d826ee-5076-40cf-b81c-0948657922bd" providerId="ADAL" clId="{C2329749-AA48-4C11-A656-8561BA15EFE3}"/>
    <pc:docChg chg="undo custSel addSld delSld modSld sldOrd">
      <pc:chgData name="Megan Lewis" userId="22d826ee-5076-40cf-b81c-0948657922bd" providerId="ADAL" clId="{C2329749-AA48-4C11-A656-8561BA15EFE3}" dt="2025-10-01T08:13:59.043" v="1591" actId="478"/>
      <pc:docMkLst>
        <pc:docMk/>
      </pc:docMkLst>
      <pc:sldChg chg="modSp mod">
        <pc:chgData name="Megan Lewis" userId="22d826ee-5076-40cf-b81c-0948657922bd" providerId="ADAL" clId="{C2329749-AA48-4C11-A656-8561BA15EFE3}" dt="2025-10-01T06:47:53.535" v="37" actId="5793"/>
        <pc:sldMkLst>
          <pc:docMk/>
          <pc:sldMk cId="1337980587" sldId="257"/>
        </pc:sldMkLst>
        <pc:spChg chg="mod">
          <ac:chgData name="Megan Lewis" userId="22d826ee-5076-40cf-b81c-0948657922bd" providerId="ADAL" clId="{C2329749-AA48-4C11-A656-8561BA15EFE3}" dt="2025-10-01T06:47:53.535" v="37" actId="5793"/>
          <ac:spMkLst>
            <pc:docMk/>
            <pc:sldMk cId="1337980587" sldId="257"/>
            <ac:spMk id="3" creationId="{691FA003-3C9B-FE7A-DEE7-861832604B36}"/>
          </ac:spMkLst>
        </pc:spChg>
      </pc:sldChg>
      <pc:sldChg chg="modSp">
        <pc:chgData name="Megan Lewis" userId="22d826ee-5076-40cf-b81c-0948657922bd" providerId="ADAL" clId="{C2329749-AA48-4C11-A656-8561BA15EFE3}" dt="2025-10-01T06:51:04.067" v="48"/>
        <pc:sldMkLst>
          <pc:docMk/>
          <pc:sldMk cId="4032724671" sldId="259"/>
        </pc:sldMkLst>
        <pc:picChg chg="mod">
          <ac:chgData name="Megan Lewis" userId="22d826ee-5076-40cf-b81c-0948657922bd" providerId="ADAL" clId="{C2329749-AA48-4C11-A656-8561BA15EFE3}" dt="2025-10-01T06:51:04.067" v="48"/>
          <ac:picMkLst>
            <pc:docMk/>
            <pc:sldMk cId="4032724671" sldId="259"/>
            <ac:picMk id="1026" creationId="{EC0BB92E-5F70-FFE7-8D76-DB77A4B8FF94}"/>
          </ac:picMkLst>
        </pc:picChg>
      </pc:sldChg>
      <pc:sldChg chg="modSp mod">
        <pc:chgData name="Megan Lewis" userId="22d826ee-5076-40cf-b81c-0948657922bd" providerId="ADAL" clId="{C2329749-AA48-4C11-A656-8561BA15EFE3}" dt="2025-10-01T06:52:26.449" v="54" actId="6549"/>
        <pc:sldMkLst>
          <pc:docMk/>
          <pc:sldMk cId="2556881779" sldId="262"/>
        </pc:sldMkLst>
        <pc:spChg chg="mod">
          <ac:chgData name="Megan Lewis" userId="22d826ee-5076-40cf-b81c-0948657922bd" providerId="ADAL" clId="{C2329749-AA48-4C11-A656-8561BA15EFE3}" dt="2025-10-01T06:52:26.449" v="54" actId="6549"/>
          <ac:spMkLst>
            <pc:docMk/>
            <pc:sldMk cId="2556881779" sldId="262"/>
            <ac:spMk id="3" creationId="{82AFD5A4-84D5-B6A5-6C9F-81D246832196}"/>
          </ac:spMkLst>
        </pc:spChg>
        <pc:spChg chg="mod">
          <ac:chgData name="Megan Lewis" userId="22d826ee-5076-40cf-b81c-0948657922bd" providerId="ADAL" clId="{C2329749-AA48-4C11-A656-8561BA15EFE3}" dt="2025-10-01T06:49:57.598" v="45" actId="27636"/>
          <ac:spMkLst>
            <pc:docMk/>
            <pc:sldMk cId="2556881779" sldId="262"/>
            <ac:spMk id="7" creationId="{08F5C8E8-626E-3E6A-2346-3A0474E18E89}"/>
          </ac:spMkLst>
        </pc:spChg>
      </pc:sldChg>
      <pc:sldChg chg="addSp modSp mod">
        <pc:chgData name="Megan Lewis" userId="22d826ee-5076-40cf-b81c-0948657922bd" providerId="ADAL" clId="{C2329749-AA48-4C11-A656-8561BA15EFE3}" dt="2025-10-01T07:50:42.373" v="1104" actId="1076"/>
        <pc:sldMkLst>
          <pc:docMk/>
          <pc:sldMk cId="2910177141" sldId="263"/>
        </pc:sldMkLst>
        <pc:spChg chg="mod">
          <ac:chgData name="Megan Lewis" userId="22d826ee-5076-40cf-b81c-0948657922bd" providerId="ADAL" clId="{C2329749-AA48-4C11-A656-8561BA15EFE3}" dt="2025-10-01T07:50:21.257" v="1081" actId="1076"/>
          <ac:spMkLst>
            <pc:docMk/>
            <pc:sldMk cId="2910177141" sldId="263"/>
            <ac:spMk id="20" creationId="{A97B7B5E-23D3-DBF4-5D8F-4C1CA361D0F0}"/>
          </ac:spMkLst>
        </pc:spChg>
        <pc:spChg chg="add mod">
          <ac:chgData name="Megan Lewis" userId="22d826ee-5076-40cf-b81c-0948657922bd" providerId="ADAL" clId="{C2329749-AA48-4C11-A656-8561BA15EFE3}" dt="2025-10-01T07:50:42.373" v="1104" actId="1076"/>
          <ac:spMkLst>
            <pc:docMk/>
            <pc:sldMk cId="2910177141" sldId="263"/>
            <ac:spMk id="22" creationId="{4C6FD555-61C7-8093-865C-BA2E1716CC92}"/>
          </ac:spMkLst>
        </pc:spChg>
        <pc:picChg chg="add mod">
          <ac:chgData name="Megan Lewis" userId="22d826ee-5076-40cf-b81c-0948657922bd" providerId="ADAL" clId="{C2329749-AA48-4C11-A656-8561BA15EFE3}" dt="2025-10-01T07:50:24.679" v="1082" actId="1076"/>
          <ac:picMkLst>
            <pc:docMk/>
            <pc:sldMk cId="2910177141" sldId="263"/>
            <ac:picMk id="21" creationId="{093272D9-D345-A754-6C8E-CF8050BDEA8F}"/>
          </ac:picMkLst>
        </pc:picChg>
      </pc:sldChg>
      <pc:sldChg chg="addSp modSp mod">
        <pc:chgData name="Megan Lewis" userId="22d826ee-5076-40cf-b81c-0948657922bd" providerId="ADAL" clId="{C2329749-AA48-4C11-A656-8561BA15EFE3}" dt="2025-10-01T08:12:41.707" v="1589" actId="122"/>
        <pc:sldMkLst>
          <pc:docMk/>
          <pc:sldMk cId="919223154" sldId="264"/>
        </pc:sldMkLst>
        <pc:spChg chg="mod">
          <ac:chgData name="Megan Lewis" userId="22d826ee-5076-40cf-b81c-0948657922bd" providerId="ADAL" clId="{C2329749-AA48-4C11-A656-8561BA15EFE3}" dt="2025-10-01T08:12:39.472" v="1588" actId="122"/>
          <ac:spMkLst>
            <pc:docMk/>
            <pc:sldMk cId="919223154" sldId="264"/>
            <ac:spMk id="2" creationId="{9F1D7689-4EF6-1F33-E230-B3E86E16753F}"/>
          </ac:spMkLst>
        </pc:spChg>
        <pc:spChg chg="mod">
          <ac:chgData name="Megan Lewis" userId="22d826ee-5076-40cf-b81c-0948657922bd" providerId="ADAL" clId="{C2329749-AA48-4C11-A656-8561BA15EFE3}" dt="2025-10-01T08:12:41.707" v="1589" actId="122"/>
          <ac:spMkLst>
            <pc:docMk/>
            <pc:sldMk cId="919223154" sldId="264"/>
            <ac:spMk id="3" creationId="{C9E2C189-00C9-B352-27C1-3B3A61CA8FF0}"/>
          </ac:spMkLst>
        </pc:spChg>
        <pc:picChg chg="add mod">
          <ac:chgData name="Megan Lewis" userId="22d826ee-5076-40cf-b81c-0948657922bd" providerId="ADAL" clId="{C2329749-AA48-4C11-A656-8561BA15EFE3}" dt="2025-10-01T07:33:26.896" v="908"/>
          <ac:picMkLst>
            <pc:docMk/>
            <pc:sldMk cId="919223154" sldId="264"/>
            <ac:picMk id="7" creationId="{6F0DF19B-F01E-78AB-3EC0-4E571BFADDBF}"/>
          </ac:picMkLst>
        </pc:picChg>
        <pc:picChg chg="add mod">
          <ac:chgData name="Megan Lewis" userId="22d826ee-5076-40cf-b81c-0948657922bd" providerId="ADAL" clId="{C2329749-AA48-4C11-A656-8561BA15EFE3}" dt="2025-10-01T07:33:26.896" v="908"/>
          <ac:picMkLst>
            <pc:docMk/>
            <pc:sldMk cId="919223154" sldId="264"/>
            <ac:picMk id="8" creationId="{F66D971B-D4D0-BDC6-61D2-7599EC233CAD}"/>
          </ac:picMkLst>
        </pc:picChg>
      </pc:sldChg>
      <pc:sldChg chg="delSp modSp mod">
        <pc:chgData name="Megan Lewis" userId="22d826ee-5076-40cf-b81c-0948657922bd" providerId="ADAL" clId="{C2329749-AA48-4C11-A656-8561BA15EFE3}" dt="2025-10-01T08:13:59.043" v="1591" actId="478"/>
        <pc:sldMkLst>
          <pc:docMk/>
          <pc:sldMk cId="1516539419" sldId="265"/>
        </pc:sldMkLst>
        <pc:spChg chg="mod">
          <ac:chgData name="Megan Lewis" userId="22d826ee-5076-40cf-b81c-0948657922bd" providerId="ADAL" clId="{C2329749-AA48-4C11-A656-8561BA15EFE3}" dt="2025-10-01T08:13:51.210" v="1590" actId="122"/>
          <ac:spMkLst>
            <pc:docMk/>
            <pc:sldMk cId="1516539419" sldId="265"/>
            <ac:spMk id="2" creationId="{7DA769F6-A096-3B06-BE60-82D1E0D9F238}"/>
          </ac:spMkLst>
        </pc:spChg>
        <pc:spChg chg="del">
          <ac:chgData name="Megan Lewis" userId="22d826ee-5076-40cf-b81c-0948657922bd" providerId="ADAL" clId="{C2329749-AA48-4C11-A656-8561BA15EFE3}" dt="2025-10-01T08:13:59.043" v="1591" actId="478"/>
          <ac:spMkLst>
            <pc:docMk/>
            <pc:sldMk cId="1516539419" sldId="265"/>
            <ac:spMk id="4" creationId="{80C03A32-812E-0DA5-0A61-E8AE564771F5}"/>
          </ac:spMkLst>
        </pc:spChg>
      </pc:sldChg>
      <pc:sldChg chg="delSp modSp mod modNotesTx">
        <pc:chgData name="Megan Lewis" userId="22d826ee-5076-40cf-b81c-0948657922bd" providerId="ADAL" clId="{C2329749-AA48-4C11-A656-8561BA15EFE3}" dt="2025-10-01T07:54:55.863" v="1560" actId="20577"/>
        <pc:sldMkLst>
          <pc:docMk/>
          <pc:sldMk cId="2534363263" sldId="266"/>
        </pc:sldMkLst>
        <pc:spChg chg="del mod">
          <ac:chgData name="Megan Lewis" userId="22d826ee-5076-40cf-b81c-0948657922bd" providerId="ADAL" clId="{C2329749-AA48-4C11-A656-8561BA15EFE3}" dt="2025-10-01T07:52:59.585" v="1175" actId="478"/>
          <ac:spMkLst>
            <pc:docMk/>
            <pc:sldMk cId="2534363263" sldId="266"/>
            <ac:spMk id="3" creationId="{0CBAACF1-89C8-51E1-EFA4-387F1E2B2EB8}"/>
          </ac:spMkLst>
        </pc:spChg>
        <pc:spChg chg="mod">
          <ac:chgData name="Megan Lewis" userId="22d826ee-5076-40cf-b81c-0948657922bd" providerId="ADAL" clId="{C2329749-AA48-4C11-A656-8561BA15EFE3}" dt="2025-10-01T07:53:02.205" v="1176" actId="1076"/>
          <ac:spMkLst>
            <pc:docMk/>
            <pc:sldMk cId="2534363263" sldId="266"/>
            <ac:spMk id="6" creationId="{C1A40BF4-AD2C-8E0D-053D-8D4EB5CC6CCE}"/>
          </ac:spMkLst>
        </pc:spChg>
      </pc:sldChg>
      <pc:sldChg chg="modNotesTx">
        <pc:chgData name="Megan Lewis" userId="22d826ee-5076-40cf-b81c-0948657922bd" providerId="ADAL" clId="{C2329749-AA48-4C11-A656-8561BA15EFE3}" dt="2025-10-01T07:36:15.909" v="955"/>
        <pc:sldMkLst>
          <pc:docMk/>
          <pc:sldMk cId="2046653831" sldId="270"/>
        </pc:sldMkLst>
      </pc:sldChg>
      <pc:sldChg chg="modSp mod">
        <pc:chgData name="Megan Lewis" userId="22d826ee-5076-40cf-b81c-0948657922bd" providerId="ADAL" clId="{C2329749-AA48-4C11-A656-8561BA15EFE3}" dt="2025-10-01T06:45:43.619" v="30" actId="5793"/>
        <pc:sldMkLst>
          <pc:docMk/>
          <pc:sldMk cId="2765547902" sldId="271"/>
        </pc:sldMkLst>
        <pc:spChg chg="mod">
          <ac:chgData name="Megan Lewis" userId="22d826ee-5076-40cf-b81c-0948657922bd" providerId="ADAL" clId="{C2329749-AA48-4C11-A656-8561BA15EFE3}" dt="2025-10-01T06:45:43.619" v="30" actId="5793"/>
          <ac:spMkLst>
            <pc:docMk/>
            <pc:sldMk cId="2765547902" sldId="271"/>
            <ac:spMk id="2" creationId="{267C6221-AE60-5C95-71E3-2BB4689FEA44}"/>
          </ac:spMkLst>
        </pc:spChg>
      </pc:sldChg>
      <pc:sldChg chg="modSp mod">
        <pc:chgData name="Megan Lewis" userId="22d826ee-5076-40cf-b81c-0948657922bd" providerId="ADAL" clId="{C2329749-AA48-4C11-A656-8561BA15EFE3}" dt="2025-10-01T08:11:10.761" v="1562" actId="207"/>
        <pc:sldMkLst>
          <pc:docMk/>
          <pc:sldMk cId="39022384" sldId="272"/>
        </pc:sldMkLst>
        <pc:spChg chg="mod">
          <ac:chgData name="Megan Lewis" userId="22d826ee-5076-40cf-b81c-0948657922bd" providerId="ADAL" clId="{C2329749-AA48-4C11-A656-8561BA15EFE3}" dt="2025-10-01T08:11:10.761" v="1562" actId="207"/>
          <ac:spMkLst>
            <pc:docMk/>
            <pc:sldMk cId="39022384" sldId="272"/>
            <ac:spMk id="5" creationId="{CD1A9405-7C50-4694-4C94-ED359582CECA}"/>
          </ac:spMkLst>
        </pc:spChg>
        <pc:spChg chg="mod">
          <ac:chgData name="Megan Lewis" userId="22d826ee-5076-40cf-b81c-0948657922bd" providerId="ADAL" clId="{C2329749-AA48-4C11-A656-8561BA15EFE3}" dt="2025-10-01T08:11:06.510" v="1561" actId="207"/>
          <ac:spMkLst>
            <pc:docMk/>
            <pc:sldMk cId="39022384" sldId="272"/>
            <ac:spMk id="6" creationId="{5403B8C9-6957-6F5A-0E90-EDDDA3B7EE1A}"/>
          </ac:spMkLst>
        </pc:spChg>
      </pc:sldChg>
      <pc:sldChg chg="modSp">
        <pc:chgData name="Megan Lewis" userId="22d826ee-5076-40cf-b81c-0948657922bd" providerId="ADAL" clId="{C2329749-AA48-4C11-A656-8561BA15EFE3}" dt="2025-10-01T06:51:20.474" v="49"/>
        <pc:sldMkLst>
          <pc:docMk/>
          <pc:sldMk cId="885665827" sldId="273"/>
        </pc:sldMkLst>
        <pc:picChg chg="mod">
          <ac:chgData name="Megan Lewis" userId="22d826ee-5076-40cf-b81c-0948657922bd" providerId="ADAL" clId="{C2329749-AA48-4C11-A656-8561BA15EFE3}" dt="2025-10-01T06:51:20.474" v="49"/>
          <ac:picMkLst>
            <pc:docMk/>
            <pc:sldMk cId="885665827" sldId="273"/>
            <ac:picMk id="1026" creationId="{539DA025-6F45-9DD7-9BAA-98BCA142F3B9}"/>
          </ac:picMkLst>
        </pc:picChg>
      </pc:sldChg>
      <pc:sldChg chg="modSp">
        <pc:chgData name="Megan Lewis" userId="22d826ee-5076-40cf-b81c-0948657922bd" providerId="ADAL" clId="{C2329749-AA48-4C11-A656-8561BA15EFE3}" dt="2025-10-01T06:51:28.653" v="50"/>
        <pc:sldMkLst>
          <pc:docMk/>
          <pc:sldMk cId="110164972" sldId="274"/>
        </pc:sldMkLst>
        <pc:picChg chg="mod">
          <ac:chgData name="Megan Lewis" userId="22d826ee-5076-40cf-b81c-0948657922bd" providerId="ADAL" clId="{C2329749-AA48-4C11-A656-8561BA15EFE3}" dt="2025-10-01T06:51:28.653" v="50"/>
          <ac:picMkLst>
            <pc:docMk/>
            <pc:sldMk cId="110164972" sldId="274"/>
            <ac:picMk id="1026" creationId="{0C69E55B-4AC7-C1FE-6A9C-1E7208F18CFC}"/>
          </ac:picMkLst>
        </pc:picChg>
      </pc:sldChg>
      <pc:sldChg chg="addSp modSp">
        <pc:chgData name="Megan Lewis" userId="22d826ee-5076-40cf-b81c-0948657922bd" providerId="ADAL" clId="{C2329749-AA48-4C11-A656-8561BA15EFE3}" dt="2025-10-01T07:33:19.890" v="906"/>
        <pc:sldMkLst>
          <pc:docMk/>
          <pc:sldMk cId="1694142403" sldId="275"/>
        </pc:sldMkLst>
        <pc:picChg chg="add mod">
          <ac:chgData name="Megan Lewis" userId="22d826ee-5076-40cf-b81c-0948657922bd" providerId="ADAL" clId="{C2329749-AA48-4C11-A656-8561BA15EFE3}" dt="2025-10-01T07:33:19.890" v="906"/>
          <ac:picMkLst>
            <pc:docMk/>
            <pc:sldMk cId="1694142403" sldId="275"/>
            <ac:picMk id="4" creationId="{03F63CC0-B1B3-55E5-D702-84102636040E}"/>
          </ac:picMkLst>
        </pc:picChg>
        <pc:picChg chg="add mod">
          <ac:chgData name="Megan Lewis" userId="22d826ee-5076-40cf-b81c-0948657922bd" providerId="ADAL" clId="{C2329749-AA48-4C11-A656-8561BA15EFE3}" dt="2025-10-01T07:33:19.890" v="906"/>
          <ac:picMkLst>
            <pc:docMk/>
            <pc:sldMk cId="1694142403" sldId="275"/>
            <ac:picMk id="5" creationId="{75A68ECB-9405-1A18-1E63-777870E7AC08}"/>
          </ac:picMkLst>
        </pc:picChg>
        <pc:picChg chg="mod">
          <ac:chgData name="Megan Lewis" userId="22d826ee-5076-40cf-b81c-0948657922bd" providerId="ADAL" clId="{C2329749-AA48-4C11-A656-8561BA15EFE3}" dt="2025-10-01T06:51:35.599" v="51"/>
          <ac:picMkLst>
            <pc:docMk/>
            <pc:sldMk cId="1694142403" sldId="275"/>
            <ac:picMk id="1026" creationId="{1D675EB7-0E53-6E8D-0A71-9A311681178B}"/>
          </ac:picMkLst>
        </pc:picChg>
      </pc:sldChg>
      <pc:sldChg chg="modSp">
        <pc:chgData name="Megan Lewis" userId="22d826ee-5076-40cf-b81c-0948657922bd" providerId="ADAL" clId="{C2329749-AA48-4C11-A656-8561BA15EFE3}" dt="2025-10-01T06:51:43.971" v="52"/>
        <pc:sldMkLst>
          <pc:docMk/>
          <pc:sldMk cId="1210742492" sldId="276"/>
        </pc:sldMkLst>
        <pc:picChg chg="mod">
          <ac:chgData name="Megan Lewis" userId="22d826ee-5076-40cf-b81c-0948657922bd" providerId="ADAL" clId="{C2329749-AA48-4C11-A656-8561BA15EFE3}" dt="2025-10-01T06:51:43.971" v="52"/>
          <ac:picMkLst>
            <pc:docMk/>
            <pc:sldMk cId="1210742492" sldId="276"/>
            <ac:picMk id="1026" creationId="{AFAA4A55-A710-ACEB-9BDF-9C4D30D38B07}"/>
          </ac:picMkLst>
        </pc:picChg>
      </pc:sldChg>
      <pc:sldChg chg="del">
        <pc:chgData name="Megan Lewis" userId="22d826ee-5076-40cf-b81c-0948657922bd" providerId="ADAL" clId="{C2329749-AA48-4C11-A656-8561BA15EFE3}" dt="2025-10-01T07:50:56.551" v="1105" actId="47"/>
        <pc:sldMkLst>
          <pc:docMk/>
          <pc:sldMk cId="706859305" sldId="277"/>
        </pc:sldMkLst>
      </pc:sldChg>
      <pc:sldChg chg="addSp modSp mod modNotesTx">
        <pc:chgData name="Megan Lewis" userId="22d826ee-5076-40cf-b81c-0948657922bd" providerId="ADAL" clId="{C2329749-AA48-4C11-A656-8561BA15EFE3}" dt="2025-10-01T07:37:10.827" v="986"/>
        <pc:sldMkLst>
          <pc:docMk/>
          <pc:sldMk cId="918835294" sldId="279"/>
        </pc:sldMkLst>
        <pc:spChg chg="mod">
          <ac:chgData name="Megan Lewis" userId="22d826ee-5076-40cf-b81c-0948657922bd" providerId="ADAL" clId="{C2329749-AA48-4C11-A656-8561BA15EFE3}" dt="2025-10-01T07:35:26.470" v="945" actId="1076"/>
          <ac:spMkLst>
            <pc:docMk/>
            <pc:sldMk cId="918835294" sldId="279"/>
            <ac:spMk id="6" creationId="{A3F1DF08-7D6A-2D0A-A6F5-1BFF59C20108}"/>
          </ac:spMkLst>
        </pc:spChg>
        <pc:spChg chg="add mod">
          <ac:chgData name="Megan Lewis" userId="22d826ee-5076-40cf-b81c-0948657922bd" providerId="ADAL" clId="{C2329749-AA48-4C11-A656-8561BA15EFE3}" dt="2025-10-01T07:35:39.212" v="949" actId="1076"/>
          <ac:spMkLst>
            <pc:docMk/>
            <pc:sldMk cId="918835294" sldId="279"/>
            <ac:spMk id="8" creationId="{E481029A-90FE-2EDB-A08E-619E06837169}"/>
          </ac:spMkLst>
        </pc:spChg>
        <pc:picChg chg="mod">
          <ac:chgData name="Megan Lewis" userId="22d826ee-5076-40cf-b81c-0948657922bd" providerId="ADAL" clId="{C2329749-AA48-4C11-A656-8561BA15EFE3}" dt="2025-10-01T07:35:26.470" v="945" actId="1076"/>
          <ac:picMkLst>
            <pc:docMk/>
            <pc:sldMk cId="918835294" sldId="279"/>
            <ac:picMk id="7" creationId="{A6507840-177A-FE4E-83DA-70D7EB9AE519}"/>
          </ac:picMkLst>
        </pc:picChg>
        <pc:picChg chg="add mod">
          <ac:chgData name="Megan Lewis" userId="22d826ee-5076-40cf-b81c-0948657922bd" providerId="ADAL" clId="{C2329749-AA48-4C11-A656-8561BA15EFE3}" dt="2025-10-01T07:35:39.212" v="949" actId="1076"/>
          <ac:picMkLst>
            <pc:docMk/>
            <pc:sldMk cId="918835294" sldId="279"/>
            <ac:picMk id="9" creationId="{23643487-12E0-D264-D881-D5A93E5C72D4}"/>
          </ac:picMkLst>
        </pc:picChg>
      </pc:sldChg>
      <pc:sldChg chg="addSp delSp modSp mod modNotesTx">
        <pc:chgData name="Megan Lewis" userId="22d826ee-5076-40cf-b81c-0948657922bd" providerId="ADAL" clId="{C2329749-AA48-4C11-A656-8561BA15EFE3}" dt="2025-10-01T07:41:36.384" v="1072" actId="1076"/>
        <pc:sldMkLst>
          <pc:docMk/>
          <pc:sldMk cId="2166994958" sldId="280"/>
        </pc:sldMkLst>
        <pc:spChg chg="topLvl">
          <ac:chgData name="Megan Lewis" userId="22d826ee-5076-40cf-b81c-0948657922bd" providerId="ADAL" clId="{C2329749-AA48-4C11-A656-8561BA15EFE3}" dt="2025-10-01T07:40:44.993" v="1052" actId="478"/>
          <ac:spMkLst>
            <pc:docMk/>
            <pc:sldMk cId="2166994958" sldId="280"/>
            <ac:spMk id="23" creationId="{38F00536-12ED-C302-92BA-1D93B8D5967F}"/>
          </ac:spMkLst>
        </pc:spChg>
        <pc:grpChg chg="del">
          <ac:chgData name="Megan Lewis" userId="22d826ee-5076-40cf-b81c-0948657922bd" providerId="ADAL" clId="{C2329749-AA48-4C11-A656-8561BA15EFE3}" dt="2025-10-01T07:40:32.236" v="1046" actId="478"/>
          <ac:grpSpMkLst>
            <pc:docMk/>
            <pc:sldMk cId="2166994958" sldId="280"/>
            <ac:grpSpMk id="16" creationId="{B1572CD5-4EA8-5C63-652C-DFA53499A36A}"/>
          </ac:grpSpMkLst>
        </pc:grpChg>
        <pc:grpChg chg="del">
          <ac:chgData name="Megan Lewis" userId="22d826ee-5076-40cf-b81c-0948657922bd" providerId="ADAL" clId="{C2329749-AA48-4C11-A656-8561BA15EFE3}" dt="2025-10-01T07:40:34.349" v="1047" actId="478"/>
          <ac:grpSpMkLst>
            <pc:docMk/>
            <pc:sldMk cId="2166994958" sldId="280"/>
            <ac:grpSpMk id="22" creationId="{AC570D2C-48A7-A80E-7677-4272B120DE7A}"/>
          </ac:grpSpMkLst>
        </pc:grpChg>
        <pc:grpChg chg="del">
          <ac:chgData name="Megan Lewis" userId="22d826ee-5076-40cf-b81c-0948657922bd" providerId="ADAL" clId="{C2329749-AA48-4C11-A656-8561BA15EFE3}" dt="2025-10-01T07:40:42.827" v="1051" actId="478"/>
          <ac:grpSpMkLst>
            <pc:docMk/>
            <pc:sldMk cId="2166994958" sldId="280"/>
            <ac:grpSpMk id="24" creationId="{C2C059B0-2A90-FFE7-C99A-C436E09FC230}"/>
          </ac:grpSpMkLst>
        </pc:grpChg>
        <pc:grpChg chg="del">
          <ac:chgData name="Megan Lewis" userId="22d826ee-5076-40cf-b81c-0948657922bd" providerId="ADAL" clId="{C2329749-AA48-4C11-A656-8561BA15EFE3}" dt="2025-10-01T07:40:40.199" v="1050" actId="478"/>
          <ac:grpSpMkLst>
            <pc:docMk/>
            <pc:sldMk cId="2166994958" sldId="280"/>
            <ac:grpSpMk id="25" creationId="{E3863ED6-E51A-E96D-7358-A141956BFF93}"/>
          </ac:grpSpMkLst>
        </pc:grpChg>
        <pc:grpChg chg="del">
          <ac:chgData name="Megan Lewis" userId="22d826ee-5076-40cf-b81c-0948657922bd" providerId="ADAL" clId="{C2329749-AA48-4C11-A656-8561BA15EFE3}" dt="2025-10-01T07:40:44.993" v="1052" actId="478"/>
          <ac:grpSpMkLst>
            <pc:docMk/>
            <pc:sldMk cId="2166994958" sldId="280"/>
            <ac:grpSpMk id="30" creationId="{CAFDC82C-C334-9579-DE15-3BAE5D7E2EF3}"/>
          </ac:grpSpMkLst>
        </pc:grpChg>
        <pc:picChg chg="del">
          <ac:chgData name="Megan Lewis" userId="22d826ee-5076-40cf-b81c-0948657922bd" providerId="ADAL" clId="{C2329749-AA48-4C11-A656-8561BA15EFE3}" dt="2025-10-01T07:40:34.349" v="1047" actId="478"/>
          <ac:picMkLst>
            <pc:docMk/>
            <pc:sldMk cId="2166994958" sldId="280"/>
            <ac:picMk id="17" creationId="{F3C35487-5109-19BF-5282-711704A4A37A}"/>
          </ac:picMkLst>
        </pc:picChg>
        <pc:picChg chg="del">
          <ac:chgData name="Megan Lewis" userId="22d826ee-5076-40cf-b81c-0948657922bd" providerId="ADAL" clId="{C2329749-AA48-4C11-A656-8561BA15EFE3}" dt="2025-10-01T07:40:30.195" v="1045" actId="478"/>
          <ac:picMkLst>
            <pc:docMk/>
            <pc:sldMk cId="2166994958" sldId="280"/>
            <ac:picMk id="18" creationId="{3B0B4121-4B38-60FB-3633-245E81169CF1}"/>
          </ac:picMkLst>
        </pc:picChg>
        <pc:picChg chg="del">
          <ac:chgData name="Megan Lewis" userId="22d826ee-5076-40cf-b81c-0948657922bd" providerId="ADAL" clId="{C2329749-AA48-4C11-A656-8561BA15EFE3}" dt="2025-10-01T07:40:32.236" v="1046" actId="478"/>
          <ac:picMkLst>
            <pc:docMk/>
            <pc:sldMk cId="2166994958" sldId="280"/>
            <ac:picMk id="19" creationId="{52B8833D-C46F-CD9A-1403-53C8DB5DB776}"/>
          </ac:picMkLst>
        </pc:picChg>
        <pc:picChg chg="del">
          <ac:chgData name="Megan Lewis" userId="22d826ee-5076-40cf-b81c-0948657922bd" providerId="ADAL" clId="{C2329749-AA48-4C11-A656-8561BA15EFE3}" dt="2025-10-01T07:40:36.376" v="1048" actId="478"/>
          <ac:picMkLst>
            <pc:docMk/>
            <pc:sldMk cId="2166994958" sldId="280"/>
            <ac:picMk id="21" creationId="{77EAF040-2DFA-BB16-23A9-BBF1EE225047}"/>
          </ac:picMkLst>
        </pc:picChg>
        <pc:picChg chg="del topLvl">
          <ac:chgData name="Megan Lewis" userId="22d826ee-5076-40cf-b81c-0948657922bd" providerId="ADAL" clId="{C2329749-AA48-4C11-A656-8561BA15EFE3}" dt="2025-10-01T07:40:44.993" v="1052" actId="478"/>
          <ac:picMkLst>
            <pc:docMk/>
            <pc:sldMk cId="2166994958" sldId="280"/>
            <ac:picMk id="26" creationId="{CBF1C371-96BC-E954-0F2D-B0F1292979EB}"/>
          </ac:picMkLst>
        </pc:picChg>
        <pc:picChg chg="del">
          <ac:chgData name="Megan Lewis" userId="22d826ee-5076-40cf-b81c-0948657922bd" providerId="ADAL" clId="{C2329749-AA48-4C11-A656-8561BA15EFE3}" dt="2025-10-01T07:40:42.827" v="1051" actId="478"/>
          <ac:picMkLst>
            <pc:docMk/>
            <pc:sldMk cId="2166994958" sldId="280"/>
            <ac:picMk id="27" creationId="{3EB428CF-064F-6464-5892-C0DEE1E092AE}"/>
          </ac:picMkLst>
        </pc:picChg>
        <pc:picChg chg="del">
          <ac:chgData name="Megan Lewis" userId="22d826ee-5076-40cf-b81c-0948657922bd" providerId="ADAL" clId="{C2329749-AA48-4C11-A656-8561BA15EFE3}" dt="2025-10-01T07:40:40.199" v="1050" actId="478"/>
          <ac:picMkLst>
            <pc:docMk/>
            <pc:sldMk cId="2166994958" sldId="280"/>
            <ac:picMk id="28" creationId="{30FBEFEC-360A-EEA9-35AC-7A092B7F5A01}"/>
          </ac:picMkLst>
        </pc:picChg>
        <pc:picChg chg="del">
          <ac:chgData name="Megan Lewis" userId="22d826ee-5076-40cf-b81c-0948657922bd" providerId="ADAL" clId="{C2329749-AA48-4C11-A656-8561BA15EFE3}" dt="2025-10-01T07:40:38.262" v="1049" actId="478"/>
          <ac:picMkLst>
            <pc:docMk/>
            <pc:sldMk cId="2166994958" sldId="280"/>
            <ac:picMk id="29" creationId="{72D0148A-A806-B436-D24F-DC8745C82042}"/>
          </ac:picMkLst>
        </pc:picChg>
        <pc:picChg chg="add mod">
          <ac:chgData name="Megan Lewis" userId="22d826ee-5076-40cf-b81c-0948657922bd" providerId="ADAL" clId="{C2329749-AA48-4C11-A656-8561BA15EFE3}" dt="2025-10-01T07:41:36.384" v="1072" actId="1076"/>
          <ac:picMkLst>
            <pc:docMk/>
            <pc:sldMk cId="2166994958" sldId="280"/>
            <ac:picMk id="32" creationId="{CB69F681-469F-BA90-9B4D-0A21DD88899E}"/>
          </ac:picMkLst>
        </pc:picChg>
        <pc:picChg chg="add mod">
          <ac:chgData name="Megan Lewis" userId="22d826ee-5076-40cf-b81c-0948657922bd" providerId="ADAL" clId="{C2329749-AA48-4C11-A656-8561BA15EFE3}" dt="2025-10-01T07:41:36.384" v="1072" actId="1076"/>
          <ac:picMkLst>
            <pc:docMk/>
            <pc:sldMk cId="2166994958" sldId="280"/>
            <ac:picMk id="33" creationId="{ECE2D4B7-BD75-D928-1C77-BCBEE4046A79}"/>
          </ac:picMkLst>
        </pc:picChg>
        <pc:picChg chg="add mod">
          <ac:chgData name="Megan Lewis" userId="22d826ee-5076-40cf-b81c-0948657922bd" providerId="ADAL" clId="{C2329749-AA48-4C11-A656-8561BA15EFE3}" dt="2025-10-01T07:41:36.384" v="1072" actId="1076"/>
          <ac:picMkLst>
            <pc:docMk/>
            <pc:sldMk cId="2166994958" sldId="280"/>
            <ac:picMk id="34" creationId="{2394336E-18F0-F0AB-E89F-D8F7F67E48F9}"/>
          </ac:picMkLst>
        </pc:picChg>
        <pc:picChg chg="add mod">
          <ac:chgData name="Megan Lewis" userId="22d826ee-5076-40cf-b81c-0948657922bd" providerId="ADAL" clId="{C2329749-AA48-4C11-A656-8561BA15EFE3}" dt="2025-10-01T07:41:36.384" v="1072" actId="1076"/>
          <ac:picMkLst>
            <pc:docMk/>
            <pc:sldMk cId="2166994958" sldId="280"/>
            <ac:picMk id="35" creationId="{7A6F3DF3-1258-BA7A-9ADD-F61DA7780ED9}"/>
          </ac:picMkLst>
        </pc:picChg>
        <pc:picChg chg="add mod">
          <ac:chgData name="Megan Lewis" userId="22d826ee-5076-40cf-b81c-0948657922bd" providerId="ADAL" clId="{C2329749-AA48-4C11-A656-8561BA15EFE3}" dt="2025-10-01T07:41:36.384" v="1072" actId="1076"/>
          <ac:picMkLst>
            <pc:docMk/>
            <pc:sldMk cId="2166994958" sldId="280"/>
            <ac:picMk id="36" creationId="{23BCE01D-4A00-80E4-05C0-329DD93652C3}"/>
          </ac:picMkLst>
        </pc:picChg>
        <pc:picChg chg="add mod">
          <ac:chgData name="Megan Lewis" userId="22d826ee-5076-40cf-b81c-0948657922bd" providerId="ADAL" clId="{C2329749-AA48-4C11-A656-8561BA15EFE3}" dt="2025-10-01T07:41:36.384" v="1072" actId="1076"/>
          <ac:picMkLst>
            <pc:docMk/>
            <pc:sldMk cId="2166994958" sldId="280"/>
            <ac:picMk id="37" creationId="{73CF97C7-918A-BF49-3BA5-8860859653F7}"/>
          </ac:picMkLst>
        </pc:picChg>
        <pc:picChg chg="add mod">
          <ac:chgData name="Megan Lewis" userId="22d826ee-5076-40cf-b81c-0948657922bd" providerId="ADAL" clId="{C2329749-AA48-4C11-A656-8561BA15EFE3}" dt="2025-10-01T07:41:36.384" v="1072" actId="1076"/>
          <ac:picMkLst>
            <pc:docMk/>
            <pc:sldMk cId="2166994958" sldId="280"/>
            <ac:picMk id="38" creationId="{A89D44EB-A85A-67E5-41A3-EF9C1D22B7E3}"/>
          </ac:picMkLst>
        </pc:picChg>
        <pc:picChg chg="add mod">
          <ac:chgData name="Megan Lewis" userId="22d826ee-5076-40cf-b81c-0948657922bd" providerId="ADAL" clId="{C2329749-AA48-4C11-A656-8561BA15EFE3}" dt="2025-10-01T07:41:36.384" v="1072" actId="1076"/>
          <ac:picMkLst>
            <pc:docMk/>
            <pc:sldMk cId="2166994958" sldId="280"/>
            <ac:picMk id="39" creationId="{3D045BE7-A2B0-1DAE-7012-3022CDD6496D}"/>
          </ac:picMkLst>
        </pc:picChg>
      </pc:sldChg>
      <pc:sldChg chg="delSp modSp del mod">
        <pc:chgData name="Megan Lewis" userId="22d826ee-5076-40cf-b81c-0948657922bd" providerId="ADAL" clId="{C2329749-AA48-4C11-A656-8561BA15EFE3}" dt="2025-10-01T07:35:40.971" v="950" actId="47"/>
        <pc:sldMkLst>
          <pc:docMk/>
          <pc:sldMk cId="3353768727" sldId="281"/>
        </pc:sldMkLst>
        <pc:spChg chg="del">
          <ac:chgData name="Megan Lewis" userId="22d826ee-5076-40cf-b81c-0948657922bd" providerId="ADAL" clId="{C2329749-AA48-4C11-A656-8561BA15EFE3}" dt="2025-10-01T07:35:34.341" v="947" actId="21"/>
          <ac:spMkLst>
            <pc:docMk/>
            <pc:sldMk cId="3353768727" sldId="281"/>
            <ac:spMk id="3" creationId="{E481029A-90FE-2EDB-A08E-619E06837169}"/>
          </ac:spMkLst>
        </pc:spChg>
        <pc:picChg chg="del mod">
          <ac:chgData name="Megan Lewis" userId="22d826ee-5076-40cf-b81c-0948657922bd" providerId="ADAL" clId="{C2329749-AA48-4C11-A656-8561BA15EFE3}" dt="2025-10-01T07:35:34.341" v="947" actId="21"/>
          <ac:picMkLst>
            <pc:docMk/>
            <pc:sldMk cId="3353768727" sldId="281"/>
            <ac:picMk id="8" creationId="{23643487-12E0-D264-D881-D5A93E5C72D4}"/>
          </ac:picMkLst>
        </pc:picChg>
      </pc:sldChg>
      <pc:sldChg chg="modSp mod modNotesTx">
        <pc:chgData name="Megan Lewis" userId="22d826ee-5076-40cf-b81c-0948657922bd" providerId="ADAL" clId="{C2329749-AA48-4C11-A656-8561BA15EFE3}" dt="2025-10-01T07:36:59.609" v="985" actId="20577"/>
        <pc:sldMkLst>
          <pc:docMk/>
          <pc:sldMk cId="1444992051" sldId="282"/>
        </pc:sldMkLst>
        <pc:spChg chg="mod">
          <ac:chgData name="Megan Lewis" userId="22d826ee-5076-40cf-b81c-0948657922bd" providerId="ADAL" clId="{C2329749-AA48-4C11-A656-8561BA15EFE3}" dt="2025-10-01T07:36:59.609" v="985" actId="20577"/>
          <ac:spMkLst>
            <pc:docMk/>
            <pc:sldMk cId="1444992051" sldId="282"/>
            <ac:spMk id="3" creationId="{B6266CD3-DCFD-450D-3BD3-33EB07A441DB}"/>
          </ac:spMkLst>
        </pc:spChg>
      </pc:sldChg>
      <pc:sldChg chg="modNotesTx">
        <pc:chgData name="Megan Lewis" userId="22d826ee-5076-40cf-b81c-0948657922bd" providerId="ADAL" clId="{C2329749-AA48-4C11-A656-8561BA15EFE3}" dt="2025-10-01T07:37:45.524" v="998" actId="20577"/>
        <pc:sldMkLst>
          <pc:docMk/>
          <pc:sldMk cId="2182280382" sldId="283"/>
        </pc:sldMkLst>
      </pc:sldChg>
      <pc:sldChg chg="modSp mod modNotesTx">
        <pc:chgData name="Megan Lewis" userId="22d826ee-5076-40cf-b81c-0948657922bd" providerId="ADAL" clId="{C2329749-AA48-4C11-A656-8561BA15EFE3}" dt="2025-10-01T07:37:49.992" v="999" actId="20577"/>
        <pc:sldMkLst>
          <pc:docMk/>
          <pc:sldMk cId="2821495552" sldId="284"/>
        </pc:sldMkLst>
        <pc:picChg chg="mod">
          <ac:chgData name="Megan Lewis" userId="22d826ee-5076-40cf-b81c-0948657922bd" providerId="ADAL" clId="{C2329749-AA48-4C11-A656-8561BA15EFE3}" dt="2025-10-01T06:53:16.279" v="55" actId="1038"/>
          <ac:picMkLst>
            <pc:docMk/>
            <pc:sldMk cId="2821495552" sldId="284"/>
            <ac:picMk id="3" creationId="{7F8A3C98-139C-9B22-6EC9-EF70B65BDD17}"/>
          </ac:picMkLst>
        </pc:picChg>
      </pc:sldChg>
      <pc:sldChg chg="modSp mod modNotesTx">
        <pc:chgData name="Megan Lewis" userId="22d826ee-5076-40cf-b81c-0948657922bd" providerId="ADAL" clId="{C2329749-AA48-4C11-A656-8561BA15EFE3}" dt="2025-10-01T07:37:55.004" v="1000" actId="20577"/>
        <pc:sldMkLst>
          <pc:docMk/>
          <pc:sldMk cId="656249026" sldId="285"/>
        </pc:sldMkLst>
        <pc:picChg chg="mod">
          <ac:chgData name="Megan Lewis" userId="22d826ee-5076-40cf-b81c-0948657922bd" providerId="ADAL" clId="{C2329749-AA48-4C11-A656-8561BA15EFE3}" dt="2025-10-01T06:53:26.754" v="56" actId="1038"/>
          <ac:picMkLst>
            <pc:docMk/>
            <pc:sldMk cId="656249026" sldId="285"/>
            <ac:picMk id="3" creationId="{6350AE53-D16D-974E-25CA-A95B728AD893}"/>
          </ac:picMkLst>
        </pc:picChg>
      </pc:sldChg>
      <pc:sldChg chg="modSp mod modNotesTx">
        <pc:chgData name="Megan Lewis" userId="22d826ee-5076-40cf-b81c-0948657922bd" providerId="ADAL" clId="{C2329749-AA48-4C11-A656-8561BA15EFE3}" dt="2025-10-01T07:37:57.614" v="1001" actId="20577"/>
        <pc:sldMkLst>
          <pc:docMk/>
          <pc:sldMk cId="3868420873" sldId="286"/>
        </pc:sldMkLst>
        <pc:picChg chg="mod">
          <ac:chgData name="Megan Lewis" userId="22d826ee-5076-40cf-b81c-0948657922bd" providerId="ADAL" clId="{C2329749-AA48-4C11-A656-8561BA15EFE3}" dt="2025-10-01T06:53:50.639" v="58" actId="1036"/>
          <ac:picMkLst>
            <pc:docMk/>
            <pc:sldMk cId="3868420873" sldId="286"/>
            <ac:picMk id="3" creationId="{C1BF2729-5DC7-EAB1-F387-E54C49751E71}"/>
          </ac:picMkLst>
        </pc:picChg>
      </pc:sldChg>
      <pc:sldChg chg="modNotesTx">
        <pc:chgData name="Megan Lewis" userId="22d826ee-5076-40cf-b81c-0948657922bd" providerId="ADAL" clId="{C2329749-AA48-4C11-A656-8561BA15EFE3}" dt="2025-10-01T07:38:05.094" v="1002" actId="20577"/>
        <pc:sldMkLst>
          <pc:docMk/>
          <pc:sldMk cId="2454415113" sldId="287"/>
        </pc:sldMkLst>
      </pc:sldChg>
      <pc:sldChg chg="modSp mod modNotesTx">
        <pc:chgData name="Megan Lewis" userId="22d826ee-5076-40cf-b81c-0948657922bd" providerId="ADAL" clId="{C2329749-AA48-4C11-A656-8561BA15EFE3}" dt="2025-10-01T07:38:08.591" v="1007" actId="20577"/>
        <pc:sldMkLst>
          <pc:docMk/>
          <pc:sldMk cId="3545220802" sldId="288"/>
        </pc:sldMkLst>
        <pc:picChg chg="mod">
          <ac:chgData name="Megan Lewis" userId="22d826ee-5076-40cf-b81c-0948657922bd" providerId="ADAL" clId="{C2329749-AA48-4C11-A656-8561BA15EFE3}" dt="2025-10-01T06:54:15.034" v="68" actId="1035"/>
          <ac:picMkLst>
            <pc:docMk/>
            <pc:sldMk cId="3545220802" sldId="288"/>
            <ac:picMk id="3" creationId="{32742093-81E9-D481-6D54-1C3A52DCEDE1}"/>
          </ac:picMkLst>
        </pc:picChg>
        <pc:picChg chg="mod">
          <ac:chgData name="Megan Lewis" userId="22d826ee-5076-40cf-b81c-0948657922bd" providerId="ADAL" clId="{C2329749-AA48-4C11-A656-8561BA15EFE3}" dt="2025-10-01T06:54:08.872" v="66" actId="1036"/>
          <ac:picMkLst>
            <pc:docMk/>
            <pc:sldMk cId="3545220802" sldId="288"/>
            <ac:picMk id="39" creationId="{FD4BA985-94E0-BF50-A013-5EF358C71B54}"/>
          </ac:picMkLst>
        </pc:picChg>
        <pc:picChg chg="mod">
          <ac:chgData name="Megan Lewis" userId="22d826ee-5076-40cf-b81c-0948657922bd" providerId="ADAL" clId="{C2329749-AA48-4C11-A656-8561BA15EFE3}" dt="2025-10-01T06:54:12.116" v="67" actId="1035"/>
          <ac:picMkLst>
            <pc:docMk/>
            <pc:sldMk cId="3545220802" sldId="288"/>
            <ac:picMk id="40" creationId="{2779646F-1ED3-0EA1-B55B-7E12EF34F35F}"/>
          </ac:picMkLst>
        </pc:picChg>
        <pc:picChg chg="mod">
          <ac:chgData name="Megan Lewis" userId="22d826ee-5076-40cf-b81c-0948657922bd" providerId="ADAL" clId="{C2329749-AA48-4C11-A656-8561BA15EFE3}" dt="2025-10-01T06:53:58.832" v="60" actId="1038"/>
          <ac:picMkLst>
            <pc:docMk/>
            <pc:sldMk cId="3545220802" sldId="288"/>
            <ac:picMk id="41" creationId="{0B50458B-372A-1086-8ABD-8A0942EFBEA5}"/>
          </ac:picMkLst>
        </pc:picChg>
        <pc:picChg chg="mod">
          <ac:chgData name="Megan Lewis" userId="22d826ee-5076-40cf-b81c-0948657922bd" providerId="ADAL" clId="{C2329749-AA48-4C11-A656-8561BA15EFE3}" dt="2025-10-01T06:53:54.649" v="59" actId="1035"/>
          <ac:picMkLst>
            <pc:docMk/>
            <pc:sldMk cId="3545220802" sldId="288"/>
            <ac:picMk id="42" creationId="{36BE21F7-E505-DFD7-043A-FAE49C19D28B}"/>
          </ac:picMkLst>
        </pc:picChg>
        <pc:picChg chg="mod">
          <ac:chgData name="Megan Lewis" userId="22d826ee-5076-40cf-b81c-0948657922bd" providerId="ADAL" clId="{C2329749-AA48-4C11-A656-8561BA15EFE3}" dt="2025-10-01T06:54:02.917" v="61" actId="1038"/>
          <ac:picMkLst>
            <pc:docMk/>
            <pc:sldMk cId="3545220802" sldId="288"/>
            <ac:picMk id="43" creationId="{A50020E7-A7EB-7D21-B1AB-CE047A7DD5A8}"/>
          </ac:picMkLst>
        </pc:picChg>
      </pc:sldChg>
      <pc:sldChg chg="addSp delSp modSp mod modNotesTx">
        <pc:chgData name="Megan Lewis" userId="22d826ee-5076-40cf-b81c-0948657922bd" providerId="ADAL" clId="{C2329749-AA48-4C11-A656-8561BA15EFE3}" dt="2025-10-01T07:41:46.698" v="1073"/>
        <pc:sldMkLst>
          <pc:docMk/>
          <pc:sldMk cId="750299001" sldId="289"/>
        </pc:sldMkLst>
        <pc:spChg chg="del">
          <ac:chgData name="Megan Lewis" userId="22d826ee-5076-40cf-b81c-0948657922bd" providerId="ADAL" clId="{C2329749-AA48-4C11-A656-8561BA15EFE3}" dt="2025-10-01T06:54:45.065" v="70" actId="478"/>
          <ac:spMkLst>
            <pc:docMk/>
            <pc:sldMk cId="750299001" sldId="289"/>
            <ac:spMk id="3" creationId="{167E628E-FDC8-0201-F838-65A5C086C519}"/>
          </ac:spMkLst>
        </pc:spChg>
        <pc:spChg chg="del">
          <ac:chgData name="Megan Lewis" userId="22d826ee-5076-40cf-b81c-0948657922bd" providerId="ADAL" clId="{C2329749-AA48-4C11-A656-8561BA15EFE3}" dt="2025-10-01T06:54:51.924" v="72" actId="478"/>
          <ac:spMkLst>
            <pc:docMk/>
            <pc:sldMk cId="750299001" sldId="289"/>
            <ac:spMk id="6" creationId="{7DB6B830-9497-CCCF-92CA-D8B12CAEE093}"/>
          </ac:spMkLst>
        </pc:spChg>
        <pc:spChg chg="del">
          <ac:chgData name="Megan Lewis" userId="22d826ee-5076-40cf-b81c-0948657922bd" providerId="ADAL" clId="{C2329749-AA48-4C11-A656-8561BA15EFE3}" dt="2025-10-01T06:54:51.924" v="72" actId="478"/>
          <ac:spMkLst>
            <pc:docMk/>
            <pc:sldMk cId="750299001" sldId="289"/>
            <ac:spMk id="7" creationId="{8F651FCB-806C-9F8D-19A5-024A3D677801}"/>
          </ac:spMkLst>
        </pc:spChg>
        <pc:spChg chg="del">
          <ac:chgData name="Megan Lewis" userId="22d826ee-5076-40cf-b81c-0948657922bd" providerId="ADAL" clId="{C2329749-AA48-4C11-A656-8561BA15EFE3}" dt="2025-10-01T06:54:51.924" v="72" actId="478"/>
          <ac:spMkLst>
            <pc:docMk/>
            <pc:sldMk cId="750299001" sldId="289"/>
            <ac:spMk id="8" creationId="{922CAC1F-6518-B18C-82B6-50589AC09AA8}"/>
          </ac:spMkLst>
        </pc:spChg>
        <pc:spChg chg="del">
          <ac:chgData name="Megan Lewis" userId="22d826ee-5076-40cf-b81c-0948657922bd" providerId="ADAL" clId="{C2329749-AA48-4C11-A656-8561BA15EFE3}" dt="2025-10-01T06:54:51.924" v="72" actId="478"/>
          <ac:spMkLst>
            <pc:docMk/>
            <pc:sldMk cId="750299001" sldId="289"/>
            <ac:spMk id="9" creationId="{F50D0135-EEC9-4646-BF10-D42D0DA53B46}"/>
          </ac:spMkLst>
        </pc:spChg>
        <pc:spChg chg="del">
          <ac:chgData name="Megan Lewis" userId="22d826ee-5076-40cf-b81c-0948657922bd" providerId="ADAL" clId="{C2329749-AA48-4C11-A656-8561BA15EFE3}" dt="2025-10-01T06:54:51.924" v="72" actId="478"/>
          <ac:spMkLst>
            <pc:docMk/>
            <pc:sldMk cId="750299001" sldId="289"/>
            <ac:spMk id="10" creationId="{56208714-913E-18B1-57E3-EC06E3FA3204}"/>
          </ac:spMkLst>
        </pc:spChg>
        <pc:spChg chg="del">
          <ac:chgData name="Megan Lewis" userId="22d826ee-5076-40cf-b81c-0948657922bd" providerId="ADAL" clId="{C2329749-AA48-4C11-A656-8561BA15EFE3}" dt="2025-10-01T06:54:51.924" v="72" actId="478"/>
          <ac:spMkLst>
            <pc:docMk/>
            <pc:sldMk cId="750299001" sldId="289"/>
            <ac:spMk id="11" creationId="{3A943D7E-191D-4CBB-5F6C-EA09FDBB8643}"/>
          </ac:spMkLst>
        </pc:spChg>
        <pc:spChg chg="add del mod">
          <ac:chgData name="Megan Lewis" userId="22d826ee-5076-40cf-b81c-0948657922bd" providerId="ADAL" clId="{C2329749-AA48-4C11-A656-8561BA15EFE3}" dt="2025-10-01T06:54:48.021" v="71" actId="478"/>
          <ac:spMkLst>
            <pc:docMk/>
            <pc:sldMk cId="750299001" sldId="289"/>
            <ac:spMk id="13" creationId="{46D27033-2A69-EFA2-E993-62B3740FA0A3}"/>
          </ac:spMkLst>
        </pc:spChg>
        <pc:picChg chg="add mod">
          <ac:chgData name="Megan Lewis" userId="22d826ee-5076-40cf-b81c-0948657922bd" providerId="ADAL" clId="{C2329749-AA48-4C11-A656-8561BA15EFE3}" dt="2025-10-01T07:33:42.374" v="909"/>
          <ac:picMkLst>
            <pc:docMk/>
            <pc:sldMk cId="750299001" sldId="289"/>
            <ac:picMk id="14" creationId="{3782F85B-0752-148B-225C-7AE10C54DABD}"/>
          </ac:picMkLst>
        </pc:picChg>
        <pc:picChg chg="add mod">
          <ac:chgData name="Megan Lewis" userId="22d826ee-5076-40cf-b81c-0948657922bd" providerId="ADAL" clId="{C2329749-AA48-4C11-A656-8561BA15EFE3}" dt="2025-10-01T07:33:42.374" v="909"/>
          <ac:picMkLst>
            <pc:docMk/>
            <pc:sldMk cId="750299001" sldId="289"/>
            <ac:picMk id="15" creationId="{C9105674-2B32-2C65-7EDD-3BDAC5BDDA52}"/>
          </ac:picMkLst>
        </pc:picChg>
      </pc:sldChg>
      <pc:sldChg chg="addSp modSp mod modNotesTx">
        <pc:chgData name="Megan Lewis" userId="22d826ee-5076-40cf-b81c-0948657922bd" providerId="ADAL" clId="{C2329749-AA48-4C11-A656-8561BA15EFE3}" dt="2025-10-01T07:48:09.931" v="1077" actId="207"/>
        <pc:sldMkLst>
          <pc:docMk/>
          <pc:sldMk cId="2290306915" sldId="290"/>
        </pc:sldMkLst>
        <pc:spChg chg="mod">
          <ac:chgData name="Megan Lewis" userId="22d826ee-5076-40cf-b81c-0948657922bd" providerId="ADAL" clId="{C2329749-AA48-4C11-A656-8561BA15EFE3}" dt="2025-10-01T07:48:09.931" v="1077" actId="207"/>
          <ac:spMkLst>
            <pc:docMk/>
            <pc:sldMk cId="2290306915" sldId="290"/>
            <ac:spMk id="3" creationId="{5296065D-E6A4-CDB9-7D77-14E497958D2B}"/>
          </ac:spMkLst>
        </pc:spChg>
        <pc:picChg chg="add mod">
          <ac:chgData name="Megan Lewis" userId="22d826ee-5076-40cf-b81c-0948657922bd" providerId="ADAL" clId="{C2329749-AA48-4C11-A656-8561BA15EFE3}" dt="2025-10-01T06:56:26.981" v="76" actId="1076"/>
          <ac:picMkLst>
            <pc:docMk/>
            <pc:sldMk cId="2290306915" sldId="290"/>
            <ac:picMk id="4" creationId="{E15870D3-B2DF-33FF-4C6B-AFC123097397}"/>
          </ac:picMkLst>
        </pc:picChg>
        <pc:picChg chg="add mod">
          <ac:chgData name="Megan Lewis" userId="22d826ee-5076-40cf-b81c-0948657922bd" providerId="ADAL" clId="{C2329749-AA48-4C11-A656-8561BA15EFE3}" dt="2025-10-01T07:33:44.746" v="911"/>
          <ac:picMkLst>
            <pc:docMk/>
            <pc:sldMk cId="2290306915" sldId="290"/>
            <ac:picMk id="5" creationId="{22739EA8-0B17-8843-C5AE-B308B061F03A}"/>
          </ac:picMkLst>
        </pc:picChg>
        <pc:picChg chg="add mod">
          <ac:chgData name="Megan Lewis" userId="22d826ee-5076-40cf-b81c-0948657922bd" providerId="ADAL" clId="{C2329749-AA48-4C11-A656-8561BA15EFE3}" dt="2025-10-01T07:33:44.746" v="911"/>
          <ac:picMkLst>
            <pc:docMk/>
            <pc:sldMk cId="2290306915" sldId="290"/>
            <ac:picMk id="6" creationId="{CF6BEC06-3EE8-3122-09D4-3422E93B95E7}"/>
          </ac:picMkLst>
        </pc:picChg>
      </pc:sldChg>
      <pc:sldChg chg="addSp delSp modSp mod modNotesTx">
        <pc:chgData name="Megan Lewis" userId="22d826ee-5076-40cf-b81c-0948657922bd" providerId="ADAL" clId="{C2329749-AA48-4C11-A656-8561BA15EFE3}" dt="2025-10-01T07:33:45.817" v="912"/>
        <pc:sldMkLst>
          <pc:docMk/>
          <pc:sldMk cId="4039322145" sldId="291"/>
        </pc:sldMkLst>
        <pc:graphicFrameChg chg="del">
          <ac:chgData name="Megan Lewis" userId="22d826ee-5076-40cf-b81c-0948657922bd" providerId="ADAL" clId="{C2329749-AA48-4C11-A656-8561BA15EFE3}" dt="2025-10-01T06:56:49.439" v="80" actId="478"/>
          <ac:graphicFrameMkLst>
            <pc:docMk/>
            <pc:sldMk cId="4039322145" sldId="291"/>
            <ac:graphicFrameMk id="5" creationId="{D84B0528-05AE-D39D-F32A-EC7AF07AA45B}"/>
          </ac:graphicFrameMkLst>
        </pc:graphicFrameChg>
        <pc:graphicFrameChg chg="del">
          <ac:chgData name="Megan Lewis" userId="22d826ee-5076-40cf-b81c-0948657922bd" providerId="ADAL" clId="{C2329749-AA48-4C11-A656-8561BA15EFE3}" dt="2025-10-01T06:56:41.611" v="78" actId="478"/>
          <ac:graphicFrameMkLst>
            <pc:docMk/>
            <pc:sldMk cId="4039322145" sldId="291"/>
            <ac:graphicFrameMk id="6" creationId="{663EE93D-1B65-2614-D812-69500B8BDF9D}"/>
          </ac:graphicFrameMkLst>
        </pc:graphicFrameChg>
        <pc:picChg chg="add mod">
          <ac:chgData name="Megan Lewis" userId="22d826ee-5076-40cf-b81c-0948657922bd" providerId="ADAL" clId="{C2329749-AA48-4C11-A656-8561BA15EFE3}" dt="2025-10-01T07:33:45.817" v="912"/>
          <ac:picMkLst>
            <pc:docMk/>
            <pc:sldMk cId="4039322145" sldId="291"/>
            <ac:picMk id="7" creationId="{A2014796-6371-C2FA-5C90-1A3289ED1125}"/>
          </ac:picMkLst>
        </pc:picChg>
        <pc:picChg chg="add mod">
          <ac:chgData name="Megan Lewis" userId="22d826ee-5076-40cf-b81c-0948657922bd" providerId="ADAL" clId="{C2329749-AA48-4C11-A656-8561BA15EFE3}" dt="2025-10-01T07:33:45.817" v="912"/>
          <ac:picMkLst>
            <pc:docMk/>
            <pc:sldMk cId="4039322145" sldId="291"/>
            <ac:picMk id="8" creationId="{113E2F7C-5F41-65DB-11E7-B7AD4F824604}"/>
          </ac:picMkLst>
        </pc:picChg>
      </pc:sldChg>
      <pc:sldChg chg="addSp delSp modSp mod modNotesTx">
        <pc:chgData name="Megan Lewis" userId="22d826ee-5076-40cf-b81c-0948657922bd" providerId="ADAL" clId="{C2329749-AA48-4C11-A656-8561BA15EFE3}" dt="2025-10-01T07:33:53.618" v="918"/>
        <pc:sldMkLst>
          <pc:docMk/>
          <pc:sldMk cId="3247766034" sldId="292"/>
        </pc:sldMkLst>
        <pc:spChg chg="del">
          <ac:chgData name="Megan Lewis" userId="22d826ee-5076-40cf-b81c-0948657922bd" providerId="ADAL" clId="{C2329749-AA48-4C11-A656-8561BA15EFE3}" dt="2025-10-01T07:02:41.214" v="219" actId="931"/>
          <ac:spMkLst>
            <pc:docMk/>
            <pc:sldMk cId="3247766034" sldId="292"/>
            <ac:spMk id="3" creationId="{C531E845-40C7-CF7A-87BA-798B5080A96A}"/>
          </ac:spMkLst>
        </pc:spChg>
        <pc:spChg chg="add mod">
          <ac:chgData name="Megan Lewis" userId="22d826ee-5076-40cf-b81c-0948657922bd" providerId="ADAL" clId="{C2329749-AA48-4C11-A656-8561BA15EFE3}" dt="2025-10-01T07:05:29.640" v="279" actId="12788"/>
          <ac:spMkLst>
            <pc:docMk/>
            <pc:sldMk cId="3247766034" sldId="292"/>
            <ac:spMk id="6" creationId="{66981787-E14E-9628-0428-39C92CE6E921}"/>
          </ac:spMkLst>
        </pc:spChg>
        <pc:spChg chg="mod">
          <ac:chgData name="Megan Lewis" userId="22d826ee-5076-40cf-b81c-0948657922bd" providerId="ADAL" clId="{C2329749-AA48-4C11-A656-8561BA15EFE3}" dt="2025-10-01T07:05:05.515" v="271" actId="404"/>
          <ac:spMkLst>
            <pc:docMk/>
            <pc:sldMk cId="3247766034" sldId="292"/>
            <ac:spMk id="8" creationId="{E7DA58CD-967C-0AFF-143C-DA208299CE77}"/>
          </ac:spMkLst>
        </pc:spChg>
        <pc:spChg chg="mod">
          <ac:chgData name="Megan Lewis" userId="22d826ee-5076-40cf-b81c-0948657922bd" providerId="ADAL" clId="{C2329749-AA48-4C11-A656-8561BA15EFE3}" dt="2025-10-01T07:05:16.144" v="277" actId="404"/>
          <ac:spMkLst>
            <pc:docMk/>
            <pc:sldMk cId="3247766034" sldId="292"/>
            <ac:spMk id="9" creationId="{011B0176-95B0-5C07-63B2-DC9CFC0045AE}"/>
          </ac:spMkLst>
        </pc:spChg>
        <pc:spChg chg="mod">
          <ac:chgData name="Megan Lewis" userId="22d826ee-5076-40cf-b81c-0948657922bd" providerId="ADAL" clId="{C2329749-AA48-4C11-A656-8561BA15EFE3}" dt="2025-10-01T07:07:02.501" v="295" actId="1076"/>
          <ac:spMkLst>
            <pc:docMk/>
            <pc:sldMk cId="3247766034" sldId="292"/>
            <ac:spMk id="10" creationId="{18AF6EAB-A977-823C-15B5-5CEB7DB60618}"/>
          </ac:spMkLst>
        </pc:spChg>
        <pc:spChg chg="mod">
          <ac:chgData name="Megan Lewis" userId="22d826ee-5076-40cf-b81c-0948657922bd" providerId="ADAL" clId="{C2329749-AA48-4C11-A656-8561BA15EFE3}" dt="2025-10-01T07:05:10.478" v="274" actId="404"/>
          <ac:spMkLst>
            <pc:docMk/>
            <pc:sldMk cId="3247766034" sldId="292"/>
            <ac:spMk id="13" creationId="{C371A36B-A84F-9E1C-F366-CD38F85329F5}"/>
          </ac:spMkLst>
        </pc:spChg>
        <pc:grpChg chg="add mod">
          <ac:chgData name="Megan Lewis" userId="22d826ee-5076-40cf-b81c-0948657922bd" providerId="ADAL" clId="{C2329749-AA48-4C11-A656-8561BA15EFE3}" dt="2025-10-01T07:07:04.732" v="296" actId="1076"/>
          <ac:grpSpMkLst>
            <pc:docMk/>
            <pc:sldMk cId="3247766034" sldId="292"/>
            <ac:grpSpMk id="7" creationId="{5C5AA10B-5BAE-BC09-B521-D702A35B21D3}"/>
          </ac:grpSpMkLst>
        </pc:grpChg>
        <pc:grpChg chg="add del mod">
          <ac:chgData name="Megan Lewis" userId="22d826ee-5076-40cf-b81c-0948657922bd" providerId="ADAL" clId="{C2329749-AA48-4C11-A656-8561BA15EFE3}" dt="2025-10-01T07:08:16.088" v="315" actId="478"/>
          <ac:grpSpMkLst>
            <pc:docMk/>
            <pc:sldMk cId="3247766034" sldId="292"/>
            <ac:grpSpMk id="18" creationId="{14813C43-C37F-CE23-24BF-F0E6C236A573}"/>
          </ac:grpSpMkLst>
        </pc:grpChg>
        <pc:picChg chg="add mod">
          <ac:chgData name="Megan Lewis" userId="22d826ee-5076-40cf-b81c-0948657922bd" providerId="ADAL" clId="{C2329749-AA48-4C11-A656-8561BA15EFE3}" dt="2025-10-01T07:05:29.640" v="279" actId="12788"/>
          <ac:picMkLst>
            <pc:docMk/>
            <pc:sldMk cId="3247766034" sldId="292"/>
            <ac:picMk id="5" creationId="{ACB17440-46F2-7B54-0723-A1C2F3E9002A}"/>
          </ac:picMkLst>
        </pc:picChg>
        <pc:picChg chg="add mod ord">
          <ac:chgData name="Megan Lewis" userId="22d826ee-5076-40cf-b81c-0948657922bd" providerId="ADAL" clId="{C2329749-AA48-4C11-A656-8561BA15EFE3}" dt="2025-10-01T07:07:33.856" v="307" actId="164"/>
          <ac:picMkLst>
            <pc:docMk/>
            <pc:sldMk cId="3247766034" sldId="292"/>
            <ac:picMk id="15" creationId="{0660032C-279E-BE1E-99B9-4A712F91824C}"/>
          </ac:picMkLst>
        </pc:picChg>
        <pc:picChg chg="add mod">
          <ac:chgData name="Megan Lewis" userId="22d826ee-5076-40cf-b81c-0948657922bd" providerId="ADAL" clId="{C2329749-AA48-4C11-A656-8561BA15EFE3}" dt="2025-10-01T07:07:33.856" v="307" actId="164"/>
          <ac:picMkLst>
            <pc:docMk/>
            <pc:sldMk cId="3247766034" sldId="292"/>
            <ac:picMk id="17" creationId="{EC1167D1-321E-8887-D94F-BF18BE3B6A93}"/>
          </ac:picMkLst>
        </pc:picChg>
        <pc:picChg chg="add del mod">
          <ac:chgData name="Megan Lewis" userId="22d826ee-5076-40cf-b81c-0948657922bd" providerId="ADAL" clId="{C2329749-AA48-4C11-A656-8561BA15EFE3}" dt="2025-10-01T07:08:18.118" v="316" actId="478"/>
          <ac:picMkLst>
            <pc:docMk/>
            <pc:sldMk cId="3247766034" sldId="292"/>
            <ac:picMk id="20" creationId="{A4DD6E30-51FA-0061-49E1-407ADC7F8D02}"/>
          </ac:picMkLst>
        </pc:picChg>
        <pc:picChg chg="add mod">
          <ac:chgData name="Megan Lewis" userId="22d826ee-5076-40cf-b81c-0948657922bd" providerId="ADAL" clId="{C2329749-AA48-4C11-A656-8561BA15EFE3}" dt="2025-10-01T07:33:53.618" v="918"/>
          <ac:picMkLst>
            <pc:docMk/>
            <pc:sldMk cId="3247766034" sldId="292"/>
            <ac:picMk id="21" creationId="{D79D258F-2CC1-0DBC-293C-7C8E00FC70AE}"/>
          </ac:picMkLst>
        </pc:picChg>
        <pc:picChg chg="add mod">
          <ac:chgData name="Megan Lewis" userId="22d826ee-5076-40cf-b81c-0948657922bd" providerId="ADAL" clId="{C2329749-AA48-4C11-A656-8561BA15EFE3}" dt="2025-10-01T07:33:53.618" v="918"/>
          <ac:picMkLst>
            <pc:docMk/>
            <pc:sldMk cId="3247766034" sldId="292"/>
            <ac:picMk id="22" creationId="{236A19F7-76C2-8BDB-0FAD-9D628359CA9B}"/>
          </ac:picMkLst>
        </pc:picChg>
        <pc:cxnChg chg="mod">
          <ac:chgData name="Megan Lewis" userId="22d826ee-5076-40cf-b81c-0948657922bd" providerId="ADAL" clId="{C2329749-AA48-4C11-A656-8561BA15EFE3}" dt="2025-10-01T07:04:58.401" v="267"/>
          <ac:cxnSpMkLst>
            <pc:docMk/>
            <pc:sldMk cId="3247766034" sldId="292"/>
            <ac:cxnSpMk id="11" creationId="{4F348CDD-5AEC-5ADE-264B-50DB514607A0}"/>
          </ac:cxnSpMkLst>
        </pc:cxnChg>
        <pc:cxnChg chg="mod">
          <ac:chgData name="Megan Lewis" userId="22d826ee-5076-40cf-b81c-0948657922bd" providerId="ADAL" clId="{C2329749-AA48-4C11-A656-8561BA15EFE3}" dt="2025-10-01T07:04:58.401" v="267"/>
          <ac:cxnSpMkLst>
            <pc:docMk/>
            <pc:sldMk cId="3247766034" sldId="292"/>
            <ac:cxnSpMk id="12" creationId="{867DF148-FBB3-92D9-F404-CDC42659ADF7}"/>
          </ac:cxnSpMkLst>
        </pc:cxnChg>
      </pc:sldChg>
      <pc:sldChg chg="addSp delSp modSp mod modNotesTx">
        <pc:chgData name="Megan Lewis" userId="22d826ee-5076-40cf-b81c-0948657922bd" providerId="ADAL" clId="{C2329749-AA48-4C11-A656-8561BA15EFE3}" dt="2025-10-01T07:34:15.038" v="932"/>
        <pc:sldMkLst>
          <pc:docMk/>
          <pc:sldMk cId="1357014055" sldId="293"/>
        </pc:sldMkLst>
        <pc:spChg chg="del mod">
          <ac:chgData name="Megan Lewis" userId="22d826ee-5076-40cf-b81c-0948657922bd" providerId="ADAL" clId="{C2329749-AA48-4C11-A656-8561BA15EFE3}" dt="2025-10-01T07:20:21.496" v="673" actId="478"/>
          <ac:spMkLst>
            <pc:docMk/>
            <pc:sldMk cId="1357014055" sldId="293"/>
            <ac:spMk id="4" creationId="{03313AD8-D3B3-B1B2-B96E-FD728F25582E}"/>
          </ac:spMkLst>
        </pc:spChg>
        <pc:spChg chg="mod">
          <ac:chgData name="Megan Lewis" userId="22d826ee-5076-40cf-b81c-0948657922bd" providerId="ADAL" clId="{C2329749-AA48-4C11-A656-8561BA15EFE3}" dt="2025-10-01T07:20:38.374" v="678" actId="27636"/>
          <ac:spMkLst>
            <pc:docMk/>
            <pc:sldMk cId="1357014055" sldId="293"/>
            <ac:spMk id="5" creationId="{BBFC1DEE-7B2D-72E1-0303-320A6E7020A0}"/>
          </ac:spMkLst>
        </pc:spChg>
        <pc:picChg chg="add mod">
          <ac:chgData name="Megan Lewis" userId="22d826ee-5076-40cf-b81c-0948657922bd" providerId="ADAL" clId="{C2329749-AA48-4C11-A656-8561BA15EFE3}" dt="2025-10-01T07:34:15.038" v="932"/>
          <ac:picMkLst>
            <pc:docMk/>
            <pc:sldMk cId="1357014055" sldId="293"/>
            <ac:picMk id="6" creationId="{C118DF9C-2030-0104-0DF6-4F3985776C89}"/>
          </ac:picMkLst>
        </pc:picChg>
        <pc:picChg chg="add mod">
          <ac:chgData name="Megan Lewis" userId="22d826ee-5076-40cf-b81c-0948657922bd" providerId="ADAL" clId="{C2329749-AA48-4C11-A656-8561BA15EFE3}" dt="2025-10-01T07:34:15.038" v="932"/>
          <ac:picMkLst>
            <pc:docMk/>
            <pc:sldMk cId="1357014055" sldId="293"/>
            <ac:picMk id="7" creationId="{1FD51820-387B-7099-844A-9AE816F11351}"/>
          </ac:picMkLst>
        </pc:picChg>
      </pc:sldChg>
      <pc:sldChg chg="del">
        <pc:chgData name="Megan Lewis" userId="22d826ee-5076-40cf-b81c-0948657922bd" providerId="ADAL" clId="{C2329749-AA48-4C11-A656-8561BA15EFE3}" dt="2025-10-01T07:32:40.352" v="898" actId="2696"/>
        <pc:sldMkLst>
          <pc:docMk/>
          <pc:sldMk cId="632386707" sldId="391"/>
        </pc:sldMkLst>
      </pc:sldChg>
      <pc:sldChg chg="addSp modSp add mod">
        <pc:chgData name="Megan Lewis" userId="22d826ee-5076-40cf-b81c-0948657922bd" providerId="ADAL" clId="{C2329749-AA48-4C11-A656-8561BA15EFE3}" dt="2025-10-01T07:33:11.576" v="904" actId="1036"/>
        <pc:sldMkLst>
          <pc:docMk/>
          <pc:sldMk cId="642604452" sldId="391"/>
        </pc:sldMkLst>
        <pc:picChg chg="add mod">
          <ac:chgData name="Megan Lewis" userId="22d826ee-5076-40cf-b81c-0948657922bd" providerId="ADAL" clId="{C2329749-AA48-4C11-A656-8561BA15EFE3}" dt="2025-10-01T07:33:11.576" v="904" actId="1036"/>
          <ac:picMkLst>
            <pc:docMk/>
            <pc:sldMk cId="642604452" sldId="391"/>
            <ac:picMk id="2" creationId="{D9E085B9-75C1-0FE1-1372-BFF4DFB6037E}"/>
          </ac:picMkLst>
        </pc:picChg>
        <pc:picChg chg="add mod">
          <ac:chgData name="Megan Lewis" userId="22d826ee-5076-40cf-b81c-0948657922bd" providerId="ADAL" clId="{C2329749-AA48-4C11-A656-8561BA15EFE3}" dt="2025-10-01T07:33:11.576" v="904" actId="1036"/>
          <ac:picMkLst>
            <pc:docMk/>
            <pc:sldMk cId="642604452" sldId="391"/>
            <ac:picMk id="3" creationId="{3C63B0F4-55EF-DDCE-5CB4-8AB1E10766CD}"/>
          </ac:picMkLst>
        </pc:picChg>
      </pc:sldChg>
      <pc:sldChg chg="del">
        <pc:chgData name="Megan Lewis" userId="22d826ee-5076-40cf-b81c-0948657922bd" providerId="ADAL" clId="{C2329749-AA48-4C11-A656-8561BA15EFE3}" dt="2025-10-01T07:32:40.352" v="898" actId="2696"/>
        <pc:sldMkLst>
          <pc:docMk/>
          <pc:sldMk cId="153254557" sldId="392"/>
        </pc:sldMkLst>
      </pc:sldChg>
      <pc:sldChg chg="addSp modSp add">
        <pc:chgData name="Megan Lewis" userId="22d826ee-5076-40cf-b81c-0948657922bd" providerId="ADAL" clId="{C2329749-AA48-4C11-A656-8561BA15EFE3}" dt="2025-10-01T07:33:14.458" v="905"/>
        <pc:sldMkLst>
          <pc:docMk/>
          <pc:sldMk cId="1093983236" sldId="392"/>
        </pc:sldMkLst>
        <pc:picChg chg="add mod">
          <ac:chgData name="Megan Lewis" userId="22d826ee-5076-40cf-b81c-0948657922bd" providerId="ADAL" clId="{C2329749-AA48-4C11-A656-8561BA15EFE3}" dt="2025-10-01T07:33:14.458" v="905"/>
          <ac:picMkLst>
            <pc:docMk/>
            <pc:sldMk cId="1093983236" sldId="392"/>
            <ac:picMk id="2" creationId="{9921EA9C-E749-6BD1-7E6F-85182FD0170C}"/>
          </ac:picMkLst>
        </pc:picChg>
        <pc:picChg chg="add mod">
          <ac:chgData name="Megan Lewis" userId="22d826ee-5076-40cf-b81c-0948657922bd" providerId="ADAL" clId="{C2329749-AA48-4C11-A656-8561BA15EFE3}" dt="2025-10-01T07:33:14.458" v="905"/>
          <ac:picMkLst>
            <pc:docMk/>
            <pc:sldMk cId="1093983236" sldId="392"/>
            <ac:picMk id="3" creationId="{906A88ED-F1B7-F728-96AB-87F82309F09C}"/>
          </ac:picMkLst>
        </pc:picChg>
      </pc:sldChg>
      <pc:sldChg chg="addSp modSp">
        <pc:chgData name="Megan Lewis" userId="22d826ee-5076-40cf-b81c-0948657922bd" providerId="ADAL" clId="{C2329749-AA48-4C11-A656-8561BA15EFE3}" dt="2025-10-01T07:33:21.974" v="907"/>
        <pc:sldMkLst>
          <pc:docMk/>
          <pc:sldMk cId="0" sldId="394"/>
        </pc:sldMkLst>
        <pc:picChg chg="add mod">
          <ac:chgData name="Megan Lewis" userId="22d826ee-5076-40cf-b81c-0948657922bd" providerId="ADAL" clId="{C2329749-AA48-4C11-A656-8561BA15EFE3}" dt="2025-10-01T07:33:21.974" v="907"/>
          <ac:picMkLst>
            <pc:docMk/>
            <pc:sldMk cId="0" sldId="394"/>
            <ac:picMk id="2" creationId="{FB9166A1-28A2-BEE5-8B0F-2B79F223FAF5}"/>
          </ac:picMkLst>
        </pc:picChg>
        <pc:picChg chg="add mod">
          <ac:chgData name="Megan Lewis" userId="22d826ee-5076-40cf-b81c-0948657922bd" providerId="ADAL" clId="{C2329749-AA48-4C11-A656-8561BA15EFE3}" dt="2025-10-01T07:33:21.974" v="907"/>
          <ac:picMkLst>
            <pc:docMk/>
            <pc:sldMk cId="0" sldId="394"/>
            <ac:picMk id="3" creationId="{76E0941E-A08E-C48A-9E3E-346D3E8DB82C}"/>
          </ac:picMkLst>
        </pc:picChg>
      </pc:sldChg>
      <pc:sldChg chg="addSp modSp mod modNotesTx">
        <pc:chgData name="Megan Lewis" userId="22d826ee-5076-40cf-b81c-0948657922bd" providerId="ADAL" clId="{C2329749-AA48-4C11-A656-8561BA15EFE3}" dt="2025-10-01T07:34:24.876" v="938"/>
        <pc:sldMkLst>
          <pc:docMk/>
          <pc:sldMk cId="2330666358" sldId="395"/>
        </pc:sldMkLst>
        <pc:spChg chg="mod">
          <ac:chgData name="Megan Lewis" userId="22d826ee-5076-40cf-b81c-0948657922bd" providerId="ADAL" clId="{C2329749-AA48-4C11-A656-8561BA15EFE3}" dt="2025-10-01T07:32:04.442" v="894" actId="20577"/>
          <ac:spMkLst>
            <pc:docMk/>
            <pc:sldMk cId="2330666358" sldId="395"/>
            <ac:spMk id="3" creationId="{916EDB7F-5A79-E53F-B458-735CBF56B1D1}"/>
          </ac:spMkLst>
        </pc:spChg>
        <pc:picChg chg="add mod">
          <ac:chgData name="Megan Lewis" userId="22d826ee-5076-40cf-b81c-0948657922bd" providerId="ADAL" clId="{C2329749-AA48-4C11-A656-8561BA15EFE3}" dt="2025-10-01T07:34:24.876" v="938"/>
          <ac:picMkLst>
            <pc:docMk/>
            <pc:sldMk cId="2330666358" sldId="395"/>
            <ac:picMk id="4" creationId="{16CD6A34-D312-C21B-ABD8-AEE16087DDA1}"/>
          </ac:picMkLst>
        </pc:picChg>
        <pc:picChg chg="add mod">
          <ac:chgData name="Megan Lewis" userId="22d826ee-5076-40cf-b81c-0948657922bd" providerId="ADAL" clId="{C2329749-AA48-4C11-A656-8561BA15EFE3}" dt="2025-10-01T07:34:24.876" v="938"/>
          <ac:picMkLst>
            <pc:docMk/>
            <pc:sldMk cId="2330666358" sldId="395"/>
            <ac:picMk id="5" creationId="{A2099C0F-97F9-D71F-238B-DC3DA2306428}"/>
          </ac:picMkLst>
        </pc:picChg>
      </pc:sldChg>
      <pc:sldChg chg="addSp modSp">
        <pc:chgData name="Megan Lewis" userId="22d826ee-5076-40cf-b81c-0948657922bd" providerId="ADAL" clId="{C2329749-AA48-4C11-A656-8561BA15EFE3}" dt="2025-10-01T07:34:32.973" v="941"/>
        <pc:sldMkLst>
          <pc:docMk/>
          <pc:sldMk cId="3713940133" sldId="396"/>
        </pc:sldMkLst>
        <pc:picChg chg="add mod">
          <ac:chgData name="Megan Lewis" userId="22d826ee-5076-40cf-b81c-0948657922bd" providerId="ADAL" clId="{C2329749-AA48-4C11-A656-8561BA15EFE3}" dt="2025-10-01T07:34:32.973" v="941"/>
          <ac:picMkLst>
            <pc:docMk/>
            <pc:sldMk cId="3713940133" sldId="396"/>
            <ac:picMk id="5" creationId="{892F07BE-4D5F-8913-EFBB-1ABD5A8FE8EF}"/>
          </ac:picMkLst>
        </pc:picChg>
        <pc:picChg chg="add mod">
          <ac:chgData name="Megan Lewis" userId="22d826ee-5076-40cf-b81c-0948657922bd" providerId="ADAL" clId="{C2329749-AA48-4C11-A656-8561BA15EFE3}" dt="2025-10-01T07:34:32.973" v="941"/>
          <ac:picMkLst>
            <pc:docMk/>
            <pc:sldMk cId="3713940133" sldId="396"/>
            <ac:picMk id="6" creationId="{927C1C09-3DAB-9103-9956-0CCA5B2D1924}"/>
          </ac:picMkLst>
        </pc:picChg>
      </pc:sldChg>
      <pc:sldChg chg="addSp modSp">
        <pc:chgData name="Megan Lewis" userId="22d826ee-5076-40cf-b81c-0948657922bd" providerId="ADAL" clId="{C2329749-AA48-4C11-A656-8561BA15EFE3}" dt="2025-10-01T07:34:31.993" v="940"/>
        <pc:sldMkLst>
          <pc:docMk/>
          <pc:sldMk cId="3938439113" sldId="397"/>
        </pc:sldMkLst>
        <pc:picChg chg="add mod">
          <ac:chgData name="Megan Lewis" userId="22d826ee-5076-40cf-b81c-0948657922bd" providerId="ADAL" clId="{C2329749-AA48-4C11-A656-8561BA15EFE3}" dt="2025-10-01T07:34:31.993" v="940"/>
          <ac:picMkLst>
            <pc:docMk/>
            <pc:sldMk cId="3938439113" sldId="397"/>
            <ac:picMk id="5" creationId="{2CEFB855-D0DC-29FE-8493-AE40E0B78F5D}"/>
          </ac:picMkLst>
        </pc:picChg>
        <pc:picChg chg="add mod">
          <ac:chgData name="Megan Lewis" userId="22d826ee-5076-40cf-b81c-0948657922bd" providerId="ADAL" clId="{C2329749-AA48-4C11-A656-8561BA15EFE3}" dt="2025-10-01T07:34:31.993" v="940"/>
          <ac:picMkLst>
            <pc:docMk/>
            <pc:sldMk cId="3938439113" sldId="397"/>
            <ac:picMk id="6" creationId="{E831D60F-9AC4-4903-713A-BEA2B10F2721}"/>
          </ac:picMkLst>
        </pc:picChg>
      </pc:sldChg>
      <pc:sldChg chg="addSp modSp">
        <pc:chgData name="Megan Lewis" userId="22d826ee-5076-40cf-b81c-0948657922bd" providerId="ADAL" clId="{C2329749-AA48-4C11-A656-8561BA15EFE3}" dt="2025-10-01T07:34:30.318" v="939"/>
        <pc:sldMkLst>
          <pc:docMk/>
          <pc:sldMk cId="3811604091" sldId="398"/>
        </pc:sldMkLst>
        <pc:picChg chg="add mod">
          <ac:chgData name="Megan Lewis" userId="22d826ee-5076-40cf-b81c-0948657922bd" providerId="ADAL" clId="{C2329749-AA48-4C11-A656-8561BA15EFE3}" dt="2025-10-01T07:34:30.318" v="939"/>
          <ac:picMkLst>
            <pc:docMk/>
            <pc:sldMk cId="3811604091" sldId="398"/>
            <ac:picMk id="6" creationId="{EAAF9514-A1D9-8189-4256-C09E65DC01E0}"/>
          </ac:picMkLst>
        </pc:picChg>
        <pc:picChg chg="add mod">
          <ac:chgData name="Megan Lewis" userId="22d826ee-5076-40cf-b81c-0948657922bd" providerId="ADAL" clId="{C2329749-AA48-4C11-A656-8561BA15EFE3}" dt="2025-10-01T07:34:30.318" v="939"/>
          <ac:picMkLst>
            <pc:docMk/>
            <pc:sldMk cId="3811604091" sldId="398"/>
            <ac:picMk id="8" creationId="{486B4D41-AFB8-1793-1467-9C6C0DB9A312}"/>
          </ac:picMkLst>
        </pc:picChg>
      </pc:sldChg>
      <pc:sldChg chg="addSp modSp">
        <pc:chgData name="Megan Lewis" userId="22d826ee-5076-40cf-b81c-0948657922bd" providerId="ADAL" clId="{C2329749-AA48-4C11-A656-8561BA15EFE3}" dt="2025-10-01T07:34:34.130" v="942"/>
        <pc:sldMkLst>
          <pc:docMk/>
          <pc:sldMk cId="3380776902" sldId="399"/>
        </pc:sldMkLst>
        <pc:picChg chg="add mod">
          <ac:chgData name="Megan Lewis" userId="22d826ee-5076-40cf-b81c-0948657922bd" providerId="ADAL" clId="{C2329749-AA48-4C11-A656-8561BA15EFE3}" dt="2025-10-01T07:34:34.130" v="942"/>
          <ac:picMkLst>
            <pc:docMk/>
            <pc:sldMk cId="3380776902" sldId="399"/>
            <ac:picMk id="7" creationId="{F199FA73-0FD4-DDA8-35D5-1A9E7C97C728}"/>
          </ac:picMkLst>
        </pc:picChg>
        <pc:picChg chg="add mod">
          <ac:chgData name="Megan Lewis" userId="22d826ee-5076-40cf-b81c-0948657922bd" providerId="ADAL" clId="{C2329749-AA48-4C11-A656-8561BA15EFE3}" dt="2025-10-01T07:34:34.130" v="942"/>
          <ac:picMkLst>
            <pc:docMk/>
            <pc:sldMk cId="3380776902" sldId="399"/>
            <ac:picMk id="8" creationId="{6598768D-9262-A677-28F5-DB3253AD7214}"/>
          </ac:picMkLst>
        </pc:picChg>
      </pc:sldChg>
      <pc:sldChg chg="addSp modSp add modNotesTx">
        <pc:chgData name="Megan Lewis" userId="22d826ee-5076-40cf-b81c-0948657922bd" providerId="ADAL" clId="{C2329749-AA48-4C11-A656-8561BA15EFE3}" dt="2025-10-01T07:42:04.510" v="1075"/>
        <pc:sldMkLst>
          <pc:docMk/>
          <pc:sldMk cId="2557895077" sldId="400"/>
        </pc:sldMkLst>
        <pc:picChg chg="add mod">
          <ac:chgData name="Megan Lewis" userId="22d826ee-5076-40cf-b81c-0948657922bd" providerId="ADAL" clId="{C2329749-AA48-4C11-A656-8561BA15EFE3}" dt="2025-10-01T07:33:43.659" v="910"/>
          <ac:picMkLst>
            <pc:docMk/>
            <pc:sldMk cId="2557895077" sldId="400"/>
            <ac:picMk id="4" creationId="{B39FF443-DF69-D474-E965-90512D0338AE}"/>
          </ac:picMkLst>
        </pc:picChg>
        <pc:picChg chg="add mod">
          <ac:chgData name="Megan Lewis" userId="22d826ee-5076-40cf-b81c-0948657922bd" providerId="ADAL" clId="{C2329749-AA48-4C11-A656-8561BA15EFE3}" dt="2025-10-01T07:33:43.659" v="910"/>
          <ac:picMkLst>
            <pc:docMk/>
            <pc:sldMk cId="2557895077" sldId="400"/>
            <ac:picMk id="12" creationId="{CA00F906-367B-EF94-852C-F229670F084F}"/>
          </ac:picMkLst>
        </pc:picChg>
      </pc:sldChg>
      <pc:sldChg chg="addSp modSp add modNotesTx">
        <pc:chgData name="Megan Lewis" userId="22d826ee-5076-40cf-b81c-0948657922bd" providerId="ADAL" clId="{C2329749-AA48-4C11-A656-8561BA15EFE3}" dt="2025-10-01T07:33:48.458" v="914"/>
        <pc:sldMkLst>
          <pc:docMk/>
          <pc:sldMk cId="2600616859" sldId="401"/>
        </pc:sldMkLst>
        <pc:picChg chg="add mod">
          <ac:chgData name="Megan Lewis" userId="22d826ee-5076-40cf-b81c-0948657922bd" providerId="ADAL" clId="{C2329749-AA48-4C11-A656-8561BA15EFE3}" dt="2025-10-01T07:33:48.458" v="914"/>
          <ac:picMkLst>
            <pc:docMk/>
            <pc:sldMk cId="2600616859" sldId="401"/>
            <ac:picMk id="3" creationId="{C1DBF247-810B-6DFC-17DF-B4D8667B034A}"/>
          </ac:picMkLst>
        </pc:picChg>
        <pc:picChg chg="add mod">
          <ac:chgData name="Megan Lewis" userId="22d826ee-5076-40cf-b81c-0948657922bd" providerId="ADAL" clId="{C2329749-AA48-4C11-A656-8561BA15EFE3}" dt="2025-10-01T07:33:48.458" v="914"/>
          <ac:picMkLst>
            <pc:docMk/>
            <pc:sldMk cId="2600616859" sldId="401"/>
            <ac:picMk id="7" creationId="{C3C39C14-94AC-872A-6AC6-B347B012D2C5}"/>
          </ac:picMkLst>
        </pc:picChg>
      </pc:sldChg>
      <pc:sldChg chg="addSp modSp add modNotesTx">
        <pc:chgData name="Megan Lewis" userId="22d826ee-5076-40cf-b81c-0948657922bd" providerId="ADAL" clId="{C2329749-AA48-4C11-A656-8561BA15EFE3}" dt="2025-10-01T07:33:46.890" v="913"/>
        <pc:sldMkLst>
          <pc:docMk/>
          <pc:sldMk cId="528922135" sldId="402"/>
        </pc:sldMkLst>
        <pc:picChg chg="add mod">
          <ac:chgData name="Megan Lewis" userId="22d826ee-5076-40cf-b81c-0948657922bd" providerId="ADAL" clId="{C2329749-AA48-4C11-A656-8561BA15EFE3}" dt="2025-10-01T07:33:46.890" v="913"/>
          <ac:picMkLst>
            <pc:docMk/>
            <pc:sldMk cId="528922135" sldId="402"/>
            <ac:picMk id="3" creationId="{7BAE23DE-DA27-BB74-EABE-ECA30E3825E9}"/>
          </ac:picMkLst>
        </pc:picChg>
        <pc:picChg chg="add mod">
          <ac:chgData name="Megan Lewis" userId="22d826ee-5076-40cf-b81c-0948657922bd" providerId="ADAL" clId="{C2329749-AA48-4C11-A656-8561BA15EFE3}" dt="2025-10-01T07:33:46.890" v="913"/>
          <ac:picMkLst>
            <pc:docMk/>
            <pc:sldMk cId="528922135" sldId="402"/>
            <ac:picMk id="6" creationId="{7688D11C-8523-B9E2-0810-BF57F6508FA0}"/>
          </ac:picMkLst>
        </pc:picChg>
      </pc:sldChg>
      <pc:sldChg chg="addSp delSp modSp new mod modNotesTx">
        <pc:chgData name="Megan Lewis" userId="22d826ee-5076-40cf-b81c-0948657922bd" providerId="ADAL" clId="{C2329749-AA48-4C11-A656-8561BA15EFE3}" dt="2025-10-01T07:33:49.640" v="915"/>
        <pc:sldMkLst>
          <pc:docMk/>
          <pc:sldMk cId="3039340685" sldId="403"/>
        </pc:sldMkLst>
        <pc:spChg chg="del">
          <ac:chgData name="Megan Lewis" userId="22d826ee-5076-40cf-b81c-0948657922bd" providerId="ADAL" clId="{C2329749-AA48-4C11-A656-8561BA15EFE3}" dt="2025-10-01T07:01:16.571" v="216" actId="478"/>
          <ac:spMkLst>
            <pc:docMk/>
            <pc:sldMk cId="3039340685" sldId="403"/>
            <ac:spMk id="2" creationId="{F9F19AD7-38DB-925F-352C-F13B301FE41C}"/>
          </ac:spMkLst>
        </pc:spChg>
        <pc:spChg chg="del">
          <ac:chgData name="Megan Lewis" userId="22d826ee-5076-40cf-b81c-0948657922bd" providerId="ADAL" clId="{C2329749-AA48-4C11-A656-8561BA15EFE3}" dt="2025-10-01T07:00:08.725" v="201" actId="931"/>
          <ac:spMkLst>
            <pc:docMk/>
            <pc:sldMk cId="3039340685" sldId="403"/>
            <ac:spMk id="3" creationId="{84245607-9CFF-A120-71B3-36F04A256087}"/>
          </ac:spMkLst>
        </pc:spChg>
        <pc:picChg chg="add mod">
          <ac:chgData name="Megan Lewis" userId="22d826ee-5076-40cf-b81c-0948657922bd" providerId="ADAL" clId="{C2329749-AA48-4C11-A656-8561BA15EFE3}" dt="2025-10-01T07:01:22.277" v="217" actId="12789"/>
          <ac:picMkLst>
            <pc:docMk/>
            <pc:sldMk cId="3039340685" sldId="403"/>
            <ac:picMk id="5" creationId="{C145E9B7-7A91-6001-7E97-4DC4BE37AC02}"/>
          </ac:picMkLst>
        </pc:picChg>
        <pc:picChg chg="add mod">
          <ac:chgData name="Megan Lewis" userId="22d826ee-5076-40cf-b81c-0948657922bd" providerId="ADAL" clId="{C2329749-AA48-4C11-A656-8561BA15EFE3}" dt="2025-10-01T07:01:22.277" v="217" actId="12789"/>
          <ac:picMkLst>
            <pc:docMk/>
            <pc:sldMk cId="3039340685" sldId="403"/>
            <ac:picMk id="7" creationId="{95BC8CD7-B281-34FD-FE5C-10A7B0FD932B}"/>
          </ac:picMkLst>
        </pc:picChg>
        <pc:picChg chg="add mod">
          <ac:chgData name="Megan Lewis" userId="22d826ee-5076-40cf-b81c-0948657922bd" providerId="ADAL" clId="{C2329749-AA48-4C11-A656-8561BA15EFE3}" dt="2025-10-01T07:01:22.277" v="217" actId="12789"/>
          <ac:picMkLst>
            <pc:docMk/>
            <pc:sldMk cId="3039340685" sldId="403"/>
            <ac:picMk id="9" creationId="{70B6E0B0-4BAB-60BB-3627-E652F6ED81EC}"/>
          </ac:picMkLst>
        </pc:picChg>
        <pc:picChg chg="add mod">
          <ac:chgData name="Megan Lewis" userId="22d826ee-5076-40cf-b81c-0948657922bd" providerId="ADAL" clId="{C2329749-AA48-4C11-A656-8561BA15EFE3}" dt="2025-10-01T07:33:49.640" v="915"/>
          <ac:picMkLst>
            <pc:docMk/>
            <pc:sldMk cId="3039340685" sldId="403"/>
            <ac:picMk id="10" creationId="{D159036E-A5B5-B1CB-0ADB-D561692530E3}"/>
          </ac:picMkLst>
        </pc:picChg>
        <pc:picChg chg="add mod">
          <ac:chgData name="Megan Lewis" userId="22d826ee-5076-40cf-b81c-0948657922bd" providerId="ADAL" clId="{C2329749-AA48-4C11-A656-8561BA15EFE3}" dt="2025-10-01T07:33:49.640" v="915"/>
          <ac:picMkLst>
            <pc:docMk/>
            <pc:sldMk cId="3039340685" sldId="403"/>
            <ac:picMk id="11" creationId="{B4E903B4-EB88-4235-008C-05FFC67F0943}"/>
          </ac:picMkLst>
        </pc:picChg>
      </pc:sldChg>
      <pc:sldChg chg="addSp delSp modSp add mod ord modNotesTx">
        <pc:chgData name="Megan Lewis" userId="22d826ee-5076-40cf-b81c-0948657922bd" providerId="ADAL" clId="{C2329749-AA48-4C11-A656-8561BA15EFE3}" dt="2025-10-01T07:36:06.535" v="951"/>
        <pc:sldMkLst>
          <pc:docMk/>
          <pc:sldMk cId="3715876030" sldId="404"/>
        </pc:sldMkLst>
        <pc:spChg chg="del">
          <ac:chgData name="Megan Lewis" userId="22d826ee-5076-40cf-b81c-0948657922bd" providerId="ADAL" clId="{C2329749-AA48-4C11-A656-8561BA15EFE3}" dt="2025-10-01T07:04:31.541" v="265" actId="478"/>
          <ac:spMkLst>
            <pc:docMk/>
            <pc:sldMk cId="3715876030" sldId="404"/>
            <ac:spMk id="7" creationId="{B0EFFABF-6007-D76C-17DB-3DE708BA6DD7}"/>
          </ac:spMkLst>
        </pc:spChg>
        <pc:spChg chg="del">
          <ac:chgData name="Megan Lewis" userId="22d826ee-5076-40cf-b81c-0948657922bd" providerId="ADAL" clId="{C2329749-AA48-4C11-A656-8561BA15EFE3}" dt="2025-10-01T07:03:50.008" v="255" actId="478"/>
          <ac:spMkLst>
            <pc:docMk/>
            <pc:sldMk cId="3715876030" sldId="404"/>
            <ac:spMk id="8" creationId="{6AE8ED0F-23B4-D955-C2E5-E863B47CEC6B}"/>
          </ac:spMkLst>
        </pc:spChg>
        <pc:spChg chg="add del mod">
          <ac:chgData name="Megan Lewis" userId="22d826ee-5076-40cf-b81c-0948657922bd" providerId="ADAL" clId="{C2329749-AA48-4C11-A656-8561BA15EFE3}" dt="2025-10-01T07:04:23.048" v="263" actId="478"/>
          <ac:spMkLst>
            <pc:docMk/>
            <pc:sldMk cId="3715876030" sldId="404"/>
            <ac:spMk id="9" creationId="{8BA86313-5D93-FD84-3F31-1817BB7A06DB}"/>
          </ac:spMkLst>
        </pc:spChg>
        <pc:spChg chg="del">
          <ac:chgData name="Megan Lewis" userId="22d826ee-5076-40cf-b81c-0948657922bd" providerId="ADAL" clId="{C2329749-AA48-4C11-A656-8561BA15EFE3}" dt="2025-10-01T07:03:50.008" v="255" actId="478"/>
          <ac:spMkLst>
            <pc:docMk/>
            <pc:sldMk cId="3715876030" sldId="404"/>
            <ac:spMk id="12" creationId="{323D8E20-5883-071D-B044-372C64E17DBD}"/>
          </ac:spMkLst>
        </pc:spChg>
        <pc:spChg chg="del">
          <ac:chgData name="Megan Lewis" userId="22d826ee-5076-40cf-b81c-0948657922bd" providerId="ADAL" clId="{C2329749-AA48-4C11-A656-8561BA15EFE3}" dt="2025-10-01T07:03:39.051" v="251" actId="478"/>
          <ac:spMkLst>
            <pc:docMk/>
            <pc:sldMk cId="3715876030" sldId="404"/>
            <ac:spMk id="13" creationId="{B6E31065-5E37-158F-1CF1-D1D1F19ABBD3}"/>
          </ac:spMkLst>
        </pc:spChg>
        <pc:spChg chg="del">
          <ac:chgData name="Megan Lewis" userId="22d826ee-5076-40cf-b81c-0948657922bd" providerId="ADAL" clId="{C2329749-AA48-4C11-A656-8561BA15EFE3}" dt="2025-10-01T07:03:36.740" v="250" actId="478"/>
          <ac:spMkLst>
            <pc:docMk/>
            <pc:sldMk cId="3715876030" sldId="404"/>
            <ac:spMk id="15" creationId="{7107ED24-C739-58D1-A13D-281AF2AA7C56}"/>
          </ac:spMkLst>
        </pc:spChg>
        <pc:cxnChg chg="del mod">
          <ac:chgData name="Megan Lewis" userId="22d826ee-5076-40cf-b81c-0948657922bd" providerId="ADAL" clId="{C2329749-AA48-4C11-A656-8561BA15EFE3}" dt="2025-10-01T07:04:20.068" v="262" actId="478"/>
          <ac:cxnSpMkLst>
            <pc:docMk/>
            <pc:sldMk cId="3715876030" sldId="404"/>
            <ac:cxnSpMk id="10" creationId="{BEC4DE20-7411-B5FD-8813-9AB5A8FE6490}"/>
          </ac:cxnSpMkLst>
        </pc:cxnChg>
        <pc:cxnChg chg="del">
          <ac:chgData name="Megan Lewis" userId="22d826ee-5076-40cf-b81c-0948657922bd" providerId="ADAL" clId="{C2329749-AA48-4C11-A656-8561BA15EFE3}" dt="2025-10-01T07:04:02.723" v="257" actId="478"/>
          <ac:cxnSpMkLst>
            <pc:docMk/>
            <pc:sldMk cId="3715876030" sldId="404"/>
            <ac:cxnSpMk id="11" creationId="{A40F1E6E-A3BD-3ADF-C01D-6A24FDF45802}"/>
          </ac:cxnSpMkLst>
        </pc:cxnChg>
      </pc:sldChg>
      <pc:sldChg chg="addSp modSp add modNotesTx">
        <pc:chgData name="Megan Lewis" userId="22d826ee-5076-40cf-b81c-0948657922bd" providerId="ADAL" clId="{C2329749-AA48-4C11-A656-8561BA15EFE3}" dt="2025-10-01T07:36:14.325" v="954"/>
        <pc:sldMkLst>
          <pc:docMk/>
          <pc:sldMk cId="1407311311" sldId="405"/>
        </pc:sldMkLst>
        <pc:spChg chg="mod">
          <ac:chgData name="Megan Lewis" userId="22d826ee-5076-40cf-b81c-0948657922bd" providerId="ADAL" clId="{C2329749-AA48-4C11-A656-8561BA15EFE3}" dt="2025-10-01T07:04:51.864" v="266" actId="164"/>
          <ac:spMkLst>
            <pc:docMk/>
            <pc:sldMk cId="1407311311" sldId="405"/>
            <ac:spMk id="6" creationId="{73A36303-B08A-048E-F805-7CEFA4A1CB0C}"/>
          </ac:spMkLst>
        </pc:spChg>
        <pc:spChg chg="mod">
          <ac:chgData name="Megan Lewis" userId="22d826ee-5076-40cf-b81c-0948657922bd" providerId="ADAL" clId="{C2329749-AA48-4C11-A656-8561BA15EFE3}" dt="2025-10-01T07:04:51.864" v="266" actId="164"/>
          <ac:spMkLst>
            <pc:docMk/>
            <pc:sldMk cId="1407311311" sldId="405"/>
            <ac:spMk id="7" creationId="{0483C58B-C917-362E-05E2-D67A1CF3ECE1}"/>
          </ac:spMkLst>
        </pc:spChg>
        <pc:spChg chg="mod">
          <ac:chgData name="Megan Lewis" userId="22d826ee-5076-40cf-b81c-0948657922bd" providerId="ADAL" clId="{C2329749-AA48-4C11-A656-8561BA15EFE3}" dt="2025-10-01T07:04:51.864" v="266" actId="164"/>
          <ac:spMkLst>
            <pc:docMk/>
            <pc:sldMk cId="1407311311" sldId="405"/>
            <ac:spMk id="8" creationId="{6ECD517D-00CF-9107-F488-6A9DDFB301DC}"/>
          </ac:spMkLst>
        </pc:spChg>
        <pc:spChg chg="mod">
          <ac:chgData name="Megan Lewis" userId="22d826ee-5076-40cf-b81c-0948657922bd" providerId="ADAL" clId="{C2329749-AA48-4C11-A656-8561BA15EFE3}" dt="2025-10-01T07:04:51.864" v="266" actId="164"/>
          <ac:spMkLst>
            <pc:docMk/>
            <pc:sldMk cId="1407311311" sldId="405"/>
            <ac:spMk id="12" creationId="{47A95AE5-6AF8-BAC5-5BC3-AE3969297964}"/>
          </ac:spMkLst>
        </pc:spChg>
        <pc:grpChg chg="add mod">
          <ac:chgData name="Megan Lewis" userId="22d826ee-5076-40cf-b81c-0948657922bd" providerId="ADAL" clId="{C2329749-AA48-4C11-A656-8561BA15EFE3}" dt="2025-10-01T07:04:51.864" v="266" actId="164"/>
          <ac:grpSpMkLst>
            <pc:docMk/>
            <pc:sldMk cId="1407311311" sldId="405"/>
            <ac:grpSpMk id="3" creationId="{30D3EF20-DEDC-E3E4-DCFA-DA4A87D0C27E}"/>
          </ac:grpSpMkLst>
        </pc:grpChg>
        <pc:cxnChg chg="mod">
          <ac:chgData name="Megan Lewis" userId="22d826ee-5076-40cf-b81c-0948657922bd" providerId="ADAL" clId="{C2329749-AA48-4C11-A656-8561BA15EFE3}" dt="2025-10-01T07:04:51.864" v="266" actId="164"/>
          <ac:cxnSpMkLst>
            <pc:docMk/>
            <pc:sldMk cId="1407311311" sldId="405"/>
            <ac:cxnSpMk id="10" creationId="{4C1C83C2-FB05-144D-BE1C-57CA5051FBAA}"/>
          </ac:cxnSpMkLst>
        </pc:cxnChg>
        <pc:cxnChg chg="mod">
          <ac:chgData name="Megan Lewis" userId="22d826ee-5076-40cf-b81c-0948657922bd" providerId="ADAL" clId="{C2329749-AA48-4C11-A656-8561BA15EFE3}" dt="2025-10-01T07:04:51.864" v="266" actId="164"/>
          <ac:cxnSpMkLst>
            <pc:docMk/>
            <pc:sldMk cId="1407311311" sldId="405"/>
            <ac:cxnSpMk id="11" creationId="{521EEF7D-FE13-71DA-75A2-0855BBC3CDEA}"/>
          </ac:cxnSpMkLst>
        </pc:cxnChg>
      </pc:sldChg>
      <pc:sldChg chg="add modNotesTx">
        <pc:chgData name="Megan Lewis" userId="22d826ee-5076-40cf-b81c-0948657922bd" providerId="ADAL" clId="{C2329749-AA48-4C11-A656-8561BA15EFE3}" dt="2025-10-01T07:36:12.409" v="953"/>
        <pc:sldMkLst>
          <pc:docMk/>
          <pc:sldMk cId="878824395" sldId="406"/>
        </pc:sldMkLst>
      </pc:sldChg>
      <pc:sldChg chg="add modNotesTx">
        <pc:chgData name="Megan Lewis" userId="22d826ee-5076-40cf-b81c-0948657922bd" providerId="ADAL" clId="{C2329749-AA48-4C11-A656-8561BA15EFE3}" dt="2025-10-01T07:36:10.574" v="952"/>
        <pc:sldMkLst>
          <pc:docMk/>
          <pc:sldMk cId="398154376" sldId="407"/>
        </pc:sldMkLst>
      </pc:sldChg>
      <pc:sldChg chg="addSp delSp modSp add mod ord">
        <pc:chgData name="Megan Lewis" userId="22d826ee-5076-40cf-b81c-0948657922bd" providerId="ADAL" clId="{C2329749-AA48-4C11-A656-8561BA15EFE3}" dt="2025-10-01T07:33:51.034" v="916"/>
        <pc:sldMkLst>
          <pc:docMk/>
          <pc:sldMk cId="2211553684" sldId="408"/>
        </pc:sldMkLst>
        <pc:spChg chg="add del mod">
          <ac:chgData name="Megan Lewis" userId="22d826ee-5076-40cf-b81c-0948657922bd" providerId="ADAL" clId="{C2329749-AA48-4C11-A656-8561BA15EFE3}" dt="2025-10-01T07:06:02.353" v="286" actId="478"/>
          <ac:spMkLst>
            <pc:docMk/>
            <pc:sldMk cId="2211553684" sldId="408"/>
            <ac:spMk id="4" creationId="{19BC5D88-721C-40C7-DE29-3A01599D066E}"/>
          </ac:spMkLst>
        </pc:spChg>
        <pc:spChg chg="del">
          <ac:chgData name="Megan Lewis" userId="22d826ee-5076-40cf-b81c-0948657922bd" providerId="ADAL" clId="{C2329749-AA48-4C11-A656-8561BA15EFE3}" dt="2025-10-01T07:06:05.133" v="287" actId="478"/>
          <ac:spMkLst>
            <pc:docMk/>
            <pc:sldMk cId="2211553684" sldId="408"/>
            <ac:spMk id="6" creationId="{DAC46D72-E5C2-4B28-B386-C2FA633C7A4B}"/>
          </ac:spMkLst>
        </pc:spChg>
        <pc:grpChg chg="del">
          <ac:chgData name="Megan Lewis" userId="22d826ee-5076-40cf-b81c-0948657922bd" providerId="ADAL" clId="{C2329749-AA48-4C11-A656-8561BA15EFE3}" dt="2025-10-01T07:05:47.753" v="281" actId="478"/>
          <ac:grpSpMkLst>
            <pc:docMk/>
            <pc:sldMk cId="2211553684" sldId="408"/>
            <ac:grpSpMk id="7" creationId="{AD9052AB-395B-5498-F7EE-B3CFFB98DA65}"/>
          </ac:grpSpMkLst>
        </pc:grpChg>
        <pc:picChg chg="del">
          <ac:chgData name="Megan Lewis" userId="22d826ee-5076-40cf-b81c-0948657922bd" providerId="ADAL" clId="{C2329749-AA48-4C11-A656-8561BA15EFE3}" dt="2025-10-01T07:05:58.587" v="285" actId="478"/>
          <ac:picMkLst>
            <pc:docMk/>
            <pc:sldMk cId="2211553684" sldId="408"/>
            <ac:picMk id="5" creationId="{A6F0C93C-3BE7-3EA1-3F98-C85F4C0B6F3D}"/>
          </ac:picMkLst>
        </pc:picChg>
        <pc:picChg chg="add mod">
          <ac:chgData name="Megan Lewis" userId="22d826ee-5076-40cf-b81c-0948657922bd" providerId="ADAL" clId="{C2329749-AA48-4C11-A656-8561BA15EFE3}" dt="2025-10-01T07:33:51.034" v="916"/>
          <ac:picMkLst>
            <pc:docMk/>
            <pc:sldMk cId="2211553684" sldId="408"/>
            <ac:picMk id="14" creationId="{5BB9D79D-811C-3F4E-29F6-E03FFACC85A7}"/>
          </ac:picMkLst>
        </pc:picChg>
        <pc:picChg chg="add mod">
          <ac:chgData name="Megan Lewis" userId="22d826ee-5076-40cf-b81c-0948657922bd" providerId="ADAL" clId="{C2329749-AA48-4C11-A656-8561BA15EFE3}" dt="2025-10-01T07:33:51.034" v="916"/>
          <ac:picMkLst>
            <pc:docMk/>
            <pc:sldMk cId="2211553684" sldId="408"/>
            <ac:picMk id="15" creationId="{5D0322DF-4EE5-C5AC-734F-443BB753A762}"/>
          </ac:picMkLst>
        </pc:picChg>
      </pc:sldChg>
      <pc:sldChg chg="addSp modSp add">
        <pc:chgData name="Megan Lewis" userId="22d826ee-5076-40cf-b81c-0948657922bd" providerId="ADAL" clId="{C2329749-AA48-4C11-A656-8561BA15EFE3}" dt="2025-10-01T07:33:52.259" v="917"/>
        <pc:sldMkLst>
          <pc:docMk/>
          <pc:sldMk cId="569908368" sldId="409"/>
        </pc:sldMkLst>
        <pc:picChg chg="add mod">
          <ac:chgData name="Megan Lewis" userId="22d826ee-5076-40cf-b81c-0948657922bd" providerId="ADAL" clId="{C2329749-AA48-4C11-A656-8561BA15EFE3}" dt="2025-10-01T07:33:52.259" v="917"/>
          <ac:picMkLst>
            <pc:docMk/>
            <pc:sldMk cId="569908368" sldId="409"/>
            <ac:picMk id="3" creationId="{6A3D7183-8761-9515-6300-EE2B4EB602B6}"/>
          </ac:picMkLst>
        </pc:picChg>
        <pc:picChg chg="add mod">
          <ac:chgData name="Megan Lewis" userId="22d826ee-5076-40cf-b81c-0948657922bd" providerId="ADAL" clId="{C2329749-AA48-4C11-A656-8561BA15EFE3}" dt="2025-10-01T07:33:52.259" v="917"/>
          <ac:picMkLst>
            <pc:docMk/>
            <pc:sldMk cId="569908368" sldId="409"/>
            <ac:picMk id="4" creationId="{CB44316B-FAB3-B8DC-D341-72107C1ADBDA}"/>
          </ac:picMkLst>
        </pc:picChg>
      </pc:sldChg>
      <pc:sldChg chg="addSp modSp add">
        <pc:chgData name="Megan Lewis" userId="22d826ee-5076-40cf-b81c-0948657922bd" providerId="ADAL" clId="{C2329749-AA48-4C11-A656-8561BA15EFE3}" dt="2025-10-01T07:33:55.031" v="919"/>
        <pc:sldMkLst>
          <pc:docMk/>
          <pc:sldMk cId="555937659" sldId="410"/>
        </pc:sldMkLst>
        <pc:picChg chg="add mod">
          <ac:chgData name="Megan Lewis" userId="22d826ee-5076-40cf-b81c-0948657922bd" providerId="ADAL" clId="{C2329749-AA48-4C11-A656-8561BA15EFE3}" dt="2025-10-01T07:33:55.031" v="919"/>
          <ac:picMkLst>
            <pc:docMk/>
            <pc:sldMk cId="555937659" sldId="410"/>
            <ac:picMk id="3" creationId="{0A8F0B10-4548-076E-10C8-2BDEF7B2A1DE}"/>
          </ac:picMkLst>
        </pc:picChg>
        <pc:picChg chg="add mod">
          <ac:chgData name="Megan Lewis" userId="22d826ee-5076-40cf-b81c-0948657922bd" providerId="ADAL" clId="{C2329749-AA48-4C11-A656-8561BA15EFE3}" dt="2025-10-01T07:33:55.031" v="919"/>
          <ac:picMkLst>
            <pc:docMk/>
            <pc:sldMk cId="555937659" sldId="410"/>
            <ac:picMk id="4" creationId="{5110E232-B35A-3FBC-21A4-A9D5D373E8D5}"/>
          </ac:picMkLst>
        </pc:picChg>
      </pc:sldChg>
      <pc:sldChg chg="addSp delSp modSp new del mod">
        <pc:chgData name="Megan Lewis" userId="22d826ee-5076-40cf-b81c-0948657922bd" providerId="ADAL" clId="{C2329749-AA48-4C11-A656-8561BA15EFE3}" dt="2025-10-01T07:14:57.627" v="446" actId="47"/>
        <pc:sldMkLst>
          <pc:docMk/>
          <pc:sldMk cId="1918905895" sldId="411"/>
        </pc:sldMkLst>
        <pc:spChg chg="mod">
          <ac:chgData name="Megan Lewis" userId="22d826ee-5076-40cf-b81c-0948657922bd" providerId="ADAL" clId="{C2329749-AA48-4C11-A656-8561BA15EFE3}" dt="2025-10-01T07:08:35.109" v="329" actId="20577"/>
          <ac:spMkLst>
            <pc:docMk/>
            <pc:sldMk cId="1918905895" sldId="411"/>
            <ac:spMk id="2" creationId="{2CCEB5AC-AE25-B5B2-F282-61C95446BC16}"/>
          </ac:spMkLst>
        </pc:spChg>
        <pc:spChg chg="del">
          <ac:chgData name="Megan Lewis" userId="22d826ee-5076-40cf-b81c-0948657922bd" providerId="ADAL" clId="{C2329749-AA48-4C11-A656-8561BA15EFE3}" dt="2025-10-01T07:08:38.612" v="330" actId="478"/>
          <ac:spMkLst>
            <pc:docMk/>
            <pc:sldMk cId="1918905895" sldId="411"/>
            <ac:spMk id="3" creationId="{51221850-C1D0-83D8-1F40-D2B49D855014}"/>
          </ac:spMkLst>
        </pc:spChg>
        <pc:spChg chg="add mod">
          <ac:chgData name="Megan Lewis" userId="22d826ee-5076-40cf-b81c-0948657922bd" providerId="ADAL" clId="{C2329749-AA48-4C11-A656-8561BA15EFE3}" dt="2025-10-01T07:14:37.316" v="440" actId="164"/>
          <ac:spMkLst>
            <pc:docMk/>
            <pc:sldMk cId="1918905895" sldId="411"/>
            <ac:spMk id="10" creationId="{742C4C78-68C3-DFBF-12DB-5CF286285DD6}"/>
          </ac:spMkLst>
        </pc:spChg>
        <pc:spChg chg="add mod">
          <ac:chgData name="Megan Lewis" userId="22d826ee-5076-40cf-b81c-0948657922bd" providerId="ADAL" clId="{C2329749-AA48-4C11-A656-8561BA15EFE3}" dt="2025-10-01T07:14:37.316" v="440" actId="164"/>
          <ac:spMkLst>
            <pc:docMk/>
            <pc:sldMk cId="1918905895" sldId="411"/>
            <ac:spMk id="11" creationId="{E6C4318F-DD33-B450-C963-6D85B403F2A1}"/>
          </ac:spMkLst>
        </pc:spChg>
        <pc:spChg chg="add del mod">
          <ac:chgData name="Megan Lewis" userId="22d826ee-5076-40cf-b81c-0948657922bd" providerId="ADAL" clId="{C2329749-AA48-4C11-A656-8561BA15EFE3}" dt="2025-10-01T07:11:51.151" v="405" actId="478"/>
          <ac:spMkLst>
            <pc:docMk/>
            <pc:sldMk cId="1918905895" sldId="411"/>
            <ac:spMk id="17" creationId="{D3C4019D-A8ED-6051-BA9C-64BC6A533C64}"/>
          </ac:spMkLst>
        </pc:spChg>
        <pc:spChg chg="add mod">
          <ac:chgData name="Megan Lewis" userId="22d826ee-5076-40cf-b81c-0948657922bd" providerId="ADAL" clId="{C2329749-AA48-4C11-A656-8561BA15EFE3}" dt="2025-10-01T07:14:37.316" v="440" actId="164"/>
          <ac:spMkLst>
            <pc:docMk/>
            <pc:sldMk cId="1918905895" sldId="411"/>
            <ac:spMk id="18" creationId="{067C2BA1-2DF3-302A-20AF-B1DAFA225BFE}"/>
          </ac:spMkLst>
        </pc:spChg>
        <pc:spChg chg="add mod">
          <ac:chgData name="Megan Lewis" userId="22d826ee-5076-40cf-b81c-0948657922bd" providerId="ADAL" clId="{C2329749-AA48-4C11-A656-8561BA15EFE3}" dt="2025-10-01T07:14:37.316" v="440" actId="164"/>
          <ac:spMkLst>
            <pc:docMk/>
            <pc:sldMk cId="1918905895" sldId="411"/>
            <ac:spMk id="26" creationId="{2165AA40-BE1D-80F9-16CB-41B673DD449D}"/>
          </ac:spMkLst>
        </pc:spChg>
        <pc:spChg chg="add mod">
          <ac:chgData name="Megan Lewis" userId="22d826ee-5076-40cf-b81c-0948657922bd" providerId="ADAL" clId="{C2329749-AA48-4C11-A656-8561BA15EFE3}" dt="2025-10-01T07:14:37.316" v="440" actId="164"/>
          <ac:spMkLst>
            <pc:docMk/>
            <pc:sldMk cId="1918905895" sldId="411"/>
            <ac:spMk id="27" creationId="{BC7A8D61-877E-4B4E-92F0-E72DE1A597DB}"/>
          </ac:spMkLst>
        </pc:spChg>
        <pc:spChg chg="add mod">
          <ac:chgData name="Megan Lewis" userId="22d826ee-5076-40cf-b81c-0948657922bd" providerId="ADAL" clId="{C2329749-AA48-4C11-A656-8561BA15EFE3}" dt="2025-10-01T07:14:37.316" v="440" actId="164"/>
          <ac:spMkLst>
            <pc:docMk/>
            <pc:sldMk cId="1918905895" sldId="411"/>
            <ac:spMk id="28" creationId="{4B328B98-F530-328C-97CF-6E41BCD144CC}"/>
          </ac:spMkLst>
        </pc:spChg>
        <pc:grpChg chg="add mod">
          <ac:chgData name="Megan Lewis" userId="22d826ee-5076-40cf-b81c-0948657922bd" providerId="ADAL" clId="{C2329749-AA48-4C11-A656-8561BA15EFE3}" dt="2025-10-01T07:14:37.316" v="440" actId="164"/>
          <ac:grpSpMkLst>
            <pc:docMk/>
            <pc:sldMk cId="1918905895" sldId="411"/>
            <ac:grpSpMk id="8" creationId="{F2CEE9AC-86E1-4022-4EE0-D49C3C375C86}"/>
          </ac:grpSpMkLst>
        </pc:grpChg>
        <pc:grpChg chg="add mod">
          <ac:chgData name="Megan Lewis" userId="22d826ee-5076-40cf-b81c-0948657922bd" providerId="ADAL" clId="{C2329749-AA48-4C11-A656-8561BA15EFE3}" dt="2025-10-01T07:14:37.316" v="440" actId="164"/>
          <ac:grpSpMkLst>
            <pc:docMk/>
            <pc:sldMk cId="1918905895" sldId="411"/>
            <ac:grpSpMk id="29" creationId="{77639E24-8A26-EECB-3F6C-642D2ABBE0BC}"/>
          </ac:grpSpMkLst>
        </pc:grpChg>
        <pc:cxnChg chg="add mod">
          <ac:chgData name="Megan Lewis" userId="22d826ee-5076-40cf-b81c-0948657922bd" providerId="ADAL" clId="{C2329749-AA48-4C11-A656-8561BA15EFE3}" dt="2025-10-01T07:09:30.479" v="343" actId="14100"/>
          <ac:cxnSpMkLst>
            <pc:docMk/>
            <pc:sldMk cId="1918905895" sldId="411"/>
            <ac:cxnSpMk id="5" creationId="{453E33C3-F601-0754-500A-5A8227A40FE5}"/>
          </ac:cxnSpMkLst>
        </pc:cxnChg>
        <pc:cxnChg chg="add mod">
          <ac:chgData name="Megan Lewis" userId="22d826ee-5076-40cf-b81c-0948657922bd" providerId="ADAL" clId="{C2329749-AA48-4C11-A656-8561BA15EFE3}" dt="2025-10-01T07:09:23.618" v="341" actId="164"/>
          <ac:cxnSpMkLst>
            <pc:docMk/>
            <pc:sldMk cId="1918905895" sldId="411"/>
            <ac:cxnSpMk id="6" creationId="{70429C25-57E5-CD60-F8B3-9BA79810BB65}"/>
          </ac:cxnSpMkLst>
        </pc:cxnChg>
        <pc:cxnChg chg="add mod">
          <ac:chgData name="Megan Lewis" userId="22d826ee-5076-40cf-b81c-0948657922bd" providerId="ADAL" clId="{C2329749-AA48-4C11-A656-8561BA15EFE3}" dt="2025-10-01T07:14:37.316" v="440" actId="164"/>
          <ac:cxnSpMkLst>
            <pc:docMk/>
            <pc:sldMk cId="1918905895" sldId="411"/>
            <ac:cxnSpMk id="13" creationId="{A071E66E-8967-F9DF-8BC5-96E627A88935}"/>
          </ac:cxnSpMkLst>
        </pc:cxnChg>
        <pc:cxnChg chg="add mod">
          <ac:chgData name="Megan Lewis" userId="22d826ee-5076-40cf-b81c-0948657922bd" providerId="ADAL" clId="{C2329749-AA48-4C11-A656-8561BA15EFE3}" dt="2025-10-01T07:14:37.316" v="440" actId="164"/>
          <ac:cxnSpMkLst>
            <pc:docMk/>
            <pc:sldMk cId="1918905895" sldId="411"/>
            <ac:cxnSpMk id="14" creationId="{318D3E27-5262-C324-CE02-175D3D214AA7}"/>
          </ac:cxnSpMkLst>
        </pc:cxnChg>
        <pc:cxnChg chg="add mod">
          <ac:chgData name="Megan Lewis" userId="22d826ee-5076-40cf-b81c-0948657922bd" providerId="ADAL" clId="{C2329749-AA48-4C11-A656-8561BA15EFE3}" dt="2025-10-01T07:13:30.831" v="421" actId="208"/>
          <ac:cxnSpMkLst>
            <pc:docMk/>
            <pc:sldMk cId="1918905895" sldId="411"/>
            <ac:cxnSpMk id="19" creationId="{4F77CCBC-077F-D18C-545E-5F0A0D611E5A}"/>
          </ac:cxnSpMkLst>
        </pc:cxnChg>
      </pc:sldChg>
      <pc:sldChg chg="addSp delSp modSp add mod modNotesTx">
        <pc:chgData name="Megan Lewis" userId="22d826ee-5076-40cf-b81c-0948657922bd" providerId="ADAL" clId="{C2329749-AA48-4C11-A656-8561BA15EFE3}" dt="2025-10-01T07:34:02.163" v="923"/>
        <pc:sldMkLst>
          <pc:docMk/>
          <pc:sldMk cId="2065491450" sldId="412"/>
        </pc:sldMkLst>
        <pc:spChg chg="mod">
          <ac:chgData name="Megan Lewis" userId="22d826ee-5076-40cf-b81c-0948657922bd" providerId="ADAL" clId="{C2329749-AA48-4C11-A656-8561BA15EFE3}" dt="2025-10-01T07:17:07.963" v="556" actId="20577"/>
          <ac:spMkLst>
            <pc:docMk/>
            <pc:sldMk cId="2065491450" sldId="412"/>
            <ac:spMk id="2" creationId="{9B3306A0-54FB-3F84-C8EC-F23AF3E40E49}"/>
          </ac:spMkLst>
        </pc:spChg>
        <pc:spChg chg="del">
          <ac:chgData name="Megan Lewis" userId="22d826ee-5076-40cf-b81c-0948657922bd" providerId="ADAL" clId="{C2329749-AA48-4C11-A656-8561BA15EFE3}" dt="2025-10-01T07:14:49.228" v="443" actId="478"/>
          <ac:spMkLst>
            <pc:docMk/>
            <pc:sldMk cId="2065491450" sldId="412"/>
            <ac:spMk id="18" creationId="{1E4F777A-D242-0AAF-E684-618395E33351}"/>
          </ac:spMkLst>
        </pc:spChg>
        <pc:spChg chg="del">
          <ac:chgData name="Megan Lewis" userId="22d826ee-5076-40cf-b81c-0948657922bd" providerId="ADAL" clId="{C2329749-AA48-4C11-A656-8561BA15EFE3}" dt="2025-10-01T07:15:06.330" v="449" actId="478"/>
          <ac:spMkLst>
            <pc:docMk/>
            <pc:sldMk cId="2065491450" sldId="412"/>
            <ac:spMk id="27" creationId="{71FABBCD-2B95-3A04-DFD4-2A4B88DA5B81}"/>
          </ac:spMkLst>
        </pc:spChg>
        <pc:spChg chg="del">
          <ac:chgData name="Megan Lewis" userId="22d826ee-5076-40cf-b81c-0948657922bd" providerId="ADAL" clId="{C2329749-AA48-4C11-A656-8561BA15EFE3}" dt="2025-10-01T07:14:54.086" v="445" actId="478"/>
          <ac:spMkLst>
            <pc:docMk/>
            <pc:sldMk cId="2065491450" sldId="412"/>
            <ac:spMk id="28" creationId="{6EEFDDE0-E093-C1CD-65A6-17DCFF0A1355}"/>
          </ac:spMkLst>
        </pc:spChg>
        <pc:grpChg chg="add mod">
          <ac:chgData name="Megan Lewis" userId="22d826ee-5076-40cf-b81c-0948657922bd" providerId="ADAL" clId="{C2329749-AA48-4C11-A656-8561BA15EFE3}" dt="2025-10-01T07:16:01.180" v="506"/>
          <ac:grpSpMkLst>
            <pc:docMk/>
            <pc:sldMk cId="2065491450" sldId="412"/>
            <ac:grpSpMk id="3" creationId="{F49F2718-E8F2-331F-FB07-10C942D5DDDA}"/>
          </ac:grpSpMkLst>
        </pc:grpChg>
        <pc:picChg chg="mod">
          <ac:chgData name="Megan Lewis" userId="22d826ee-5076-40cf-b81c-0948657922bd" providerId="ADAL" clId="{C2329749-AA48-4C11-A656-8561BA15EFE3}" dt="2025-10-01T07:16:01.180" v="506"/>
          <ac:picMkLst>
            <pc:docMk/>
            <pc:sldMk cId="2065491450" sldId="412"/>
            <ac:picMk id="4" creationId="{8EDA2EC7-75B0-AF0B-A91E-63C8514FA86A}"/>
          </ac:picMkLst>
        </pc:picChg>
        <pc:picChg chg="mod">
          <ac:chgData name="Megan Lewis" userId="22d826ee-5076-40cf-b81c-0948657922bd" providerId="ADAL" clId="{C2329749-AA48-4C11-A656-8561BA15EFE3}" dt="2025-10-01T07:16:01.180" v="506"/>
          <ac:picMkLst>
            <pc:docMk/>
            <pc:sldMk cId="2065491450" sldId="412"/>
            <ac:picMk id="7" creationId="{F3B6103B-CE34-C02A-2326-6800AA0071E7}"/>
          </ac:picMkLst>
        </pc:picChg>
        <pc:picChg chg="add mod">
          <ac:chgData name="Megan Lewis" userId="22d826ee-5076-40cf-b81c-0948657922bd" providerId="ADAL" clId="{C2329749-AA48-4C11-A656-8561BA15EFE3}" dt="2025-10-01T07:16:01.180" v="506"/>
          <ac:picMkLst>
            <pc:docMk/>
            <pc:sldMk cId="2065491450" sldId="412"/>
            <ac:picMk id="9" creationId="{1724E10A-609D-B78B-5DB8-46FE53D7DECD}"/>
          </ac:picMkLst>
        </pc:picChg>
        <pc:picChg chg="add mod">
          <ac:chgData name="Megan Lewis" userId="22d826ee-5076-40cf-b81c-0948657922bd" providerId="ADAL" clId="{C2329749-AA48-4C11-A656-8561BA15EFE3}" dt="2025-10-01T07:34:02.163" v="923"/>
          <ac:picMkLst>
            <pc:docMk/>
            <pc:sldMk cId="2065491450" sldId="412"/>
            <ac:picMk id="12" creationId="{41E01508-CD1F-E0C6-7340-A89957BCED85}"/>
          </ac:picMkLst>
        </pc:picChg>
        <pc:picChg chg="add mod">
          <ac:chgData name="Megan Lewis" userId="22d826ee-5076-40cf-b81c-0948657922bd" providerId="ADAL" clId="{C2329749-AA48-4C11-A656-8561BA15EFE3}" dt="2025-10-01T07:34:02.163" v="923"/>
          <ac:picMkLst>
            <pc:docMk/>
            <pc:sldMk cId="2065491450" sldId="412"/>
            <ac:picMk id="15" creationId="{1011149A-1BBA-8237-04B5-CCC704CA553F}"/>
          </ac:picMkLst>
        </pc:picChg>
        <pc:cxnChg chg="del">
          <ac:chgData name="Megan Lewis" userId="22d826ee-5076-40cf-b81c-0948657922bd" providerId="ADAL" clId="{C2329749-AA48-4C11-A656-8561BA15EFE3}" dt="2025-10-01T07:15:02.940" v="448" actId="478"/>
          <ac:cxnSpMkLst>
            <pc:docMk/>
            <pc:sldMk cId="2065491450" sldId="412"/>
            <ac:cxnSpMk id="14" creationId="{AD5FD86F-8D89-824E-1CBA-EE5EA621C627}"/>
          </ac:cxnSpMkLst>
        </pc:cxnChg>
        <pc:cxnChg chg="del mod">
          <ac:chgData name="Megan Lewis" userId="22d826ee-5076-40cf-b81c-0948657922bd" providerId="ADAL" clId="{C2329749-AA48-4C11-A656-8561BA15EFE3}" dt="2025-10-01T07:14:51.200" v="444" actId="478"/>
          <ac:cxnSpMkLst>
            <pc:docMk/>
            <pc:sldMk cId="2065491450" sldId="412"/>
            <ac:cxnSpMk id="19" creationId="{0BE60A72-F361-7761-1A8D-EA5543F78512}"/>
          </ac:cxnSpMkLst>
        </pc:cxnChg>
      </pc:sldChg>
      <pc:sldChg chg="addSp delSp modSp add mod modNotesTx">
        <pc:chgData name="Megan Lewis" userId="22d826ee-5076-40cf-b81c-0948657922bd" providerId="ADAL" clId="{C2329749-AA48-4C11-A656-8561BA15EFE3}" dt="2025-10-01T07:34:04.601" v="925"/>
        <pc:sldMkLst>
          <pc:docMk/>
          <pc:sldMk cId="3199532172" sldId="413"/>
        </pc:sldMkLst>
        <pc:spChg chg="add del">
          <ac:chgData name="Megan Lewis" userId="22d826ee-5076-40cf-b81c-0948657922bd" providerId="ADAL" clId="{C2329749-AA48-4C11-A656-8561BA15EFE3}" dt="2025-10-01T07:17:00.778" v="547" actId="478"/>
          <ac:spMkLst>
            <pc:docMk/>
            <pc:sldMk cId="3199532172" sldId="413"/>
            <ac:spMk id="2" creationId="{26D16861-EA04-E1EC-64D4-60CF20FDA11C}"/>
          </ac:spMkLst>
        </pc:spChg>
        <pc:spChg chg="add del mod">
          <ac:chgData name="Megan Lewis" userId="22d826ee-5076-40cf-b81c-0948657922bd" providerId="ADAL" clId="{C2329749-AA48-4C11-A656-8561BA15EFE3}" dt="2025-10-01T07:17:00.778" v="547" actId="478"/>
          <ac:spMkLst>
            <pc:docMk/>
            <pc:sldMk cId="3199532172" sldId="413"/>
            <ac:spMk id="15" creationId="{5E2AFBCF-EA08-8E7B-B8FF-D272261EBE72}"/>
          </ac:spMkLst>
        </pc:spChg>
        <pc:spChg chg="add mod">
          <ac:chgData name="Megan Lewis" userId="22d826ee-5076-40cf-b81c-0948657922bd" providerId="ADAL" clId="{C2329749-AA48-4C11-A656-8561BA15EFE3}" dt="2025-10-01T07:16:52.417" v="545"/>
          <ac:spMkLst>
            <pc:docMk/>
            <pc:sldMk cId="3199532172" sldId="413"/>
            <ac:spMk id="16" creationId="{127102D1-CC07-8288-5D84-113400AD2FD7}"/>
          </ac:spMkLst>
        </pc:spChg>
        <pc:grpChg chg="add mod">
          <ac:chgData name="Megan Lewis" userId="22d826ee-5076-40cf-b81c-0948657922bd" providerId="ADAL" clId="{C2329749-AA48-4C11-A656-8561BA15EFE3}" dt="2025-10-01T07:16:03.793" v="508"/>
          <ac:grpSpMkLst>
            <pc:docMk/>
            <pc:sldMk cId="3199532172" sldId="413"/>
            <ac:grpSpMk id="3" creationId="{5CBA3045-5B3A-F44D-D4D2-F394DF2163C3}"/>
          </ac:grpSpMkLst>
        </pc:grpChg>
        <pc:grpChg chg="add mod">
          <ac:chgData name="Megan Lewis" userId="22d826ee-5076-40cf-b81c-0948657922bd" providerId="ADAL" clId="{C2329749-AA48-4C11-A656-8561BA15EFE3}" dt="2025-10-01T07:20:01.162" v="670"/>
          <ac:grpSpMkLst>
            <pc:docMk/>
            <pc:sldMk cId="3199532172" sldId="413"/>
            <ac:grpSpMk id="17" creationId="{2D9D25E7-786C-7490-2325-12D41AEEDF76}"/>
          </ac:grpSpMkLst>
        </pc:grpChg>
        <pc:picChg chg="mod">
          <ac:chgData name="Megan Lewis" userId="22d826ee-5076-40cf-b81c-0948657922bd" providerId="ADAL" clId="{C2329749-AA48-4C11-A656-8561BA15EFE3}" dt="2025-10-01T07:16:03.793" v="508"/>
          <ac:picMkLst>
            <pc:docMk/>
            <pc:sldMk cId="3199532172" sldId="413"/>
            <ac:picMk id="4" creationId="{458ADEBD-BDEF-EE24-00FB-1E4DEA61E6B1}"/>
          </ac:picMkLst>
        </pc:picChg>
        <pc:picChg chg="mod">
          <ac:chgData name="Megan Lewis" userId="22d826ee-5076-40cf-b81c-0948657922bd" providerId="ADAL" clId="{C2329749-AA48-4C11-A656-8561BA15EFE3}" dt="2025-10-01T07:16:03.793" v="508"/>
          <ac:picMkLst>
            <pc:docMk/>
            <pc:sldMk cId="3199532172" sldId="413"/>
            <ac:picMk id="7" creationId="{481DA1BD-7C6F-77C9-E14D-5900D7119AD5}"/>
          </ac:picMkLst>
        </pc:picChg>
        <pc:picChg chg="add mod">
          <ac:chgData name="Megan Lewis" userId="22d826ee-5076-40cf-b81c-0948657922bd" providerId="ADAL" clId="{C2329749-AA48-4C11-A656-8561BA15EFE3}" dt="2025-10-01T07:16:03.793" v="508"/>
          <ac:picMkLst>
            <pc:docMk/>
            <pc:sldMk cId="3199532172" sldId="413"/>
            <ac:picMk id="9" creationId="{5D95E060-A418-1826-EA05-72239D7849AF}"/>
          </ac:picMkLst>
        </pc:picChg>
        <pc:picChg chg="mod">
          <ac:chgData name="Megan Lewis" userId="22d826ee-5076-40cf-b81c-0948657922bd" providerId="ADAL" clId="{C2329749-AA48-4C11-A656-8561BA15EFE3}" dt="2025-10-01T07:20:01.162" v="670"/>
          <ac:picMkLst>
            <pc:docMk/>
            <pc:sldMk cId="3199532172" sldId="413"/>
            <ac:picMk id="20" creationId="{591E41FD-CEC2-1349-6A47-B87AC04F3C98}"/>
          </ac:picMkLst>
        </pc:picChg>
        <pc:picChg chg="mod">
          <ac:chgData name="Megan Lewis" userId="22d826ee-5076-40cf-b81c-0948657922bd" providerId="ADAL" clId="{C2329749-AA48-4C11-A656-8561BA15EFE3}" dt="2025-10-01T07:20:01.162" v="670"/>
          <ac:picMkLst>
            <pc:docMk/>
            <pc:sldMk cId="3199532172" sldId="413"/>
            <ac:picMk id="21" creationId="{4DB800E5-09E8-34AD-B54A-567A7044F4AD}"/>
          </ac:picMkLst>
        </pc:picChg>
        <pc:picChg chg="add mod">
          <ac:chgData name="Megan Lewis" userId="22d826ee-5076-40cf-b81c-0948657922bd" providerId="ADAL" clId="{C2329749-AA48-4C11-A656-8561BA15EFE3}" dt="2025-10-01T07:20:01.162" v="670"/>
          <ac:picMkLst>
            <pc:docMk/>
            <pc:sldMk cId="3199532172" sldId="413"/>
            <ac:picMk id="22" creationId="{41BEE8BF-E4FD-BE98-E4FB-35AA28E4B770}"/>
          </ac:picMkLst>
        </pc:picChg>
        <pc:picChg chg="add mod">
          <ac:chgData name="Megan Lewis" userId="22d826ee-5076-40cf-b81c-0948657922bd" providerId="ADAL" clId="{C2329749-AA48-4C11-A656-8561BA15EFE3}" dt="2025-10-01T07:34:04.601" v="925"/>
          <ac:picMkLst>
            <pc:docMk/>
            <pc:sldMk cId="3199532172" sldId="413"/>
            <ac:picMk id="23" creationId="{374A916F-5CA3-E914-03F8-F12E2B2A746E}"/>
          </ac:picMkLst>
        </pc:picChg>
        <pc:picChg chg="add mod">
          <ac:chgData name="Megan Lewis" userId="22d826ee-5076-40cf-b81c-0948657922bd" providerId="ADAL" clId="{C2329749-AA48-4C11-A656-8561BA15EFE3}" dt="2025-10-01T07:34:04.601" v="925"/>
          <ac:picMkLst>
            <pc:docMk/>
            <pc:sldMk cId="3199532172" sldId="413"/>
            <ac:picMk id="24" creationId="{C8C225DB-E5E3-57E9-1CA6-435C85397EEF}"/>
          </ac:picMkLst>
        </pc:picChg>
      </pc:sldChg>
      <pc:sldChg chg="addSp delSp modSp add mod modNotesTx">
        <pc:chgData name="Megan Lewis" userId="22d826ee-5076-40cf-b81c-0948657922bd" providerId="ADAL" clId="{C2329749-AA48-4C11-A656-8561BA15EFE3}" dt="2025-10-01T07:34:03.184" v="924"/>
        <pc:sldMkLst>
          <pc:docMk/>
          <pc:sldMk cId="2834619587" sldId="414"/>
        </pc:sldMkLst>
        <pc:spChg chg="add del">
          <ac:chgData name="Megan Lewis" userId="22d826ee-5076-40cf-b81c-0948657922bd" providerId="ADAL" clId="{C2329749-AA48-4C11-A656-8561BA15EFE3}" dt="2025-10-01T07:17:02.221" v="550" actId="478"/>
          <ac:spMkLst>
            <pc:docMk/>
            <pc:sldMk cId="2834619587" sldId="414"/>
            <ac:spMk id="2" creationId="{A046E213-37B9-7904-3EA9-3EBFD9C0346E}"/>
          </ac:spMkLst>
        </pc:spChg>
        <pc:spChg chg="add del mod">
          <ac:chgData name="Megan Lewis" userId="22d826ee-5076-40cf-b81c-0948657922bd" providerId="ADAL" clId="{C2329749-AA48-4C11-A656-8561BA15EFE3}" dt="2025-10-01T07:17:02.221" v="550" actId="478"/>
          <ac:spMkLst>
            <pc:docMk/>
            <pc:sldMk cId="2834619587" sldId="414"/>
            <ac:spMk id="15" creationId="{76F36945-4AB4-B45F-61F9-3006547A0B7D}"/>
          </ac:spMkLst>
        </pc:spChg>
        <pc:spChg chg="add mod">
          <ac:chgData name="Megan Lewis" userId="22d826ee-5076-40cf-b81c-0948657922bd" providerId="ADAL" clId="{C2329749-AA48-4C11-A656-8561BA15EFE3}" dt="2025-10-01T07:17:01.628" v="549"/>
          <ac:spMkLst>
            <pc:docMk/>
            <pc:sldMk cId="2834619587" sldId="414"/>
            <ac:spMk id="16" creationId="{C4C159FC-AA16-0B19-03EE-B719F0E1DFAF}"/>
          </ac:spMkLst>
        </pc:spChg>
        <pc:grpChg chg="add mod">
          <ac:chgData name="Megan Lewis" userId="22d826ee-5076-40cf-b81c-0948657922bd" providerId="ADAL" clId="{C2329749-AA48-4C11-A656-8561BA15EFE3}" dt="2025-10-01T07:16:02.582" v="507"/>
          <ac:grpSpMkLst>
            <pc:docMk/>
            <pc:sldMk cId="2834619587" sldId="414"/>
            <ac:grpSpMk id="3" creationId="{216A1CBD-C003-54F2-BC66-DE243E80DDAA}"/>
          </ac:grpSpMkLst>
        </pc:grpChg>
        <pc:picChg chg="mod">
          <ac:chgData name="Megan Lewis" userId="22d826ee-5076-40cf-b81c-0948657922bd" providerId="ADAL" clId="{C2329749-AA48-4C11-A656-8561BA15EFE3}" dt="2025-10-01T07:16:02.582" v="507"/>
          <ac:picMkLst>
            <pc:docMk/>
            <pc:sldMk cId="2834619587" sldId="414"/>
            <ac:picMk id="4" creationId="{BD1DF25D-41A8-2F42-836D-76A6F238C67A}"/>
          </ac:picMkLst>
        </pc:picChg>
        <pc:picChg chg="mod">
          <ac:chgData name="Megan Lewis" userId="22d826ee-5076-40cf-b81c-0948657922bd" providerId="ADAL" clId="{C2329749-AA48-4C11-A656-8561BA15EFE3}" dt="2025-10-01T07:16:02.582" v="507"/>
          <ac:picMkLst>
            <pc:docMk/>
            <pc:sldMk cId="2834619587" sldId="414"/>
            <ac:picMk id="7" creationId="{688472E7-0049-0EA4-8A57-87C1EEBB63AB}"/>
          </ac:picMkLst>
        </pc:picChg>
        <pc:picChg chg="add mod">
          <ac:chgData name="Megan Lewis" userId="22d826ee-5076-40cf-b81c-0948657922bd" providerId="ADAL" clId="{C2329749-AA48-4C11-A656-8561BA15EFE3}" dt="2025-10-01T07:16:02.582" v="507"/>
          <ac:picMkLst>
            <pc:docMk/>
            <pc:sldMk cId="2834619587" sldId="414"/>
            <ac:picMk id="9" creationId="{95EE0139-5B18-1A12-81CF-915270A7CD04}"/>
          </ac:picMkLst>
        </pc:picChg>
        <pc:picChg chg="add mod">
          <ac:chgData name="Megan Lewis" userId="22d826ee-5076-40cf-b81c-0948657922bd" providerId="ADAL" clId="{C2329749-AA48-4C11-A656-8561BA15EFE3}" dt="2025-10-01T07:34:03.184" v="924"/>
          <ac:picMkLst>
            <pc:docMk/>
            <pc:sldMk cId="2834619587" sldId="414"/>
            <ac:picMk id="17" creationId="{CD3604E8-DF74-668F-DA3A-50180BD6ED3B}"/>
          </ac:picMkLst>
        </pc:picChg>
        <pc:picChg chg="add mod">
          <ac:chgData name="Megan Lewis" userId="22d826ee-5076-40cf-b81c-0948657922bd" providerId="ADAL" clId="{C2329749-AA48-4C11-A656-8561BA15EFE3}" dt="2025-10-01T07:34:03.184" v="924"/>
          <ac:picMkLst>
            <pc:docMk/>
            <pc:sldMk cId="2834619587" sldId="414"/>
            <ac:picMk id="18" creationId="{634792B8-FA59-80FE-D9FB-ED2DC1D80A22}"/>
          </ac:picMkLst>
        </pc:picChg>
      </pc:sldChg>
      <pc:sldChg chg="addSp delSp modSp add mod ord">
        <pc:chgData name="Megan Lewis" userId="22d826ee-5076-40cf-b81c-0948657922bd" providerId="ADAL" clId="{C2329749-AA48-4C11-A656-8561BA15EFE3}" dt="2025-10-01T07:33:59.175" v="922"/>
        <pc:sldMkLst>
          <pc:docMk/>
          <pc:sldMk cId="2641220575" sldId="415"/>
        </pc:sldMkLst>
        <pc:spChg chg="del">
          <ac:chgData name="Megan Lewis" userId="22d826ee-5076-40cf-b81c-0948657922bd" providerId="ADAL" clId="{C2329749-AA48-4C11-A656-8561BA15EFE3}" dt="2025-10-01T07:15:15.416" v="452" actId="478"/>
          <ac:spMkLst>
            <pc:docMk/>
            <pc:sldMk cId="2641220575" sldId="415"/>
            <ac:spMk id="26" creationId="{1CFF835E-A525-1E40-AE36-AEDD49CD27DD}"/>
          </ac:spMkLst>
        </pc:spChg>
        <pc:grpChg chg="add mod">
          <ac:chgData name="Megan Lewis" userId="22d826ee-5076-40cf-b81c-0948657922bd" providerId="ADAL" clId="{C2329749-AA48-4C11-A656-8561BA15EFE3}" dt="2025-10-01T07:15:50.336" v="505" actId="1036"/>
          <ac:grpSpMkLst>
            <pc:docMk/>
            <pc:sldMk cId="2641220575" sldId="415"/>
            <ac:grpSpMk id="3" creationId="{11054BB8-B919-D1D1-8743-AE1643674705}"/>
          </ac:grpSpMkLst>
        </pc:grpChg>
        <pc:picChg chg="mod">
          <ac:chgData name="Megan Lewis" userId="22d826ee-5076-40cf-b81c-0948657922bd" providerId="ADAL" clId="{C2329749-AA48-4C11-A656-8561BA15EFE3}" dt="2025-10-01T07:15:29.610" v="455"/>
          <ac:picMkLst>
            <pc:docMk/>
            <pc:sldMk cId="2641220575" sldId="415"/>
            <ac:picMk id="4" creationId="{EAE6ACD0-0E8D-5152-0DEC-119A0B28DFE6}"/>
          </ac:picMkLst>
        </pc:picChg>
        <pc:picChg chg="mod">
          <ac:chgData name="Megan Lewis" userId="22d826ee-5076-40cf-b81c-0948657922bd" providerId="ADAL" clId="{C2329749-AA48-4C11-A656-8561BA15EFE3}" dt="2025-10-01T07:15:29.610" v="455"/>
          <ac:picMkLst>
            <pc:docMk/>
            <pc:sldMk cId="2641220575" sldId="415"/>
            <ac:picMk id="7" creationId="{84DACC6E-7959-AD25-0BFE-7DAE9C2C42D4}"/>
          </ac:picMkLst>
        </pc:picChg>
        <pc:picChg chg="add mod">
          <ac:chgData name="Megan Lewis" userId="22d826ee-5076-40cf-b81c-0948657922bd" providerId="ADAL" clId="{C2329749-AA48-4C11-A656-8561BA15EFE3}" dt="2025-10-01T07:15:50.336" v="505" actId="1036"/>
          <ac:picMkLst>
            <pc:docMk/>
            <pc:sldMk cId="2641220575" sldId="415"/>
            <ac:picMk id="9" creationId="{6C88023A-2B23-803C-E3A1-0B5EB9061F7F}"/>
          </ac:picMkLst>
        </pc:picChg>
        <pc:picChg chg="add mod">
          <ac:chgData name="Megan Lewis" userId="22d826ee-5076-40cf-b81c-0948657922bd" providerId="ADAL" clId="{C2329749-AA48-4C11-A656-8561BA15EFE3}" dt="2025-10-01T07:33:59.175" v="922"/>
          <ac:picMkLst>
            <pc:docMk/>
            <pc:sldMk cId="2641220575" sldId="415"/>
            <ac:picMk id="12" creationId="{761BBF1F-9893-7DD8-246A-1C9C3DE2F927}"/>
          </ac:picMkLst>
        </pc:picChg>
        <pc:picChg chg="add mod">
          <ac:chgData name="Megan Lewis" userId="22d826ee-5076-40cf-b81c-0948657922bd" providerId="ADAL" clId="{C2329749-AA48-4C11-A656-8561BA15EFE3}" dt="2025-10-01T07:33:59.175" v="922"/>
          <ac:picMkLst>
            <pc:docMk/>
            <pc:sldMk cId="2641220575" sldId="415"/>
            <ac:picMk id="14" creationId="{E6567A8F-2E81-E16C-DE6C-65F349C8C690}"/>
          </ac:picMkLst>
        </pc:picChg>
        <pc:cxnChg chg="del">
          <ac:chgData name="Megan Lewis" userId="22d826ee-5076-40cf-b81c-0948657922bd" providerId="ADAL" clId="{C2329749-AA48-4C11-A656-8561BA15EFE3}" dt="2025-10-01T07:15:12.888" v="451" actId="478"/>
          <ac:cxnSpMkLst>
            <pc:docMk/>
            <pc:sldMk cId="2641220575" sldId="415"/>
            <ac:cxnSpMk id="13" creationId="{C3797C30-D018-4C11-24E6-FCCF1F4A3A11}"/>
          </ac:cxnSpMkLst>
        </pc:cxnChg>
      </pc:sldChg>
      <pc:sldChg chg="addSp delSp modSp add mod modNotesTx">
        <pc:chgData name="Megan Lewis" userId="22d826ee-5076-40cf-b81c-0948657922bd" providerId="ADAL" clId="{C2329749-AA48-4C11-A656-8561BA15EFE3}" dt="2025-10-01T07:33:56.352" v="920"/>
        <pc:sldMkLst>
          <pc:docMk/>
          <pc:sldMk cId="2925317052" sldId="416"/>
        </pc:sldMkLst>
        <pc:spChg chg="add mod">
          <ac:chgData name="Megan Lewis" userId="22d826ee-5076-40cf-b81c-0948657922bd" providerId="ADAL" clId="{C2329749-AA48-4C11-A656-8561BA15EFE3}" dt="2025-10-01T07:19:28.041" v="669" actId="5793"/>
          <ac:spMkLst>
            <pc:docMk/>
            <pc:sldMk cId="2925317052" sldId="416"/>
            <ac:spMk id="4" creationId="{D2937705-0835-C40E-52D5-0C892A67D3CE}"/>
          </ac:spMkLst>
        </pc:spChg>
        <pc:spChg chg="del">
          <ac:chgData name="Megan Lewis" userId="22d826ee-5076-40cf-b81c-0948657922bd" providerId="ADAL" clId="{C2329749-AA48-4C11-A656-8561BA15EFE3}" dt="2025-10-01T07:18:05.001" v="562" actId="478"/>
          <ac:spMkLst>
            <pc:docMk/>
            <pc:sldMk cId="2925317052" sldId="416"/>
            <ac:spMk id="6" creationId="{90D76EEC-D52F-0E6D-0422-BA372EA8D4FD}"/>
          </ac:spMkLst>
        </pc:spChg>
        <pc:grpChg chg="del">
          <ac:chgData name="Megan Lewis" userId="22d826ee-5076-40cf-b81c-0948657922bd" providerId="ADAL" clId="{C2329749-AA48-4C11-A656-8561BA15EFE3}" dt="2025-10-01T07:18:07.898" v="563" actId="478"/>
          <ac:grpSpMkLst>
            <pc:docMk/>
            <pc:sldMk cId="2925317052" sldId="416"/>
            <ac:grpSpMk id="7" creationId="{F0580E6F-7FC5-C556-992F-FF488A5EC348}"/>
          </ac:grpSpMkLst>
        </pc:grpChg>
        <pc:grpChg chg="mod">
          <ac:chgData name="Megan Lewis" userId="22d826ee-5076-40cf-b81c-0948657922bd" providerId="ADAL" clId="{C2329749-AA48-4C11-A656-8561BA15EFE3}" dt="2025-10-01T07:18:42.723" v="649" actId="1076"/>
          <ac:grpSpMkLst>
            <pc:docMk/>
            <pc:sldMk cId="2925317052" sldId="416"/>
            <ac:grpSpMk id="18" creationId="{AB8515E4-A0A8-C8F7-DEF7-F6DD8775E09E}"/>
          </ac:grpSpMkLst>
        </pc:grpChg>
        <pc:picChg chg="del">
          <ac:chgData name="Megan Lewis" userId="22d826ee-5076-40cf-b81c-0948657922bd" providerId="ADAL" clId="{C2329749-AA48-4C11-A656-8561BA15EFE3}" dt="2025-10-01T07:18:01.381" v="561" actId="478"/>
          <ac:picMkLst>
            <pc:docMk/>
            <pc:sldMk cId="2925317052" sldId="416"/>
            <ac:picMk id="5" creationId="{8D94A916-4B03-CB41-5537-8904F8B478B1}"/>
          </ac:picMkLst>
        </pc:picChg>
        <pc:picChg chg="add mod">
          <ac:chgData name="Megan Lewis" userId="22d826ee-5076-40cf-b81c-0948657922bd" providerId="ADAL" clId="{C2329749-AA48-4C11-A656-8561BA15EFE3}" dt="2025-10-01T07:33:56.352" v="920"/>
          <ac:picMkLst>
            <pc:docMk/>
            <pc:sldMk cId="2925317052" sldId="416"/>
            <ac:picMk id="14" creationId="{7EE93E86-D948-EA45-64CA-B8B98EED1DDC}"/>
          </ac:picMkLst>
        </pc:picChg>
        <pc:picChg chg="add mod">
          <ac:chgData name="Megan Lewis" userId="22d826ee-5076-40cf-b81c-0948657922bd" providerId="ADAL" clId="{C2329749-AA48-4C11-A656-8561BA15EFE3}" dt="2025-10-01T07:33:56.352" v="920"/>
          <ac:picMkLst>
            <pc:docMk/>
            <pc:sldMk cId="2925317052" sldId="416"/>
            <ac:picMk id="16" creationId="{1EAF8FE7-53D0-1102-AB58-9A2D87F71DB1}"/>
          </ac:picMkLst>
        </pc:picChg>
        <pc:picChg chg="mod">
          <ac:chgData name="Megan Lewis" userId="22d826ee-5076-40cf-b81c-0948657922bd" providerId="ADAL" clId="{C2329749-AA48-4C11-A656-8561BA15EFE3}" dt="2025-10-01T07:18:44.919" v="650" actId="1076"/>
          <ac:picMkLst>
            <pc:docMk/>
            <pc:sldMk cId="2925317052" sldId="416"/>
            <ac:picMk id="20" creationId="{5C9A6DA4-AE3F-ACC4-497D-1DE637316BE8}"/>
          </ac:picMkLst>
        </pc:picChg>
      </pc:sldChg>
      <pc:sldChg chg="addSp modSp add">
        <pc:chgData name="Megan Lewis" userId="22d826ee-5076-40cf-b81c-0948657922bd" providerId="ADAL" clId="{C2329749-AA48-4C11-A656-8561BA15EFE3}" dt="2025-10-01T07:33:57.888" v="921"/>
        <pc:sldMkLst>
          <pc:docMk/>
          <pc:sldMk cId="200724063" sldId="417"/>
        </pc:sldMkLst>
        <pc:picChg chg="add mod">
          <ac:chgData name="Megan Lewis" userId="22d826ee-5076-40cf-b81c-0948657922bd" providerId="ADAL" clId="{C2329749-AA48-4C11-A656-8561BA15EFE3}" dt="2025-10-01T07:33:57.888" v="921"/>
          <ac:picMkLst>
            <pc:docMk/>
            <pc:sldMk cId="200724063" sldId="417"/>
            <ac:picMk id="3" creationId="{652D18A5-8EDB-51A1-BA74-21452E1B7EA6}"/>
          </ac:picMkLst>
        </pc:picChg>
        <pc:picChg chg="add mod">
          <ac:chgData name="Megan Lewis" userId="22d826ee-5076-40cf-b81c-0948657922bd" providerId="ADAL" clId="{C2329749-AA48-4C11-A656-8561BA15EFE3}" dt="2025-10-01T07:33:57.888" v="921"/>
          <ac:picMkLst>
            <pc:docMk/>
            <pc:sldMk cId="200724063" sldId="417"/>
            <ac:picMk id="5" creationId="{7514BFEA-3BB4-91A2-5668-1E7A8B5AD31D}"/>
          </ac:picMkLst>
        </pc:picChg>
      </pc:sldChg>
      <pc:sldChg chg="addSp modSp add modNotesTx">
        <pc:chgData name="Megan Lewis" userId="22d826ee-5076-40cf-b81c-0948657922bd" providerId="ADAL" clId="{C2329749-AA48-4C11-A656-8561BA15EFE3}" dt="2025-10-01T07:34:16.571" v="933"/>
        <pc:sldMkLst>
          <pc:docMk/>
          <pc:sldMk cId="1900007678" sldId="418"/>
        </pc:sldMkLst>
        <pc:picChg chg="add mod">
          <ac:chgData name="Megan Lewis" userId="22d826ee-5076-40cf-b81c-0948657922bd" providerId="ADAL" clId="{C2329749-AA48-4C11-A656-8561BA15EFE3}" dt="2025-10-01T07:34:16.571" v="933"/>
          <ac:picMkLst>
            <pc:docMk/>
            <pc:sldMk cId="1900007678" sldId="418"/>
            <ac:picMk id="3" creationId="{CE907713-FE7B-262E-D97A-C9778D295E43}"/>
          </ac:picMkLst>
        </pc:picChg>
        <pc:picChg chg="add mod">
          <ac:chgData name="Megan Lewis" userId="22d826ee-5076-40cf-b81c-0948657922bd" providerId="ADAL" clId="{C2329749-AA48-4C11-A656-8561BA15EFE3}" dt="2025-10-01T07:34:16.571" v="933"/>
          <ac:picMkLst>
            <pc:docMk/>
            <pc:sldMk cId="1900007678" sldId="418"/>
            <ac:picMk id="4" creationId="{84570E30-E02B-9B26-83AF-F6AC0F55CD57}"/>
          </ac:picMkLst>
        </pc:picChg>
      </pc:sldChg>
      <pc:sldChg chg="addSp modSp add mod ord">
        <pc:chgData name="Megan Lewis" userId="22d826ee-5076-40cf-b81c-0948657922bd" providerId="ADAL" clId="{C2329749-AA48-4C11-A656-8561BA15EFE3}" dt="2025-10-01T07:34:10.793" v="929"/>
        <pc:sldMkLst>
          <pc:docMk/>
          <pc:sldMk cId="2408455521" sldId="419"/>
        </pc:sldMkLst>
        <pc:spChg chg="mod">
          <ac:chgData name="Megan Lewis" userId="22d826ee-5076-40cf-b81c-0948657922bd" providerId="ADAL" clId="{C2329749-AA48-4C11-A656-8561BA15EFE3}" dt="2025-10-01T07:21:09.357" v="687" actId="20577"/>
          <ac:spMkLst>
            <pc:docMk/>
            <pc:sldMk cId="2408455521" sldId="419"/>
            <ac:spMk id="5" creationId="{4DAD776F-21EC-CC45-E6EF-6B17D60280B6}"/>
          </ac:spMkLst>
        </pc:spChg>
        <pc:picChg chg="add mod">
          <ac:chgData name="Megan Lewis" userId="22d826ee-5076-40cf-b81c-0948657922bd" providerId="ADAL" clId="{C2329749-AA48-4C11-A656-8561BA15EFE3}" dt="2025-10-01T07:34:10.793" v="929"/>
          <ac:picMkLst>
            <pc:docMk/>
            <pc:sldMk cId="2408455521" sldId="419"/>
            <ac:picMk id="3" creationId="{9FEFB167-DA32-9AB8-8924-D27EC5B717AC}"/>
          </ac:picMkLst>
        </pc:picChg>
        <pc:picChg chg="add mod">
          <ac:chgData name="Megan Lewis" userId="22d826ee-5076-40cf-b81c-0948657922bd" providerId="ADAL" clId="{C2329749-AA48-4C11-A656-8561BA15EFE3}" dt="2025-10-01T07:34:10.793" v="929"/>
          <ac:picMkLst>
            <pc:docMk/>
            <pc:sldMk cId="2408455521" sldId="419"/>
            <ac:picMk id="4" creationId="{FD48E2E0-DC95-B39A-89A9-6DA525D79A51}"/>
          </ac:picMkLst>
        </pc:picChg>
      </pc:sldChg>
      <pc:sldChg chg="addSp modSp add">
        <pc:chgData name="Megan Lewis" userId="22d826ee-5076-40cf-b81c-0948657922bd" providerId="ADAL" clId="{C2329749-AA48-4C11-A656-8561BA15EFE3}" dt="2025-10-01T07:34:14.125" v="931"/>
        <pc:sldMkLst>
          <pc:docMk/>
          <pc:sldMk cId="2334756120" sldId="420"/>
        </pc:sldMkLst>
        <pc:picChg chg="add mod">
          <ac:chgData name="Megan Lewis" userId="22d826ee-5076-40cf-b81c-0948657922bd" providerId="ADAL" clId="{C2329749-AA48-4C11-A656-8561BA15EFE3}" dt="2025-10-01T07:34:14.125" v="931"/>
          <ac:picMkLst>
            <pc:docMk/>
            <pc:sldMk cId="2334756120" sldId="420"/>
            <ac:picMk id="3" creationId="{8C6A6AAF-6CD8-D298-1755-2D50C4442B85}"/>
          </ac:picMkLst>
        </pc:picChg>
        <pc:picChg chg="add mod">
          <ac:chgData name="Megan Lewis" userId="22d826ee-5076-40cf-b81c-0948657922bd" providerId="ADAL" clId="{C2329749-AA48-4C11-A656-8561BA15EFE3}" dt="2025-10-01T07:34:14.125" v="931"/>
          <ac:picMkLst>
            <pc:docMk/>
            <pc:sldMk cId="2334756120" sldId="420"/>
            <ac:picMk id="4" creationId="{FCAA9D2F-D2B2-2B0B-6DFD-EE87912392F6}"/>
          </ac:picMkLst>
        </pc:picChg>
      </pc:sldChg>
      <pc:sldChg chg="addSp modSp add">
        <pc:chgData name="Megan Lewis" userId="22d826ee-5076-40cf-b81c-0948657922bd" providerId="ADAL" clId="{C2329749-AA48-4C11-A656-8561BA15EFE3}" dt="2025-10-01T07:34:12.258" v="930"/>
        <pc:sldMkLst>
          <pc:docMk/>
          <pc:sldMk cId="2247358148" sldId="421"/>
        </pc:sldMkLst>
        <pc:picChg chg="add mod">
          <ac:chgData name="Megan Lewis" userId="22d826ee-5076-40cf-b81c-0948657922bd" providerId="ADAL" clId="{C2329749-AA48-4C11-A656-8561BA15EFE3}" dt="2025-10-01T07:34:12.258" v="930"/>
          <ac:picMkLst>
            <pc:docMk/>
            <pc:sldMk cId="2247358148" sldId="421"/>
            <ac:picMk id="3" creationId="{B6D49F5C-118F-C501-EA99-4C0D17CA6A0E}"/>
          </ac:picMkLst>
        </pc:picChg>
        <pc:picChg chg="add mod">
          <ac:chgData name="Megan Lewis" userId="22d826ee-5076-40cf-b81c-0948657922bd" providerId="ADAL" clId="{C2329749-AA48-4C11-A656-8561BA15EFE3}" dt="2025-10-01T07:34:12.258" v="930"/>
          <ac:picMkLst>
            <pc:docMk/>
            <pc:sldMk cId="2247358148" sldId="421"/>
            <ac:picMk id="4" creationId="{9613854A-EE04-BEB0-5E58-A3FEFD1D093E}"/>
          </ac:picMkLst>
        </pc:picChg>
      </pc:sldChg>
      <pc:sldChg chg="addSp modSp add mod ord modNotesTx">
        <pc:chgData name="Megan Lewis" userId="22d826ee-5076-40cf-b81c-0948657922bd" providerId="ADAL" clId="{C2329749-AA48-4C11-A656-8561BA15EFE3}" dt="2025-10-01T07:34:05.687" v="926"/>
        <pc:sldMkLst>
          <pc:docMk/>
          <pc:sldMk cId="4243104444" sldId="422"/>
        </pc:sldMkLst>
        <pc:spChg chg="mod">
          <ac:chgData name="Megan Lewis" userId="22d826ee-5076-40cf-b81c-0948657922bd" providerId="ADAL" clId="{C2329749-AA48-4C11-A656-8561BA15EFE3}" dt="2025-10-01T07:21:34.539" v="743" actId="20577"/>
          <ac:spMkLst>
            <pc:docMk/>
            <pc:sldMk cId="4243104444" sldId="422"/>
            <ac:spMk id="5" creationId="{360EC8D5-8E3F-3DB0-B328-5053F1A7BDC3}"/>
          </ac:spMkLst>
        </pc:spChg>
        <pc:picChg chg="add mod">
          <ac:chgData name="Megan Lewis" userId="22d826ee-5076-40cf-b81c-0948657922bd" providerId="ADAL" clId="{C2329749-AA48-4C11-A656-8561BA15EFE3}" dt="2025-10-01T07:34:05.687" v="926"/>
          <ac:picMkLst>
            <pc:docMk/>
            <pc:sldMk cId="4243104444" sldId="422"/>
            <ac:picMk id="3" creationId="{3BB607B7-8E48-0077-6B26-2F7C2C59A989}"/>
          </ac:picMkLst>
        </pc:picChg>
        <pc:picChg chg="add mod">
          <ac:chgData name="Megan Lewis" userId="22d826ee-5076-40cf-b81c-0948657922bd" providerId="ADAL" clId="{C2329749-AA48-4C11-A656-8561BA15EFE3}" dt="2025-10-01T07:34:05.687" v="926"/>
          <ac:picMkLst>
            <pc:docMk/>
            <pc:sldMk cId="4243104444" sldId="422"/>
            <ac:picMk id="4" creationId="{4CEA096E-C25E-3374-569F-E7ED5C1ACC12}"/>
          </ac:picMkLst>
        </pc:picChg>
      </pc:sldChg>
      <pc:sldChg chg="addSp modSp add">
        <pc:chgData name="Megan Lewis" userId="22d826ee-5076-40cf-b81c-0948657922bd" providerId="ADAL" clId="{C2329749-AA48-4C11-A656-8561BA15EFE3}" dt="2025-10-01T07:34:08.748" v="928"/>
        <pc:sldMkLst>
          <pc:docMk/>
          <pc:sldMk cId="1073485221" sldId="423"/>
        </pc:sldMkLst>
        <pc:picChg chg="add mod">
          <ac:chgData name="Megan Lewis" userId="22d826ee-5076-40cf-b81c-0948657922bd" providerId="ADAL" clId="{C2329749-AA48-4C11-A656-8561BA15EFE3}" dt="2025-10-01T07:34:08.748" v="928"/>
          <ac:picMkLst>
            <pc:docMk/>
            <pc:sldMk cId="1073485221" sldId="423"/>
            <ac:picMk id="3" creationId="{95EEC13D-86FD-531B-1AF0-BAD3D9915982}"/>
          </ac:picMkLst>
        </pc:picChg>
        <pc:picChg chg="add mod">
          <ac:chgData name="Megan Lewis" userId="22d826ee-5076-40cf-b81c-0948657922bd" providerId="ADAL" clId="{C2329749-AA48-4C11-A656-8561BA15EFE3}" dt="2025-10-01T07:34:08.748" v="928"/>
          <ac:picMkLst>
            <pc:docMk/>
            <pc:sldMk cId="1073485221" sldId="423"/>
            <ac:picMk id="4" creationId="{7EDF5227-3F5A-9D3E-85ED-11D5AEC83557}"/>
          </ac:picMkLst>
        </pc:picChg>
      </pc:sldChg>
      <pc:sldChg chg="addSp modSp add">
        <pc:chgData name="Megan Lewis" userId="22d826ee-5076-40cf-b81c-0948657922bd" providerId="ADAL" clId="{C2329749-AA48-4C11-A656-8561BA15EFE3}" dt="2025-10-01T07:34:07.551" v="927"/>
        <pc:sldMkLst>
          <pc:docMk/>
          <pc:sldMk cId="4000036356" sldId="424"/>
        </pc:sldMkLst>
        <pc:picChg chg="add mod">
          <ac:chgData name="Megan Lewis" userId="22d826ee-5076-40cf-b81c-0948657922bd" providerId="ADAL" clId="{C2329749-AA48-4C11-A656-8561BA15EFE3}" dt="2025-10-01T07:34:07.551" v="927"/>
          <ac:picMkLst>
            <pc:docMk/>
            <pc:sldMk cId="4000036356" sldId="424"/>
            <ac:picMk id="3" creationId="{19731EB2-5FDE-9929-4A57-567A077E6E84}"/>
          </ac:picMkLst>
        </pc:picChg>
        <pc:picChg chg="add mod">
          <ac:chgData name="Megan Lewis" userId="22d826ee-5076-40cf-b81c-0948657922bd" providerId="ADAL" clId="{C2329749-AA48-4C11-A656-8561BA15EFE3}" dt="2025-10-01T07:34:07.551" v="927"/>
          <ac:picMkLst>
            <pc:docMk/>
            <pc:sldMk cId="4000036356" sldId="424"/>
            <ac:picMk id="4" creationId="{1B421CA9-AA17-999F-777A-1036AD934467}"/>
          </ac:picMkLst>
        </pc:picChg>
      </pc:sldChg>
      <pc:sldChg chg="addSp modSp add mod modNotesTx">
        <pc:chgData name="Megan Lewis" userId="22d826ee-5076-40cf-b81c-0948657922bd" providerId="ADAL" clId="{C2329749-AA48-4C11-A656-8561BA15EFE3}" dt="2025-10-01T07:34:17.724" v="934"/>
        <pc:sldMkLst>
          <pc:docMk/>
          <pc:sldMk cId="2612192405" sldId="425"/>
        </pc:sldMkLst>
        <pc:spChg chg="mod">
          <ac:chgData name="Megan Lewis" userId="22d826ee-5076-40cf-b81c-0948657922bd" providerId="ADAL" clId="{C2329749-AA48-4C11-A656-8561BA15EFE3}" dt="2025-10-01T07:27:51.454" v="859" actId="13926"/>
          <ac:spMkLst>
            <pc:docMk/>
            <pc:sldMk cId="2612192405" sldId="425"/>
            <ac:spMk id="5" creationId="{D1456A29-FA57-F34A-DB76-7950F49C2D17}"/>
          </ac:spMkLst>
        </pc:spChg>
        <pc:picChg chg="add mod">
          <ac:chgData name="Megan Lewis" userId="22d826ee-5076-40cf-b81c-0948657922bd" providerId="ADAL" clId="{C2329749-AA48-4C11-A656-8561BA15EFE3}" dt="2025-10-01T07:34:17.724" v="934"/>
          <ac:picMkLst>
            <pc:docMk/>
            <pc:sldMk cId="2612192405" sldId="425"/>
            <ac:picMk id="3" creationId="{62F3CF67-4D33-FCD6-9820-5FE8BF51B301}"/>
          </ac:picMkLst>
        </pc:picChg>
        <pc:picChg chg="add mod">
          <ac:chgData name="Megan Lewis" userId="22d826ee-5076-40cf-b81c-0948657922bd" providerId="ADAL" clId="{C2329749-AA48-4C11-A656-8561BA15EFE3}" dt="2025-10-01T07:34:17.724" v="934"/>
          <ac:picMkLst>
            <pc:docMk/>
            <pc:sldMk cId="2612192405" sldId="425"/>
            <ac:picMk id="4" creationId="{B66CA754-05BE-1CBA-7BEB-7C64276A655C}"/>
          </ac:picMkLst>
        </pc:picChg>
      </pc:sldChg>
      <pc:sldChg chg="addSp modSp add mod ord modNotesTx">
        <pc:chgData name="Megan Lewis" userId="22d826ee-5076-40cf-b81c-0948657922bd" providerId="ADAL" clId="{C2329749-AA48-4C11-A656-8561BA15EFE3}" dt="2025-10-01T07:34:19.347" v="935"/>
        <pc:sldMkLst>
          <pc:docMk/>
          <pc:sldMk cId="3886865638" sldId="426"/>
        </pc:sldMkLst>
        <pc:spChg chg="mod">
          <ac:chgData name="Megan Lewis" userId="22d826ee-5076-40cf-b81c-0948657922bd" providerId="ADAL" clId="{C2329749-AA48-4C11-A656-8561BA15EFE3}" dt="2025-10-01T07:26:14.713" v="853" actId="13926"/>
          <ac:spMkLst>
            <pc:docMk/>
            <pc:sldMk cId="3886865638" sldId="426"/>
            <ac:spMk id="5" creationId="{B11BF305-6E48-4FF7-38A8-F49FFB25B486}"/>
          </ac:spMkLst>
        </pc:spChg>
        <pc:picChg chg="add mod">
          <ac:chgData name="Megan Lewis" userId="22d826ee-5076-40cf-b81c-0948657922bd" providerId="ADAL" clId="{C2329749-AA48-4C11-A656-8561BA15EFE3}" dt="2025-10-01T07:34:19.347" v="935"/>
          <ac:picMkLst>
            <pc:docMk/>
            <pc:sldMk cId="3886865638" sldId="426"/>
            <ac:picMk id="3" creationId="{C747EF05-FDC8-84F8-FCD1-0D0D4A459A80}"/>
          </ac:picMkLst>
        </pc:picChg>
        <pc:picChg chg="add mod">
          <ac:chgData name="Megan Lewis" userId="22d826ee-5076-40cf-b81c-0948657922bd" providerId="ADAL" clId="{C2329749-AA48-4C11-A656-8561BA15EFE3}" dt="2025-10-01T07:34:19.347" v="935"/>
          <ac:picMkLst>
            <pc:docMk/>
            <pc:sldMk cId="3886865638" sldId="426"/>
            <ac:picMk id="4" creationId="{1EC805CE-61E4-E3C3-ECD4-9533D3ED951A}"/>
          </ac:picMkLst>
        </pc:picChg>
      </pc:sldChg>
      <pc:sldChg chg="addSp modSp add del mod modNotesTx">
        <pc:chgData name="Megan Lewis" userId="22d826ee-5076-40cf-b81c-0948657922bd" providerId="ADAL" clId="{C2329749-AA48-4C11-A656-8561BA15EFE3}" dt="2025-10-01T07:34:20.405" v="936"/>
        <pc:sldMkLst>
          <pc:docMk/>
          <pc:sldMk cId="1663302350" sldId="427"/>
        </pc:sldMkLst>
        <pc:spChg chg="mod">
          <ac:chgData name="Megan Lewis" userId="22d826ee-5076-40cf-b81c-0948657922bd" providerId="ADAL" clId="{C2329749-AA48-4C11-A656-8561BA15EFE3}" dt="2025-10-01T07:29:26.494" v="872" actId="13926"/>
          <ac:spMkLst>
            <pc:docMk/>
            <pc:sldMk cId="1663302350" sldId="427"/>
            <ac:spMk id="5" creationId="{CC62C021-4F05-8C3A-14DA-8338AB87920E}"/>
          </ac:spMkLst>
        </pc:spChg>
        <pc:picChg chg="add mod">
          <ac:chgData name="Megan Lewis" userId="22d826ee-5076-40cf-b81c-0948657922bd" providerId="ADAL" clId="{C2329749-AA48-4C11-A656-8561BA15EFE3}" dt="2025-10-01T07:34:20.405" v="936"/>
          <ac:picMkLst>
            <pc:docMk/>
            <pc:sldMk cId="1663302350" sldId="427"/>
            <ac:picMk id="3" creationId="{CAEDF4D4-98F2-6880-9B68-B4BAA52DD841}"/>
          </ac:picMkLst>
        </pc:picChg>
        <pc:picChg chg="add mod">
          <ac:chgData name="Megan Lewis" userId="22d826ee-5076-40cf-b81c-0948657922bd" providerId="ADAL" clId="{C2329749-AA48-4C11-A656-8561BA15EFE3}" dt="2025-10-01T07:34:20.405" v="936"/>
          <ac:picMkLst>
            <pc:docMk/>
            <pc:sldMk cId="1663302350" sldId="427"/>
            <ac:picMk id="4" creationId="{9A18830E-F2B0-08B7-D227-05B31E2AB926}"/>
          </ac:picMkLst>
        </pc:picChg>
      </pc:sldChg>
      <pc:sldChg chg="addSp modSp add mod modNotesTx">
        <pc:chgData name="Megan Lewis" userId="22d826ee-5076-40cf-b81c-0948657922bd" providerId="ADAL" clId="{C2329749-AA48-4C11-A656-8561BA15EFE3}" dt="2025-10-01T07:34:23.352" v="937"/>
        <pc:sldMkLst>
          <pc:docMk/>
          <pc:sldMk cId="1875013717" sldId="428"/>
        </pc:sldMkLst>
        <pc:spChg chg="mod">
          <ac:chgData name="Megan Lewis" userId="22d826ee-5076-40cf-b81c-0948657922bd" providerId="ADAL" clId="{C2329749-AA48-4C11-A656-8561BA15EFE3}" dt="2025-10-01T07:30:03.842" v="877" actId="13926"/>
          <ac:spMkLst>
            <pc:docMk/>
            <pc:sldMk cId="1875013717" sldId="428"/>
            <ac:spMk id="5" creationId="{9F77180C-5F97-E08B-F565-F0C8594721AE}"/>
          </ac:spMkLst>
        </pc:spChg>
        <pc:picChg chg="add mod">
          <ac:chgData name="Megan Lewis" userId="22d826ee-5076-40cf-b81c-0948657922bd" providerId="ADAL" clId="{C2329749-AA48-4C11-A656-8561BA15EFE3}" dt="2025-10-01T07:34:23.352" v="937"/>
          <ac:picMkLst>
            <pc:docMk/>
            <pc:sldMk cId="1875013717" sldId="428"/>
            <ac:picMk id="3" creationId="{5AB8F73F-E4ED-0514-164D-391159D1424D}"/>
          </ac:picMkLst>
        </pc:picChg>
        <pc:picChg chg="add mod">
          <ac:chgData name="Megan Lewis" userId="22d826ee-5076-40cf-b81c-0948657922bd" providerId="ADAL" clId="{C2329749-AA48-4C11-A656-8561BA15EFE3}" dt="2025-10-01T07:34:23.352" v="937"/>
          <ac:picMkLst>
            <pc:docMk/>
            <pc:sldMk cId="1875013717" sldId="428"/>
            <ac:picMk id="4" creationId="{10A127EE-19AA-51DE-EB14-B1BFA7F6E3DA}"/>
          </ac:picMkLst>
        </pc:picChg>
      </pc:sldChg>
      <pc:sldChg chg="addSp delSp modSp add mod ord modNotesTx">
        <pc:chgData name="Megan Lewis" userId="22d826ee-5076-40cf-b81c-0948657922bd" providerId="ADAL" clId="{C2329749-AA48-4C11-A656-8561BA15EFE3}" dt="2025-10-01T07:40:00.097" v="1041"/>
        <pc:sldMkLst>
          <pc:docMk/>
          <pc:sldMk cId="2584488239" sldId="429"/>
        </pc:sldMkLst>
        <pc:spChg chg="mod">
          <ac:chgData name="Megan Lewis" userId="22d826ee-5076-40cf-b81c-0948657922bd" providerId="ADAL" clId="{C2329749-AA48-4C11-A656-8561BA15EFE3}" dt="2025-10-01T07:39:47.175" v="1039" actId="1076"/>
          <ac:spMkLst>
            <pc:docMk/>
            <pc:sldMk cId="2584488239" sldId="429"/>
            <ac:spMk id="2" creationId="{27C7C0C8-19AB-9C8C-2F9D-E4D8571F314F}"/>
          </ac:spMkLst>
        </pc:spChg>
        <pc:spChg chg="mod">
          <ac:chgData name="Megan Lewis" userId="22d826ee-5076-40cf-b81c-0948657922bd" providerId="ADAL" clId="{C2329749-AA48-4C11-A656-8561BA15EFE3}" dt="2025-10-01T07:39:38.023" v="1035" actId="1076"/>
          <ac:spMkLst>
            <pc:docMk/>
            <pc:sldMk cId="2584488239" sldId="429"/>
            <ac:spMk id="15" creationId="{1594AE32-6BB7-88DD-3D2D-E64DBD3844EA}"/>
          </ac:spMkLst>
        </pc:spChg>
        <pc:spChg chg="mod">
          <ac:chgData name="Megan Lewis" userId="22d826ee-5076-40cf-b81c-0948657922bd" providerId="ADAL" clId="{C2329749-AA48-4C11-A656-8561BA15EFE3}" dt="2025-10-01T07:39:35.218" v="1034" actId="1076"/>
          <ac:spMkLst>
            <pc:docMk/>
            <pc:sldMk cId="2584488239" sldId="429"/>
            <ac:spMk id="16" creationId="{AEAA06E2-AC10-939C-AA00-9B8B612A1211}"/>
          </ac:spMkLst>
        </pc:spChg>
        <pc:spChg chg="mod">
          <ac:chgData name="Megan Lewis" userId="22d826ee-5076-40cf-b81c-0948657922bd" providerId="ADAL" clId="{C2329749-AA48-4C11-A656-8561BA15EFE3}" dt="2025-10-01T07:39:44.428" v="1037" actId="1076"/>
          <ac:spMkLst>
            <pc:docMk/>
            <pc:sldMk cId="2584488239" sldId="429"/>
            <ac:spMk id="17" creationId="{686FCCF1-532C-FF29-B5FF-333DE8F5F6AB}"/>
          </ac:spMkLst>
        </pc:spChg>
        <pc:grpChg chg="mod">
          <ac:chgData name="Megan Lewis" userId="22d826ee-5076-40cf-b81c-0948657922bd" providerId="ADAL" clId="{C2329749-AA48-4C11-A656-8561BA15EFE3}" dt="2025-10-01T07:39:52.038" v="1040" actId="1076"/>
          <ac:grpSpMkLst>
            <pc:docMk/>
            <pc:sldMk cId="2584488239" sldId="429"/>
            <ac:grpSpMk id="8" creationId="{014547A5-6DDA-3A7A-5F83-7FEA5983375B}"/>
          </ac:grpSpMkLst>
        </pc:grpChg>
        <pc:grpChg chg="del">
          <ac:chgData name="Megan Lewis" userId="22d826ee-5076-40cf-b81c-0948657922bd" providerId="ADAL" clId="{C2329749-AA48-4C11-A656-8561BA15EFE3}" dt="2025-10-01T07:38:31.824" v="1012" actId="478"/>
          <ac:grpSpMkLst>
            <pc:docMk/>
            <pc:sldMk cId="2584488239" sldId="429"/>
            <ac:grpSpMk id="10" creationId="{E35973DA-EC33-94D7-0193-702AD845AE19}"/>
          </ac:grpSpMkLst>
        </pc:grpChg>
        <pc:grpChg chg="add mod">
          <ac:chgData name="Megan Lewis" userId="22d826ee-5076-40cf-b81c-0948657922bd" providerId="ADAL" clId="{C2329749-AA48-4C11-A656-8561BA15EFE3}" dt="2025-10-01T07:39:52.038" v="1040" actId="1076"/>
          <ac:grpSpMkLst>
            <pc:docMk/>
            <pc:sldMk cId="2584488239" sldId="429"/>
            <ac:grpSpMk id="14" creationId="{6FCFDF97-4AC6-CCBA-9450-FE990DCA15AF}"/>
          </ac:grpSpMkLst>
        </pc:grpChg>
        <pc:picChg chg="del">
          <ac:chgData name="Megan Lewis" userId="22d826ee-5076-40cf-b81c-0948657922bd" providerId="ADAL" clId="{C2329749-AA48-4C11-A656-8561BA15EFE3}" dt="2025-10-01T07:38:30.399" v="1011" actId="478"/>
          <ac:picMkLst>
            <pc:docMk/>
            <pc:sldMk cId="2584488239" sldId="429"/>
            <ac:picMk id="3" creationId="{3F2F31D4-F69A-8A5B-C5FA-BAFC9E5BB92C}"/>
          </ac:picMkLst>
        </pc:picChg>
      </pc:sldChg>
      <pc:sldChg chg="add ord">
        <pc:chgData name="Megan Lewis" userId="22d826ee-5076-40cf-b81c-0948657922bd" providerId="ADAL" clId="{C2329749-AA48-4C11-A656-8561BA15EFE3}" dt="2025-10-01T07:50:59.234" v="1108"/>
        <pc:sldMkLst>
          <pc:docMk/>
          <pc:sldMk cId="1130291681" sldId="430"/>
        </pc:sldMkLst>
      </pc:sldChg>
      <pc:sldChg chg="new del">
        <pc:chgData name="Megan Lewis" userId="22d826ee-5076-40cf-b81c-0948657922bd" providerId="ADAL" clId="{C2329749-AA48-4C11-A656-8561BA15EFE3}" dt="2025-10-01T08:12:07.897" v="1565" actId="47"/>
        <pc:sldMkLst>
          <pc:docMk/>
          <pc:sldMk cId="2297404254" sldId="431"/>
        </pc:sldMkLst>
      </pc:sldChg>
      <pc:sldChg chg="addSp delSp modSp add mod">
        <pc:chgData name="Megan Lewis" userId="22d826ee-5076-40cf-b81c-0948657922bd" providerId="ADAL" clId="{C2329749-AA48-4C11-A656-8561BA15EFE3}" dt="2025-10-01T08:12:32.435" v="1587" actId="1076"/>
        <pc:sldMkLst>
          <pc:docMk/>
          <pc:sldMk cId="2714364166" sldId="432"/>
        </pc:sldMkLst>
        <pc:spChg chg="add del mod">
          <ac:chgData name="Megan Lewis" userId="22d826ee-5076-40cf-b81c-0948657922bd" providerId="ADAL" clId="{C2329749-AA48-4C11-A656-8561BA15EFE3}" dt="2025-10-01T08:12:27.950" v="1586" actId="478"/>
          <ac:spMkLst>
            <pc:docMk/>
            <pc:sldMk cId="2714364166" sldId="432"/>
            <ac:spMk id="5" creationId="{6BD3B0D0-B0A6-04D3-D53D-1AC01926A73B}"/>
          </ac:spMkLst>
        </pc:spChg>
        <pc:spChg chg="mod">
          <ac:chgData name="Megan Lewis" userId="22d826ee-5076-40cf-b81c-0948657922bd" providerId="ADAL" clId="{C2329749-AA48-4C11-A656-8561BA15EFE3}" dt="2025-10-01T08:12:32.435" v="1587" actId="1076"/>
          <ac:spMkLst>
            <pc:docMk/>
            <pc:sldMk cId="2714364166" sldId="432"/>
            <ac:spMk id="944" creationId="{ABBF556D-4FED-48AC-F633-B3C4B4CD6D0C}"/>
          </ac:spMkLst>
        </pc:spChg>
        <pc:spChg chg="del">
          <ac:chgData name="Megan Lewis" userId="22d826ee-5076-40cf-b81c-0948657922bd" providerId="ADAL" clId="{C2329749-AA48-4C11-A656-8561BA15EFE3}" dt="2025-10-01T08:12:24.684" v="1585" actId="478"/>
          <ac:spMkLst>
            <pc:docMk/>
            <pc:sldMk cId="2714364166" sldId="432"/>
            <ac:spMk id="945" creationId="{4B7F613A-1669-3383-CAEA-CD23C23698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B3953E-559E-438F-A433-ECF075D618E7}" type="datetimeFigureOut">
              <a:rPr lang="en-GB" smtClean="0"/>
              <a:t>30/09/2025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2FCF56-B561-435C-941B-5BC525D06B87}" type="slidenum">
              <a:rPr lang="en-GB" smtClean="0"/>
              <a:t>‹#›</a:t>
            </a:fld>
            <a:endParaRPr lang="en-GB"/>
          </a:p>
        </p:txBody>
      </p:sp>
    </p:spTree>
    <p:extLst>
      <p:ext uri="{BB962C8B-B14F-4D97-AF65-F5344CB8AC3E}">
        <p14:creationId xmlns:p14="http://schemas.microsoft.com/office/powerpoint/2010/main" val="3719823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en.wikipedia.org/wiki/Unicode"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s://en.wikipedia.org/wiki/Emoji"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7a58b8ce88_0_125: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6" name="Google Shape;936;g27a58b8ce88_0_125:notes"/>
          <p:cNvSpPr txBox="1">
            <a:spLocks noGrp="1"/>
          </p:cNvSpPr>
          <p:nvPr>
            <p:ph type="body" idx="1"/>
          </p:nvPr>
        </p:nvSpPr>
        <p:spPr>
          <a:xfrm>
            <a:off x="992664" y="3228896"/>
            <a:ext cx="7941310" cy="30589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6500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7a58b8ce88_0_130: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2" name="Google Shape;942;g27a58b8ce88_0_130:notes"/>
          <p:cNvSpPr txBox="1">
            <a:spLocks noGrp="1"/>
          </p:cNvSpPr>
          <p:nvPr>
            <p:ph type="body" idx="1"/>
          </p:nvPr>
        </p:nvSpPr>
        <p:spPr>
          <a:xfrm>
            <a:off x="992664" y="3228896"/>
            <a:ext cx="7941310" cy="30589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7032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a:extLst>
            <a:ext uri="{FF2B5EF4-FFF2-40B4-BE49-F238E27FC236}">
              <a16:creationId xmlns:a16="http://schemas.microsoft.com/office/drawing/2014/main" id="{EA01FA08-9C0C-8E63-10EF-926BC9BAE31A}"/>
            </a:ext>
          </a:extLst>
        </p:cNvPr>
        <p:cNvGrpSpPr/>
        <p:nvPr/>
      </p:nvGrpSpPr>
      <p:grpSpPr>
        <a:xfrm>
          <a:off x="0" y="0"/>
          <a:ext cx="0" cy="0"/>
          <a:chOff x="0" y="0"/>
          <a:chExt cx="0" cy="0"/>
        </a:xfrm>
      </p:grpSpPr>
      <p:sp>
        <p:nvSpPr>
          <p:cNvPr id="941" name="Google Shape;941;g27a58b8ce88_0_130:notes">
            <a:extLst>
              <a:ext uri="{FF2B5EF4-FFF2-40B4-BE49-F238E27FC236}">
                <a16:creationId xmlns:a16="http://schemas.microsoft.com/office/drawing/2014/main" id="{72AF3362-E9CD-0BF0-27F3-D9285F9AA18E}"/>
              </a:ext>
            </a:extLst>
          </p:cNvPr>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2" name="Google Shape;942;g27a58b8ce88_0_130:notes">
            <a:extLst>
              <a:ext uri="{FF2B5EF4-FFF2-40B4-BE49-F238E27FC236}">
                <a16:creationId xmlns:a16="http://schemas.microsoft.com/office/drawing/2014/main" id="{3DE60197-1305-1A59-F824-EB326419053C}"/>
              </a:ext>
            </a:extLst>
          </p:cNvPr>
          <p:cNvSpPr txBox="1">
            <a:spLocks noGrp="1"/>
          </p:cNvSpPr>
          <p:nvPr>
            <p:ph type="body" idx="1"/>
          </p:nvPr>
        </p:nvSpPr>
        <p:spPr>
          <a:xfrm>
            <a:off x="992664" y="3228896"/>
            <a:ext cx="7941310" cy="30589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1475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8fb3d840b4_1_381: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4" name="Google Shape;954;g28fb3d840b4_1_381:notes"/>
          <p:cNvSpPr txBox="1">
            <a:spLocks noGrp="1"/>
          </p:cNvSpPr>
          <p:nvPr>
            <p:ph type="body" idx="1"/>
          </p:nvPr>
        </p:nvSpPr>
        <p:spPr>
          <a:xfrm>
            <a:off x="992664" y="3228896"/>
            <a:ext cx="7941310" cy="30589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your code, line by line, to an inanimate object</a:t>
            </a:r>
          </a:p>
          <a:p>
            <a:r>
              <a:rPr lang="en-GB" dirty="0"/>
              <a:t>Verbalising your codes logic to someone or something that knows nothing about it forces you to think through each step</a:t>
            </a:r>
          </a:p>
          <a:p>
            <a:r>
              <a:rPr lang="en-GB" dirty="0"/>
              <a:t>Can help reveal errors, inconsistencies, or steps you might have missed otherwise</a:t>
            </a:r>
          </a:p>
          <a:p>
            <a:r>
              <a:rPr lang="en-GB" dirty="0"/>
              <a:t>Solo activity</a:t>
            </a:r>
          </a:p>
          <a:p>
            <a:r>
              <a:rPr lang="en-GB" dirty="0"/>
              <a:t>Works well with pseudocode – talk about later</a:t>
            </a:r>
            <a:br>
              <a:rPr lang="en-GB" dirty="0"/>
            </a:br>
            <a:br>
              <a:rPr lang="en-GB" dirty="0"/>
            </a:br>
            <a:r>
              <a:rPr lang="en-GB" dirty="0"/>
              <a:t>Engages a different part of brain </a:t>
            </a:r>
          </a:p>
          <a:p>
            <a:r>
              <a:rPr lang="en-GB" dirty="0"/>
              <a:t>Fresh perspective</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18</a:t>
            </a:fld>
            <a:endParaRPr lang="en-GB"/>
          </a:p>
        </p:txBody>
      </p:sp>
    </p:spTree>
    <p:extLst>
      <p:ext uri="{BB962C8B-B14F-4D97-AF65-F5344CB8AC3E}">
        <p14:creationId xmlns:p14="http://schemas.microsoft.com/office/powerpoint/2010/main" val="884715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43A40"/>
                </a:solidFill>
                <a:effectLst/>
                <a:latin typeface="Atkinson Hyperlegible"/>
              </a:rPr>
              <a:t>Essentially, computer programming is about taking some input and creating some output - thus solving a problem. What happens in between the input and output, what we could call </a:t>
            </a:r>
            <a:r>
              <a:rPr lang="en-GB" b="0" i="1" dirty="0">
                <a:solidFill>
                  <a:srgbClr val="343A40"/>
                </a:solidFill>
                <a:effectLst/>
                <a:latin typeface="Atkinson Hyperlegible"/>
              </a:rPr>
              <a:t>a black box,</a:t>
            </a:r>
            <a:r>
              <a:rPr lang="en-GB" b="0" i="0" dirty="0">
                <a:solidFill>
                  <a:srgbClr val="343A40"/>
                </a:solidFill>
                <a:effectLst/>
                <a:latin typeface="Atkinson Hyperlegible"/>
              </a:rPr>
              <a:t> is the focus of this course.</a:t>
            </a:r>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21</a:t>
            </a:fld>
            <a:endParaRPr lang="en-GB"/>
          </a:p>
        </p:txBody>
      </p:sp>
    </p:spTree>
    <p:extLst>
      <p:ext uri="{BB962C8B-B14F-4D97-AF65-F5344CB8AC3E}">
        <p14:creationId xmlns:p14="http://schemas.microsoft.com/office/powerpoint/2010/main" val="1321186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43A40"/>
                </a:solidFill>
                <a:effectLst/>
                <a:latin typeface="Atkinson Hyperlegible"/>
              </a:rPr>
              <a:t>Essentially, computer programming is about taking some input and creating some output - thus solving a problem. What happens in between the input and output, what we could call </a:t>
            </a:r>
            <a:r>
              <a:rPr lang="en-GB" b="0" i="1" dirty="0">
                <a:solidFill>
                  <a:srgbClr val="343A40"/>
                </a:solidFill>
                <a:effectLst/>
                <a:latin typeface="Atkinson Hyperlegible"/>
              </a:rPr>
              <a:t>a black box,</a:t>
            </a:r>
            <a:r>
              <a:rPr lang="en-GB" b="0" i="0" dirty="0">
                <a:solidFill>
                  <a:srgbClr val="343A40"/>
                </a:solidFill>
                <a:effectLst/>
                <a:latin typeface="Atkinson Hyperlegible"/>
              </a:rPr>
              <a:t> is the focus of this course.</a:t>
            </a:r>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22</a:t>
            </a:fld>
            <a:endParaRPr lang="en-GB"/>
          </a:p>
        </p:txBody>
      </p:sp>
    </p:spTree>
    <p:extLst>
      <p:ext uri="{BB962C8B-B14F-4D97-AF65-F5344CB8AC3E}">
        <p14:creationId xmlns:p14="http://schemas.microsoft.com/office/powerpoint/2010/main" val="4225597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43A40"/>
                </a:solidFill>
                <a:effectLst/>
                <a:latin typeface="Atkinson Hyperlegible"/>
              </a:rPr>
              <a:t>Essentially, computer programming is about taking some input and creating some output - thus solving a problem. What happens in between the input and output, what we could call </a:t>
            </a:r>
            <a:r>
              <a:rPr lang="en-GB" b="0" i="1" dirty="0">
                <a:solidFill>
                  <a:srgbClr val="343A40"/>
                </a:solidFill>
                <a:effectLst/>
                <a:latin typeface="Atkinson Hyperlegible"/>
              </a:rPr>
              <a:t>a black box,</a:t>
            </a:r>
            <a:r>
              <a:rPr lang="en-GB" b="0" i="0" dirty="0">
                <a:solidFill>
                  <a:srgbClr val="343A40"/>
                </a:solidFill>
                <a:effectLst/>
                <a:latin typeface="Atkinson Hyperlegible"/>
              </a:rPr>
              <a:t> is the focus of this course.</a:t>
            </a:r>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23</a:t>
            </a:fld>
            <a:endParaRPr lang="en-GB"/>
          </a:p>
        </p:txBody>
      </p:sp>
    </p:spTree>
    <p:extLst>
      <p:ext uri="{BB962C8B-B14F-4D97-AF65-F5344CB8AC3E}">
        <p14:creationId xmlns:p14="http://schemas.microsoft.com/office/powerpoint/2010/main" val="2903091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43A40"/>
                </a:solidFill>
                <a:effectLst/>
                <a:latin typeface="Atkinson Hyperlegible"/>
              </a:rPr>
              <a:t>Essentially, computer programming is about taking some input and creating some output - thus solving a problem. What happens in between the input and output, what we could call </a:t>
            </a:r>
            <a:r>
              <a:rPr lang="en-GB" b="0" i="1" dirty="0">
                <a:solidFill>
                  <a:srgbClr val="343A40"/>
                </a:solidFill>
                <a:effectLst/>
                <a:latin typeface="Atkinson Hyperlegible"/>
              </a:rPr>
              <a:t>a black box,</a:t>
            </a:r>
            <a:r>
              <a:rPr lang="en-GB" b="0" i="0" dirty="0">
                <a:solidFill>
                  <a:srgbClr val="343A40"/>
                </a:solidFill>
                <a:effectLst/>
                <a:latin typeface="Atkinson Hyperlegible"/>
              </a:rPr>
              <a:t> is the focus of this course.</a:t>
            </a:r>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24</a:t>
            </a:fld>
            <a:endParaRPr lang="en-GB"/>
          </a:p>
        </p:txBody>
      </p:sp>
    </p:spTree>
    <p:extLst>
      <p:ext uri="{BB962C8B-B14F-4D97-AF65-F5344CB8AC3E}">
        <p14:creationId xmlns:p14="http://schemas.microsoft.com/office/powerpoint/2010/main" val="2565027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43A40"/>
                </a:solidFill>
                <a:effectLst/>
                <a:latin typeface="Atkinson Hyperlegible"/>
              </a:rPr>
              <a:t>Essentially, computer programming is about taking some input and creating some output - thus solving a problem. What happens in between the input and output, what we could call </a:t>
            </a:r>
            <a:r>
              <a:rPr lang="en-GB" b="0" i="1" dirty="0">
                <a:solidFill>
                  <a:srgbClr val="343A40"/>
                </a:solidFill>
                <a:effectLst/>
                <a:latin typeface="Atkinson Hyperlegible"/>
              </a:rPr>
              <a:t>a black box,</a:t>
            </a:r>
            <a:r>
              <a:rPr lang="en-GB" b="0" i="0" dirty="0">
                <a:solidFill>
                  <a:srgbClr val="343A40"/>
                </a:solidFill>
                <a:effectLst/>
                <a:latin typeface="Atkinson Hyperlegible"/>
              </a:rPr>
              <a:t> is the focus of this course.</a:t>
            </a:r>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25</a:t>
            </a:fld>
            <a:endParaRPr lang="en-GB"/>
          </a:p>
        </p:txBody>
      </p:sp>
    </p:spTree>
    <p:extLst>
      <p:ext uri="{BB962C8B-B14F-4D97-AF65-F5344CB8AC3E}">
        <p14:creationId xmlns:p14="http://schemas.microsoft.com/office/powerpoint/2010/main" val="1757940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For example, we may need to take attendance for a class. We could use a system called </a:t>
            </a:r>
            <a:r>
              <a:rPr lang="en-GB" b="0" i="1" dirty="0">
                <a:solidFill>
                  <a:srgbClr val="343A40"/>
                </a:solidFill>
                <a:effectLst/>
                <a:latin typeface="Atkinson Hyperlegible"/>
              </a:rPr>
              <a:t>unary</a:t>
            </a:r>
            <a:r>
              <a:rPr lang="en-GB" b="0" i="0" dirty="0">
                <a:solidFill>
                  <a:srgbClr val="343A40"/>
                </a:solidFill>
                <a:effectLst/>
                <a:latin typeface="Atkinson Hyperlegible"/>
              </a:rPr>
              <a:t> (also called </a:t>
            </a:r>
            <a:r>
              <a:rPr lang="en-GB" b="0" i="1" dirty="0">
                <a:solidFill>
                  <a:srgbClr val="343A40"/>
                </a:solidFill>
                <a:effectLst/>
                <a:latin typeface="Atkinson Hyperlegible"/>
              </a:rPr>
              <a:t>base-1</a:t>
            </a:r>
            <a:r>
              <a:rPr lang="en-GB" b="0" i="0" dirty="0">
                <a:solidFill>
                  <a:srgbClr val="343A40"/>
                </a:solidFill>
                <a:effectLst/>
                <a:latin typeface="Atkinson Hyperlegible"/>
              </a:rPr>
              <a:t>) to count one finger at a time.</a:t>
            </a:r>
          </a:p>
          <a:p>
            <a:pPr algn="l">
              <a:buFont typeface="Arial" panose="020B0604020202020204" pitchFamily="34" charset="0"/>
              <a:buChar char="•"/>
            </a:pPr>
            <a:r>
              <a:rPr lang="en-GB" b="0" i="0" dirty="0">
                <a:solidFill>
                  <a:srgbClr val="343A40"/>
                </a:solidFill>
                <a:effectLst/>
                <a:latin typeface="Atkinson Hyperlegible"/>
              </a:rPr>
              <a:t>Computers today count using a system called </a:t>
            </a:r>
            <a:r>
              <a:rPr lang="en-GB" b="0" i="1" dirty="0">
                <a:solidFill>
                  <a:srgbClr val="343A40"/>
                </a:solidFill>
                <a:effectLst/>
                <a:latin typeface="Atkinson Hyperlegible"/>
              </a:rPr>
              <a:t>binary</a:t>
            </a:r>
            <a:r>
              <a:rPr lang="en-GB" b="0" i="0" dirty="0">
                <a:solidFill>
                  <a:srgbClr val="343A40"/>
                </a:solidFill>
                <a:effectLst/>
                <a:latin typeface="Atkinson Hyperlegible"/>
              </a:rPr>
              <a:t>. It’s from the term </a:t>
            </a:r>
            <a:r>
              <a:rPr lang="en-GB" b="0" i="1" dirty="0">
                <a:solidFill>
                  <a:srgbClr val="343A40"/>
                </a:solidFill>
                <a:effectLst/>
                <a:latin typeface="Atkinson Hyperlegible"/>
              </a:rPr>
              <a:t>binary digit</a:t>
            </a:r>
            <a:r>
              <a:rPr lang="en-GB" b="0" i="0" dirty="0">
                <a:solidFill>
                  <a:srgbClr val="343A40"/>
                </a:solidFill>
                <a:effectLst/>
                <a:latin typeface="Atkinson Hyperlegible"/>
              </a:rPr>
              <a:t> that we get a familiar term called </a:t>
            </a:r>
            <a:r>
              <a:rPr lang="en-GB" b="0" i="1" dirty="0">
                <a:solidFill>
                  <a:srgbClr val="343A40"/>
                </a:solidFill>
                <a:effectLst/>
                <a:latin typeface="Atkinson Hyperlegible"/>
              </a:rPr>
              <a:t>bit</a:t>
            </a:r>
            <a:r>
              <a:rPr lang="en-GB" b="0" i="0" dirty="0">
                <a:solidFill>
                  <a:srgbClr val="343A40"/>
                </a:solidFill>
                <a:effectLst/>
                <a:latin typeface="Atkinson Hyperlegible"/>
              </a:rPr>
              <a:t>. A </a:t>
            </a:r>
            <a:r>
              <a:rPr lang="en-GB" b="0" i="1" dirty="0">
                <a:solidFill>
                  <a:srgbClr val="343A40"/>
                </a:solidFill>
                <a:effectLst/>
                <a:latin typeface="Atkinson Hyperlegible"/>
              </a:rPr>
              <a:t>bit</a:t>
            </a:r>
            <a:r>
              <a:rPr lang="en-GB" b="0" i="0" dirty="0">
                <a:solidFill>
                  <a:srgbClr val="343A40"/>
                </a:solidFill>
                <a:effectLst/>
                <a:latin typeface="Atkinson Hyperlegible"/>
              </a:rPr>
              <a:t> is a zero or one: on or off.</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26</a:t>
            </a:fld>
            <a:endParaRPr lang="en-GB"/>
          </a:p>
        </p:txBody>
      </p:sp>
    </p:spTree>
    <p:extLst>
      <p:ext uri="{BB962C8B-B14F-4D97-AF65-F5344CB8AC3E}">
        <p14:creationId xmlns:p14="http://schemas.microsoft.com/office/powerpoint/2010/main" val="3771523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Computers only speak in terms of zeros and ones. Zeros represent </a:t>
            </a:r>
            <a:r>
              <a:rPr lang="en-GB" b="0" i="1" dirty="0">
                <a:solidFill>
                  <a:srgbClr val="343A40"/>
                </a:solidFill>
                <a:effectLst/>
                <a:latin typeface="Atkinson Hyperlegible"/>
              </a:rPr>
              <a:t>off.</a:t>
            </a:r>
            <a:r>
              <a:rPr lang="en-GB" b="0" i="0" dirty="0">
                <a:solidFill>
                  <a:srgbClr val="343A40"/>
                </a:solidFill>
                <a:effectLst/>
                <a:latin typeface="Atkinson Hyperlegible"/>
              </a:rPr>
              <a:t> Ones represent </a:t>
            </a:r>
            <a:r>
              <a:rPr lang="en-GB" b="0" i="1" dirty="0">
                <a:solidFill>
                  <a:srgbClr val="343A40"/>
                </a:solidFill>
                <a:effectLst/>
                <a:latin typeface="Atkinson Hyperlegible"/>
              </a:rPr>
              <a:t>on.</a:t>
            </a:r>
            <a:r>
              <a:rPr lang="en-GB" b="0" i="0" dirty="0">
                <a:solidFill>
                  <a:srgbClr val="343A40"/>
                </a:solidFill>
                <a:effectLst/>
                <a:latin typeface="Atkinson Hyperlegible"/>
              </a:rPr>
              <a:t> Computers are millions, and perhaps billions, of transistors that are being turned on and off.</a:t>
            </a:r>
          </a:p>
          <a:p>
            <a:pPr algn="l">
              <a:buFont typeface="Arial" panose="020B0604020202020204" pitchFamily="34" charset="0"/>
              <a:buChar char="•"/>
            </a:pPr>
            <a:r>
              <a:rPr lang="en-GB" b="0" i="0" dirty="0">
                <a:solidFill>
                  <a:srgbClr val="343A40"/>
                </a:solidFill>
                <a:effectLst/>
                <a:latin typeface="Atkinson Hyperlegible"/>
              </a:rPr>
              <a:t>If you imagine using a light bulb, a single bulb can only count from zero to one.</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27</a:t>
            </a:fld>
            <a:endParaRPr lang="en-GB"/>
          </a:p>
        </p:txBody>
      </p:sp>
    </p:spTree>
    <p:extLst>
      <p:ext uri="{BB962C8B-B14F-4D97-AF65-F5344CB8AC3E}">
        <p14:creationId xmlns:p14="http://schemas.microsoft.com/office/powerpoint/2010/main" val="3706726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343A40"/>
                </a:solidFill>
                <a:effectLst/>
                <a:latin typeface="Atkinson Hyperlegible"/>
              </a:rPr>
              <a:t>However, if you were to have three light bulbs, there are more options open to you!</a:t>
            </a:r>
          </a:p>
          <a:p>
            <a:endParaRPr lang="en-GB" dirty="0"/>
          </a:p>
          <a:p>
            <a:r>
              <a:rPr lang="en-GB" b="0" i="0" dirty="0">
                <a:solidFill>
                  <a:srgbClr val="343A40"/>
                </a:solidFill>
                <a:effectLst/>
                <a:latin typeface="Atkinson Hyperlegible"/>
              </a:rPr>
              <a:t>As a heuristic, we could imagine that the following values represent each possible place in our </a:t>
            </a:r>
            <a:r>
              <a:rPr lang="en-GB" b="0" i="1" dirty="0">
                <a:solidFill>
                  <a:srgbClr val="343A40"/>
                </a:solidFill>
                <a:effectLst/>
                <a:latin typeface="Atkinson Hyperlegible"/>
              </a:rPr>
              <a:t>binary digit</a:t>
            </a:r>
            <a:r>
              <a:rPr lang="en-GB" b="0" i="0" dirty="0">
                <a:solidFill>
                  <a:srgbClr val="343A40"/>
                </a:solidFill>
                <a:effectLst/>
                <a:latin typeface="Atkinson Hyperlegible"/>
              </a:rPr>
              <a:t>:</a:t>
            </a:r>
          </a:p>
          <a:p>
            <a:r>
              <a:rPr lang="en-GB" b="0" i="0" dirty="0">
                <a:solidFill>
                  <a:srgbClr val="343A40"/>
                </a:solidFill>
                <a:effectLst/>
                <a:latin typeface="Atkinson Hyperlegible"/>
              </a:rPr>
              <a:t>4 2 1</a:t>
            </a:r>
          </a:p>
          <a:p>
            <a:endParaRPr lang="en-GB" b="0" i="0" dirty="0">
              <a:solidFill>
                <a:srgbClr val="343A40"/>
              </a:solidFill>
              <a:effectLst/>
              <a:latin typeface="Atkinson Hyperlegible"/>
            </a:endParaRPr>
          </a:p>
          <a:p>
            <a:r>
              <a:rPr lang="en-GB" b="0" i="0" dirty="0">
                <a:solidFill>
                  <a:srgbClr val="343A40"/>
                </a:solidFill>
                <a:effectLst/>
                <a:latin typeface="Atkinson Hyperlegible"/>
              </a:rPr>
              <a:t>0</a:t>
            </a:r>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28</a:t>
            </a:fld>
            <a:endParaRPr lang="en-GB"/>
          </a:p>
        </p:txBody>
      </p:sp>
    </p:spTree>
    <p:extLst>
      <p:ext uri="{BB962C8B-B14F-4D97-AF65-F5344CB8AC3E}">
        <p14:creationId xmlns:p14="http://schemas.microsoft.com/office/powerpoint/2010/main" val="122746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a:t>
            </a:r>
          </a:p>
        </p:txBody>
      </p:sp>
      <p:sp>
        <p:nvSpPr>
          <p:cNvPr id="4" name="Slide Number Placeholder 3"/>
          <p:cNvSpPr>
            <a:spLocks noGrp="1"/>
          </p:cNvSpPr>
          <p:nvPr>
            <p:ph type="sldNum" sz="quarter" idx="5"/>
          </p:nvPr>
        </p:nvSpPr>
        <p:spPr/>
        <p:txBody>
          <a:bodyPr/>
          <a:lstStyle/>
          <a:p>
            <a:fld id="{F42FCF56-B561-435C-941B-5BC525D06B87}" type="slidenum">
              <a:rPr lang="en-GB" smtClean="0"/>
              <a:t>29</a:t>
            </a:fld>
            <a:endParaRPr lang="en-GB"/>
          </a:p>
        </p:txBody>
      </p:sp>
    </p:spTree>
    <p:extLst>
      <p:ext uri="{BB962C8B-B14F-4D97-AF65-F5344CB8AC3E}">
        <p14:creationId xmlns:p14="http://schemas.microsoft.com/office/powerpoint/2010/main" val="788227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a:t>
            </a:r>
          </a:p>
        </p:txBody>
      </p:sp>
      <p:sp>
        <p:nvSpPr>
          <p:cNvPr id="4" name="Slide Number Placeholder 3"/>
          <p:cNvSpPr>
            <a:spLocks noGrp="1"/>
          </p:cNvSpPr>
          <p:nvPr>
            <p:ph type="sldNum" sz="quarter" idx="5"/>
          </p:nvPr>
        </p:nvSpPr>
        <p:spPr/>
        <p:txBody>
          <a:bodyPr/>
          <a:lstStyle/>
          <a:p>
            <a:fld id="{F42FCF56-B561-435C-941B-5BC525D06B87}" type="slidenum">
              <a:rPr lang="en-GB" smtClean="0"/>
              <a:t>30</a:t>
            </a:fld>
            <a:endParaRPr lang="en-GB"/>
          </a:p>
        </p:txBody>
      </p:sp>
    </p:spTree>
    <p:extLst>
      <p:ext uri="{BB962C8B-B14F-4D97-AF65-F5344CB8AC3E}">
        <p14:creationId xmlns:p14="http://schemas.microsoft.com/office/powerpoint/2010/main" val="3168225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3</a:t>
            </a:r>
          </a:p>
        </p:txBody>
      </p:sp>
      <p:sp>
        <p:nvSpPr>
          <p:cNvPr id="4" name="Slide Number Placeholder 3"/>
          <p:cNvSpPr>
            <a:spLocks noGrp="1"/>
          </p:cNvSpPr>
          <p:nvPr>
            <p:ph type="sldNum" sz="quarter" idx="5"/>
          </p:nvPr>
        </p:nvSpPr>
        <p:spPr/>
        <p:txBody>
          <a:bodyPr/>
          <a:lstStyle/>
          <a:p>
            <a:fld id="{F42FCF56-B561-435C-941B-5BC525D06B87}" type="slidenum">
              <a:rPr lang="en-GB" smtClean="0"/>
              <a:t>31</a:t>
            </a:fld>
            <a:endParaRPr lang="en-GB"/>
          </a:p>
        </p:txBody>
      </p:sp>
    </p:spTree>
    <p:extLst>
      <p:ext uri="{BB962C8B-B14F-4D97-AF65-F5344CB8AC3E}">
        <p14:creationId xmlns:p14="http://schemas.microsoft.com/office/powerpoint/2010/main" val="3322990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4</a:t>
            </a:r>
          </a:p>
        </p:txBody>
      </p:sp>
      <p:sp>
        <p:nvSpPr>
          <p:cNvPr id="4" name="Slide Number Placeholder 3"/>
          <p:cNvSpPr>
            <a:spLocks noGrp="1"/>
          </p:cNvSpPr>
          <p:nvPr>
            <p:ph type="sldNum" sz="quarter" idx="5"/>
          </p:nvPr>
        </p:nvSpPr>
        <p:spPr/>
        <p:txBody>
          <a:bodyPr/>
          <a:lstStyle/>
          <a:p>
            <a:fld id="{F42FCF56-B561-435C-941B-5BC525D06B87}" type="slidenum">
              <a:rPr lang="en-GB" smtClean="0"/>
              <a:t>32</a:t>
            </a:fld>
            <a:endParaRPr lang="en-GB"/>
          </a:p>
        </p:txBody>
      </p:sp>
    </p:spTree>
    <p:extLst>
      <p:ext uri="{BB962C8B-B14F-4D97-AF65-F5344CB8AC3E}">
        <p14:creationId xmlns:p14="http://schemas.microsoft.com/office/powerpoint/2010/main" val="32082939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5 6 7</a:t>
            </a:r>
          </a:p>
        </p:txBody>
      </p:sp>
      <p:sp>
        <p:nvSpPr>
          <p:cNvPr id="4" name="Slide Number Placeholder 3"/>
          <p:cNvSpPr>
            <a:spLocks noGrp="1"/>
          </p:cNvSpPr>
          <p:nvPr>
            <p:ph type="sldNum" sz="quarter" idx="5"/>
          </p:nvPr>
        </p:nvSpPr>
        <p:spPr/>
        <p:txBody>
          <a:bodyPr/>
          <a:lstStyle/>
          <a:p>
            <a:fld id="{F42FCF56-B561-435C-941B-5BC525D06B87}" type="slidenum">
              <a:rPr lang="en-GB" smtClean="0"/>
              <a:t>33</a:t>
            </a:fld>
            <a:endParaRPr lang="en-GB"/>
          </a:p>
        </p:txBody>
      </p:sp>
    </p:spTree>
    <p:extLst>
      <p:ext uri="{BB962C8B-B14F-4D97-AF65-F5344CB8AC3E}">
        <p14:creationId xmlns:p14="http://schemas.microsoft.com/office/powerpoint/2010/main" val="2585703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F37DC-82E1-8FA3-7CE4-C4473583C5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9990B7-BC43-49E0-F3D7-29D2D5F50C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7254BA-DF2E-859A-A9D0-D449D649ECCB}"/>
              </a:ext>
            </a:extLst>
          </p:cNvPr>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Computers use base-2 to count. This can be pictured as follows:</a:t>
            </a:r>
          </a:p>
          <a:p>
            <a:pPr algn="l">
              <a:buFont typeface="Arial" panose="020B0604020202020204" pitchFamily="34" charset="0"/>
              <a:buChar char="•"/>
            </a:pPr>
            <a:r>
              <a:rPr lang="en-GB" b="0" i="0" dirty="0">
                <a:solidFill>
                  <a:srgbClr val="343A40"/>
                </a:solidFill>
                <a:effectLst/>
                <a:latin typeface="Atkinson Hyperlegible"/>
              </a:rPr>
              <a:t>2^2 2^1 2^0 4 2 1</a:t>
            </a:r>
          </a:p>
          <a:p>
            <a:pPr algn="l">
              <a:buFont typeface="Arial" panose="020B0604020202020204" pitchFamily="34" charset="0"/>
              <a:buChar char="•"/>
            </a:pPr>
            <a:r>
              <a:rPr lang="en-GB" b="0" i="0" dirty="0">
                <a:solidFill>
                  <a:srgbClr val="343A40"/>
                </a:solidFill>
                <a:effectLst/>
                <a:latin typeface="Atkinson Hyperlegible"/>
              </a:rPr>
              <a:t>Therefore, you could say that it would require three bits (the four’s place, the two’s place, and the one’s place) to represent a number as high as seven.</a:t>
            </a:r>
          </a:p>
        </p:txBody>
      </p:sp>
      <p:sp>
        <p:nvSpPr>
          <p:cNvPr id="4" name="Slide Number Placeholder 3">
            <a:extLst>
              <a:ext uri="{FF2B5EF4-FFF2-40B4-BE49-F238E27FC236}">
                <a16:creationId xmlns:a16="http://schemas.microsoft.com/office/drawing/2014/main" id="{C4688A2E-47D8-DA8C-591B-7200AB3D64E0}"/>
              </a:ext>
            </a:extLst>
          </p:cNvPr>
          <p:cNvSpPr>
            <a:spLocks noGrp="1"/>
          </p:cNvSpPr>
          <p:nvPr>
            <p:ph type="sldNum" sz="quarter" idx="5"/>
          </p:nvPr>
        </p:nvSpPr>
        <p:spPr/>
        <p:txBody>
          <a:bodyPr/>
          <a:lstStyle/>
          <a:p>
            <a:fld id="{F42FCF56-B561-435C-941B-5BC525D06B87}" type="slidenum">
              <a:rPr lang="en-GB" smtClean="0"/>
              <a:t>34</a:t>
            </a:fld>
            <a:endParaRPr lang="en-GB"/>
          </a:p>
        </p:txBody>
      </p:sp>
    </p:spTree>
    <p:extLst>
      <p:ext uri="{BB962C8B-B14F-4D97-AF65-F5344CB8AC3E}">
        <p14:creationId xmlns:p14="http://schemas.microsoft.com/office/powerpoint/2010/main" val="18731332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43A40"/>
                </a:solidFill>
                <a:effectLst/>
                <a:latin typeface="Atkinson Hyperlegible"/>
              </a:rPr>
              <a:t>Computers generally use eight bits (also known as a </a:t>
            </a:r>
            <a:r>
              <a:rPr lang="en-GB" b="0" i="1" dirty="0">
                <a:solidFill>
                  <a:srgbClr val="343A40"/>
                </a:solidFill>
                <a:effectLst/>
                <a:latin typeface="Atkinson Hyperlegible"/>
              </a:rPr>
              <a:t>byte</a:t>
            </a:r>
            <a:r>
              <a:rPr lang="en-GB" b="0" i="0" dirty="0">
                <a:solidFill>
                  <a:srgbClr val="343A40"/>
                </a:solidFill>
                <a:effectLst/>
                <a:latin typeface="Atkinson Hyperlegible"/>
              </a:rPr>
              <a:t>) to represent a number. </a:t>
            </a:r>
          </a:p>
          <a:p>
            <a:r>
              <a:rPr lang="en-GB" b="0" i="0" dirty="0">
                <a:solidFill>
                  <a:srgbClr val="343A40"/>
                </a:solidFill>
                <a:effectLst/>
                <a:latin typeface="Atkinson Hyperlegible"/>
              </a:rPr>
              <a:t>For example, </a:t>
            </a:r>
            <a:r>
              <a:rPr lang="en-GB" dirty="0"/>
              <a:t>00000101</a:t>
            </a:r>
            <a:r>
              <a:rPr lang="en-GB" b="0" i="0" dirty="0">
                <a:solidFill>
                  <a:srgbClr val="343A40"/>
                </a:solidFill>
                <a:effectLst/>
                <a:latin typeface="Atkinson Hyperlegible"/>
              </a:rPr>
              <a:t> is the number 5 in </a:t>
            </a:r>
            <a:r>
              <a:rPr lang="en-GB" b="0" i="1" dirty="0">
                <a:solidFill>
                  <a:srgbClr val="343A40"/>
                </a:solidFill>
                <a:effectLst/>
                <a:latin typeface="Atkinson Hyperlegible"/>
              </a:rPr>
              <a:t>binary</a:t>
            </a:r>
            <a:r>
              <a:rPr lang="en-GB" b="0" i="0" dirty="0">
                <a:solidFill>
                  <a:srgbClr val="343A40"/>
                </a:solidFill>
                <a:effectLst/>
                <a:latin typeface="Atkinson Hyperlegible"/>
              </a:rPr>
              <a:t>. </a:t>
            </a:r>
          </a:p>
          <a:p>
            <a:r>
              <a:rPr lang="en-GB" dirty="0"/>
              <a:t>11111111</a:t>
            </a:r>
            <a:r>
              <a:rPr lang="en-GB" b="0" i="0" dirty="0">
                <a:solidFill>
                  <a:srgbClr val="343A40"/>
                </a:solidFill>
                <a:effectLst/>
                <a:latin typeface="Atkinson Hyperlegible"/>
              </a:rPr>
              <a:t> represents the number 255. You can imagine zero as follows:</a:t>
            </a:r>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35</a:t>
            </a:fld>
            <a:endParaRPr lang="en-GB"/>
          </a:p>
        </p:txBody>
      </p:sp>
    </p:spTree>
    <p:extLst>
      <p:ext uri="{BB962C8B-B14F-4D97-AF65-F5344CB8AC3E}">
        <p14:creationId xmlns:p14="http://schemas.microsoft.com/office/powerpoint/2010/main" val="25238776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Just as numbers are binary patterns of ones and zeros, letters are represented using ones and zeros, too!</a:t>
            </a:r>
          </a:p>
          <a:p>
            <a:pPr algn="l">
              <a:buFont typeface="Arial" panose="020B0604020202020204" pitchFamily="34" charset="0"/>
              <a:buChar char="•"/>
            </a:pPr>
            <a:r>
              <a:rPr lang="en-GB" b="0" i="0" dirty="0">
                <a:solidFill>
                  <a:srgbClr val="343A40"/>
                </a:solidFill>
                <a:effectLst/>
                <a:latin typeface="Atkinson Hyperlegible"/>
              </a:rPr>
              <a:t>Since there is an overlap between the ones and zeros that represent numbers and letters, the </a:t>
            </a:r>
            <a:r>
              <a:rPr lang="en-GB" b="0" i="1" dirty="0">
                <a:solidFill>
                  <a:srgbClr val="343A40"/>
                </a:solidFill>
                <a:effectLst/>
                <a:latin typeface="Atkinson Hyperlegible"/>
              </a:rPr>
              <a:t>ASCII</a:t>
            </a:r>
            <a:r>
              <a:rPr lang="en-GB" b="0" i="0" dirty="0">
                <a:solidFill>
                  <a:srgbClr val="343A40"/>
                </a:solidFill>
                <a:effectLst/>
                <a:latin typeface="Atkinson Hyperlegible"/>
              </a:rPr>
              <a:t> standard was created to map specific letters to specific numbers.</a:t>
            </a:r>
          </a:p>
          <a:p>
            <a:pPr algn="l">
              <a:buFont typeface="Arial" panose="020B0604020202020204" pitchFamily="34" charset="0"/>
              <a:buChar char="•"/>
            </a:pPr>
            <a:r>
              <a:rPr lang="en-GB" b="0" i="0" dirty="0">
                <a:solidFill>
                  <a:srgbClr val="343A40"/>
                </a:solidFill>
                <a:effectLst/>
                <a:latin typeface="Atkinson Hyperlegible"/>
              </a:rPr>
              <a:t>For example, the letter A was decided to map to the number 65. 01000001 represents the number 65 in binary. You can visualize this as follows:</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36</a:t>
            </a:fld>
            <a:endParaRPr lang="en-GB"/>
          </a:p>
        </p:txBody>
      </p:sp>
    </p:spTree>
    <p:extLst>
      <p:ext uri="{BB962C8B-B14F-4D97-AF65-F5344CB8AC3E}">
        <p14:creationId xmlns:p14="http://schemas.microsoft.com/office/powerpoint/2010/main" val="3153611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If you received a text message, the binary under that message might represent the numbers 72, 73, and 33. Mapping these out to ASCII, your message would look as follows:</a:t>
            </a:r>
          </a:p>
          <a:p>
            <a:pPr algn="l">
              <a:buFont typeface="Arial" panose="020B0604020202020204" pitchFamily="34" charset="0"/>
              <a:buChar char="•"/>
            </a:pPr>
            <a:r>
              <a:rPr lang="en-GB" b="0" i="0" dirty="0">
                <a:solidFill>
                  <a:srgbClr val="343A40"/>
                </a:solidFill>
                <a:effectLst/>
                <a:latin typeface="Atkinson Hyperlegible"/>
              </a:rPr>
              <a:t>H I ! 72 73 33</a:t>
            </a:r>
          </a:p>
          <a:p>
            <a:pPr algn="l">
              <a:buFont typeface="Arial" panose="020B0604020202020204" pitchFamily="34" charset="0"/>
              <a:buChar char="•"/>
            </a:pPr>
            <a:r>
              <a:rPr lang="en-GB" b="0" i="0" dirty="0">
                <a:solidFill>
                  <a:srgbClr val="343A40"/>
                </a:solidFill>
                <a:effectLst/>
                <a:latin typeface="Atkinson Hyperlegible"/>
              </a:rPr>
              <a:t>Thank goodness for standards like ASCII that allow us to agree upon these values!</a:t>
            </a:r>
          </a:p>
          <a:p>
            <a:pPr algn="l">
              <a:buFont typeface="Arial" panose="020B0604020202020204" pitchFamily="34" charset="0"/>
              <a:buChar char="•"/>
            </a:pPr>
            <a:r>
              <a:rPr lang="en-GB" b="0" i="0" dirty="0">
                <a:solidFill>
                  <a:srgbClr val="343A40"/>
                </a:solidFill>
                <a:effectLst/>
                <a:latin typeface="Atkinson Hyperlegible"/>
              </a:rPr>
              <a:t>Here is an expanded map of ASCII values:</a:t>
            </a:r>
          </a:p>
        </p:txBody>
      </p:sp>
      <p:sp>
        <p:nvSpPr>
          <p:cNvPr id="4" name="Slide Number Placeholder 3"/>
          <p:cNvSpPr>
            <a:spLocks noGrp="1"/>
          </p:cNvSpPr>
          <p:nvPr>
            <p:ph type="sldNum" sz="quarter" idx="5"/>
          </p:nvPr>
        </p:nvSpPr>
        <p:spPr/>
        <p:txBody>
          <a:bodyPr/>
          <a:lstStyle/>
          <a:p>
            <a:fld id="{F42FCF56-B561-435C-941B-5BC525D06B87}" type="slidenum">
              <a:rPr lang="en-GB" smtClean="0"/>
              <a:t>37</a:t>
            </a:fld>
            <a:endParaRPr lang="en-GB"/>
          </a:p>
        </p:txBody>
      </p:sp>
    </p:spTree>
    <p:extLst>
      <p:ext uri="{BB962C8B-B14F-4D97-AF65-F5344CB8AC3E}">
        <p14:creationId xmlns:p14="http://schemas.microsoft.com/office/powerpoint/2010/main" val="27599961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As time has rolled on, there are more and more ways to communicate via text.</a:t>
            </a:r>
          </a:p>
          <a:p>
            <a:pPr algn="l">
              <a:buFont typeface="Arial" panose="020B0604020202020204" pitchFamily="34" charset="0"/>
              <a:buChar char="•"/>
            </a:pPr>
            <a:r>
              <a:rPr lang="en-GB" b="0" i="0" dirty="0">
                <a:solidFill>
                  <a:srgbClr val="343A40"/>
                </a:solidFill>
                <a:effectLst/>
                <a:latin typeface="Atkinson Hyperlegible"/>
              </a:rPr>
              <a:t>Since there were not enough digits in binary to represent all the various characters that could be represented by humans, the </a:t>
            </a:r>
            <a:r>
              <a:rPr lang="en-GB" b="0" i="1" dirty="0">
                <a:solidFill>
                  <a:srgbClr val="343A40"/>
                </a:solidFill>
                <a:effectLst/>
                <a:latin typeface="Atkinson Hyperlegible"/>
              </a:rPr>
              <a:t>Unicode</a:t>
            </a:r>
            <a:r>
              <a:rPr lang="en-GB" b="0" i="0" dirty="0">
                <a:solidFill>
                  <a:srgbClr val="343A40"/>
                </a:solidFill>
                <a:effectLst/>
                <a:latin typeface="Atkinson Hyperlegible"/>
              </a:rPr>
              <a:t> standard expanded the number of bits that can be transmitted and understood by computers. Unicode includes not only special characters, but emoji as well.</a:t>
            </a:r>
          </a:p>
          <a:p>
            <a:pPr algn="l">
              <a:buFont typeface="Arial" panose="020B0604020202020204" pitchFamily="34" charset="0"/>
              <a:buChar char="•"/>
            </a:pPr>
            <a:r>
              <a:rPr lang="en-GB" b="0" i="0" dirty="0">
                <a:solidFill>
                  <a:srgbClr val="343A40"/>
                </a:solidFill>
                <a:effectLst/>
                <a:latin typeface="Atkinson Hyperlegible"/>
              </a:rPr>
              <a:t>There are emoji that you probably use every day. The following may look familiar to you:</a:t>
            </a:r>
          </a:p>
          <a:p>
            <a:pPr algn="l">
              <a:buFont typeface="Arial" panose="020B0604020202020204" pitchFamily="34" charset="0"/>
              <a:buChar char="•"/>
            </a:pPr>
            <a:r>
              <a:rPr lang="en-GB" b="0" i="0" dirty="0">
                <a:solidFill>
                  <a:srgbClr val="343A40"/>
                </a:solidFill>
                <a:effectLst/>
                <a:latin typeface="Atkinson Hyperlegible"/>
              </a:rPr>
              <a:t>😀 😃 😄 😁 😆 😅 😂 🙂 🙃 😉 😊 😇 😍 😘 😗 😙 😚 😋 😛 😜 😝 🤑 🤓 😎 🤗 😏 😶 😐 😑 😒 🙄 😬 😕 ☹️ 😟 😮 😯 😲 😳 😦 😧 😨</a:t>
            </a:r>
          </a:p>
          <a:p>
            <a:pPr algn="l">
              <a:buFont typeface="Arial" panose="020B0604020202020204" pitchFamily="34" charset="0"/>
              <a:buChar char="•"/>
            </a:pPr>
            <a:r>
              <a:rPr lang="en-GB" b="0" i="0" dirty="0">
                <a:solidFill>
                  <a:srgbClr val="343A40"/>
                </a:solidFill>
                <a:effectLst/>
                <a:latin typeface="Atkinson Hyperlegible"/>
              </a:rPr>
              <a:t>While the pattern of zeros and ones is standardized within Unicode, each device manufacturer may display each emoji slightly differently than another manufacturer.</a:t>
            </a:r>
          </a:p>
          <a:p>
            <a:pPr algn="l">
              <a:buFont typeface="Arial" panose="020B0604020202020204" pitchFamily="34" charset="0"/>
              <a:buChar char="•"/>
            </a:pPr>
            <a:r>
              <a:rPr lang="en-GB" b="0" i="0" dirty="0">
                <a:solidFill>
                  <a:srgbClr val="343A40"/>
                </a:solidFill>
                <a:effectLst/>
                <a:latin typeface="Atkinson Hyperlegible"/>
              </a:rPr>
              <a:t>More and more features are being added to the Unicode standard to represent further characters and emoji.</a:t>
            </a:r>
          </a:p>
          <a:p>
            <a:pPr algn="l">
              <a:buFont typeface="Arial" panose="020B0604020202020204" pitchFamily="34" charset="0"/>
              <a:buChar char="•"/>
            </a:pPr>
            <a:r>
              <a:rPr lang="en-GB" b="0" i="0" dirty="0">
                <a:solidFill>
                  <a:srgbClr val="343A40"/>
                </a:solidFill>
                <a:effectLst/>
                <a:latin typeface="Atkinson Hyperlegible"/>
              </a:rPr>
              <a:t>If you wish, you can learn more about </a:t>
            </a:r>
            <a:r>
              <a:rPr lang="en-GB" b="0" i="0" u="sng" dirty="0">
                <a:solidFill>
                  <a:srgbClr val="2761E3"/>
                </a:solidFill>
                <a:effectLst/>
                <a:latin typeface="Atkinson Hyperlegible"/>
                <a:hlinkClick r:id="rId3"/>
              </a:rPr>
              <a:t>Unicode</a:t>
            </a:r>
            <a:r>
              <a:rPr lang="en-GB" b="0" i="0" dirty="0">
                <a:solidFill>
                  <a:srgbClr val="343A40"/>
                </a:solidFill>
                <a:effectLst/>
                <a:latin typeface="Atkinson Hyperlegible"/>
              </a:rPr>
              <a:t>.</a:t>
            </a:r>
          </a:p>
          <a:p>
            <a:pPr algn="l">
              <a:buFont typeface="Arial" panose="020B0604020202020204" pitchFamily="34" charset="0"/>
              <a:buChar char="•"/>
            </a:pPr>
            <a:r>
              <a:rPr lang="en-GB" b="0" i="0" dirty="0">
                <a:solidFill>
                  <a:srgbClr val="343A40"/>
                </a:solidFill>
                <a:effectLst/>
                <a:latin typeface="Atkinson Hyperlegible"/>
              </a:rPr>
              <a:t>If you wish, you can learn more about </a:t>
            </a:r>
            <a:r>
              <a:rPr lang="en-GB" b="0" i="0" u="sng" dirty="0">
                <a:solidFill>
                  <a:srgbClr val="2761E3"/>
                </a:solidFill>
                <a:effectLst/>
                <a:latin typeface="Atkinson Hyperlegible"/>
                <a:hlinkClick r:id="rId4"/>
              </a:rPr>
              <a:t>emoji</a:t>
            </a:r>
            <a:r>
              <a:rPr lang="en-GB" b="0" i="0" dirty="0">
                <a:solidFill>
                  <a:srgbClr val="343A40"/>
                </a:solidFill>
                <a:effectLst/>
                <a:latin typeface="Atkinson Hyperlegible"/>
              </a:rPr>
              <a:t>.</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38</a:t>
            </a:fld>
            <a:endParaRPr lang="en-GB"/>
          </a:p>
        </p:txBody>
      </p:sp>
    </p:spTree>
    <p:extLst>
      <p:ext uri="{BB962C8B-B14F-4D97-AF65-F5344CB8AC3E}">
        <p14:creationId xmlns:p14="http://schemas.microsoft.com/office/powerpoint/2010/main" val="34334142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Zeros and ones can also be used to represent colours</a:t>
            </a:r>
          </a:p>
          <a:p>
            <a:r>
              <a:rPr lang="en-GB" dirty="0"/>
              <a:t>Red, green and blue are a combination of three numbers </a:t>
            </a:r>
          </a:p>
        </p:txBody>
      </p:sp>
      <p:sp>
        <p:nvSpPr>
          <p:cNvPr id="4" name="Slide Number Placeholder 3"/>
          <p:cNvSpPr>
            <a:spLocks noGrp="1"/>
          </p:cNvSpPr>
          <p:nvPr>
            <p:ph type="sldNum" sz="quarter" idx="5"/>
          </p:nvPr>
        </p:nvSpPr>
        <p:spPr/>
        <p:txBody>
          <a:bodyPr/>
          <a:lstStyle/>
          <a:p>
            <a:fld id="{F42FCF56-B561-435C-941B-5BC525D06B87}" type="slidenum">
              <a:rPr lang="en-GB" smtClean="0"/>
              <a:t>39</a:t>
            </a:fld>
            <a:endParaRPr lang="en-GB"/>
          </a:p>
        </p:txBody>
      </p:sp>
    </p:spTree>
    <p:extLst>
      <p:ext uri="{BB962C8B-B14F-4D97-AF65-F5344CB8AC3E}">
        <p14:creationId xmlns:p14="http://schemas.microsoft.com/office/powerpoint/2010/main" val="5368371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343A40"/>
                </a:solidFill>
                <a:effectLst/>
                <a:latin typeface="Atkinson Hyperlegible"/>
              </a:rPr>
              <a:t>Taking our previously used 72, 73, and 33, which said </a:t>
            </a:r>
            <a:r>
              <a:rPr lang="en-GB" dirty="0"/>
              <a:t>HI!</a:t>
            </a:r>
            <a:r>
              <a:rPr lang="en-GB" b="0" i="0" dirty="0">
                <a:solidFill>
                  <a:srgbClr val="343A40"/>
                </a:solidFill>
                <a:effectLst/>
                <a:latin typeface="Atkinson Hyperlegible"/>
              </a:rPr>
              <a:t> via text, would be interpreted by image readers as a light shade of yellow. The red value would be 72, the green value would be 73, and the blue would be 33.</a:t>
            </a:r>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40</a:t>
            </a:fld>
            <a:endParaRPr lang="en-GB"/>
          </a:p>
        </p:txBody>
      </p:sp>
    </p:spTree>
    <p:extLst>
      <p:ext uri="{BB962C8B-B14F-4D97-AF65-F5344CB8AC3E}">
        <p14:creationId xmlns:p14="http://schemas.microsoft.com/office/powerpoint/2010/main" val="19307525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The three bytes required to represent various </a:t>
            </a:r>
            <a:r>
              <a:rPr lang="en-GB" b="0" i="0" dirty="0" err="1">
                <a:solidFill>
                  <a:srgbClr val="343A40"/>
                </a:solidFill>
                <a:effectLst/>
                <a:latin typeface="Atkinson Hyperlegible"/>
              </a:rPr>
              <a:t>colors</a:t>
            </a:r>
            <a:r>
              <a:rPr lang="en-GB" b="0" i="0" dirty="0">
                <a:solidFill>
                  <a:srgbClr val="343A40"/>
                </a:solidFill>
                <a:effectLst/>
                <a:latin typeface="Atkinson Hyperlegible"/>
              </a:rPr>
              <a:t> of red, blue, and green (or </a:t>
            </a:r>
            <a:r>
              <a:rPr lang="en-GB" b="0" i="1" dirty="0">
                <a:solidFill>
                  <a:srgbClr val="343A40"/>
                </a:solidFill>
                <a:effectLst/>
                <a:latin typeface="Atkinson Hyperlegible"/>
              </a:rPr>
              <a:t>RGB</a:t>
            </a:r>
            <a:r>
              <a:rPr lang="en-GB" b="0" i="0" dirty="0">
                <a:solidFill>
                  <a:srgbClr val="343A40"/>
                </a:solidFill>
                <a:effectLst/>
                <a:latin typeface="Atkinson Hyperlegible"/>
              </a:rPr>
              <a:t>) make up each </a:t>
            </a:r>
            <a:r>
              <a:rPr lang="en-GB" b="0" i="1" dirty="0">
                <a:solidFill>
                  <a:srgbClr val="343A40"/>
                </a:solidFill>
                <a:effectLst/>
                <a:latin typeface="Atkinson Hyperlegible"/>
              </a:rPr>
              <a:t>pixel</a:t>
            </a:r>
            <a:r>
              <a:rPr lang="en-GB" b="0" i="0" dirty="0">
                <a:solidFill>
                  <a:srgbClr val="343A40"/>
                </a:solidFill>
                <a:effectLst/>
                <a:latin typeface="Atkinson Hyperlegible"/>
              </a:rPr>
              <a:t> (or dot) of </a:t>
            </a:r>
            <a:r>
              <a:rPr lang="en-GB" b="0" i="0" dirty="0" err="1">
                <a:solidFill>
                  <a:srgbClr val="343A40"/>
                </a:solidFill>
                <a:effectLst/>
                <a:latin typeface="Atkinson Hyperlegible"/>
              </a:rPr>
              <a:t>color</a:t>
            </a:r>
            <a:r>
              <a:rPr lang="en-GB" b="0" i="0" dirty="0">
                <a:solidFill>
                  <a:srgbClr val="343A40"/>
                </a:solidFill>
                <a:effectLst/>
                <a:latin typeface="Atkinson Hyperlegible"/>
              </a:rPr>
              <a:t> in any digital image. Images are simply collections of RGB values.</a:t>
            </a:r>
          </a:p>
          <a:p>
            <a:pPr algn="l">
              <a:buFont typeface="Arial" panose="020B0604020202020204" pitchFamily="34" charset="0"/>
              <a:buChar char="•"/>
            </a:pPr>
            <a:r>
              <a:rPr lang="en-GB" b="0" i="0" dirty="0">
                <a:solidFill>
                  <a:srgbClr val="343A40"/>
                </a:solidFill>
                <a:effectLst/>
                <a:latin typeface="Atkinson Hyperlegible"/>
              </a:rPr>
              <a:t>Zeros and ones can be used to represent images, videos, and music!</a:t>
            </a:r>
          </a:p>
          <a:p>
            <a:pPr algn="l">
              <a:buFont typeface="Arial" panose="020B0604020202020204" pitchFamily="34" charset="0"/>
              <a:buChar char="•"/>
            </a:pPr>
            <a:r>
              <a:rPr lang="en-GB" b="0" i="0" dirty="0">
                <a:solidFill>
                  <a:srgbClr val="343A40"/>
                </a:solidFill>
                <a:effectLst/>
                <a:latin typeface="Atkinson Hyperlegible"/>
              </a:rPr>
              <a:t>Videos are sequences of many images that are stored together, just like a flipbook.</a:t>
            </a:r>
          </a:p>
          <a:p>
            <a:pPr algn="l">
              <a:buFont typeface="Arial" panose="020B0604020202020204" pitchFamily="34" charset="0"/>
              <a:buChar char="•"/>
            </a:pPr>
            <a:r>
              <a:rPr lang="en-GB" b="0" i="0" dirty="0">
                <a:solidFill>
                  <a:srgbClr val="343A40"/>
                </a:solidFill>
                <a:effectLst/>
                <a:latin typeface="Atkinson Hyperlegible"/>
              </a:rPr>
              <a:t>Music can be represented similarly using various combinations of bytes.</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41</a:t>
            </a:fld>
            <a:endParaRPr lang="en-GB"/>
          </a:p>
        </p:txBody>
      </p:sp>
    </p:spTree>
    <p:extLst>
      <p:ext uri="{BB962C8B-B14F-4D97-AF65-F5344CB8AC3E}">
        <p14:creationId xmlns:p14="http://schemas.microsoft.com/office/powerpoint/2010/main" val="34679741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Zeros and ones can be used to represent images, videos, and music!</a:t>
            </a:r>
          </a:p>
          <a:p>
            <a:pPr algn="l">
              <a:buFont typeface="Arial" panose="020B0604020202020204" pitchFamily="34" charset="0"/>
              <a:buChar char="•"/>
            </a:pPr>
            <a:r>
              <a:rPr lang="en-GB" b="0" i="0" dirty="0">
                <a:solidFill>
                  <a:srgbClr val="343A40"/>
                </a:solidFill>
                <a:effectLst/>
                <a:latin typeface="Atkinson Hyperlegible"/>
              </a:rPr>
              <a:t>Videos are sequences of many images that are stored together, just like a flipbook.</a:t>
            </a:r>
          </a:p>
          <a:p>
            <a:pPr algn="l">
              <a:buFont typeface="Arial" panose="020B0604020202020204" pitchFamily="34" charset="0"/>
              <a:buChar char="•"/>
            </a:pPr>
            <a:r>
              <a:rPr lang="en-GB" b="0" i="0" dirty="0">
                <a:solidFill>
                  <a:srgbClr val="343A40"/>
                </a:solidFill>
                <a:effectLst/>
                <a:latin typeface="Atkinson Hyperlegible"/>
              </a:rPr>
              <a:t>Music can be represented similarly using various combinations of bytes.</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42</a:t>
            </a:fld>
            <a:endParaRPr lang="en-GB"/>
          </a:p>
        </p:txBody>
      </p:sp>
    </p:spTree>
    <p:extLst>
      <p:ext uri="{BB962C8B-B14F-4D97-AF65-F5344CB8AC3E}">
        <p14:creationId xmlns:p14="http://schemas.microsoft.com/office/powerpoint/2010/main" val="6273728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Imagine the basic problem of trying to locate a single name in a phone book.</a:t>
            </a:r>
          </a:p>
          <a:p>
            <a:pPr algn="l">
              <a:buFont typeface="Arial" panose="020B0604020202020204" pitchFamily="34" charset="0"/>
              <a:buChar char="•"/>
            </a:pPr>
            <a:r>
              <a:rPr lang="en-GB" b="0" i="0" dirty="0">
                <a:solidFill>
                  <a:srgbClr val="343A40"/>
                </a:solidFill>
                <a:effectLst/>
                <a:latin typeface="Atkinson Hyperlegible"/>
              </a:rPr>
              <a:t>How might one go about this?</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45</a:t>
            </a:fld>
            <a:endParaRPr lang="en-GB"/>
          </a:p>
        </p:txBody>
      </p:sp>
    </p:spTree>
    <p:extLst>
      <p:ext uri="{BB962C8B-B14F-4D97-AF65-F5344CB8AC3E}">
        <p14:creationId xmlns:p14="http://schemas.microsoft.com/office/powerpoint/2010/main" val="24548781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0EBC5-9BC8-699D-2F00-59778A795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0EA9A-F4C2-A0E1-1CA2-AF79E25D6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E62E53-A7AF-D5EE-4966-9BCF36A3B04B}"/>
              </a:ext>
            </a:extLst>
          </p:cNvPr>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Imagine the basic problem of trying to locate a single name in a phone book.</a:t>
            </a:r>
          </a:p>
          <a:p>
            <a:pPr algn="l">
              <a:buFont typeface="Arial" panose="020B0604020202020204" pitchFamily="34" charset="0"/>
              <a:buChar char="•"/>
            </a:pPr>
            <a:r>
              <a:rPr lang="en-GB" b="0" i="0" dirty="0">
                <a:solidFill>
                  <a:srgbClr val="343A40"/>
                </a:solidFill>
                <a:effectLst/>
                <a:latin typeface="Atkinson Hyperlegible"/>
              </a:rPr>
              <a:t>How might one go about this?</a:t>
            </a:r>
          </a:p>
          <a:p>
            <a:endParaRPr lang="en-GB" dirty="0"/>
          </a:p>
        </p:txBody>
      </p:sp>
      <p:sp>
        <p:nvSpPr>
          <p:cNvPr id="4" name="Slide Number Placeholder 3">
            <a:extLst>
              <a:ext uri="{FF2B5EF4-FFF2-40B4-BE49-F238E27FC236}">
                <a16:creationId xmlns:a16="http://schemas.microsoft.com/office/drawing/2014/main" id="{D67B1CF2-C5E1-E4B1-56FF-A39D04AEC840}"/>
              </a:ext>
            </a:extLst>
          </p:cNvPr>
          <p:cNvSpPr>
            <a:spLocks noGrp="1"/>
          </p:cNvSpPr>
          <p:nvPr>
            <p:ph type="sldNum" sz="quarter" idx="5"/>
          </p:nvPr>
        </p:nvSpPr>
        <p:spPr/>
        <p:txBody>
          <a:bodyPr/>
          <a:lstStyle/>
          <a:p>
            <a:fld id="{F42FCF56-B561-435C-941B-5BC525D06B87}" type="slidenum">
              <a:rPr lang="en-GB" smtClean="0"/>
              <a:t>46</a:t>
            </a:fld>
            <a:endParaRPr lang="en-GB"/>
          </a:p>
        </p:txBody>
      </p:sp>
    </p:spTree>
    <p:extLst>
      <p:ext uri="{BB962C8B-B14F-4D97-AF65-F5344CB8AC3E}">
        <p14:creationId xmlns:p14="http://schemas.microsoft.com/office/powerpoint/2010/main" val="26399194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ED313-D2C9-7884-6165-AD2C73AF81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03CD1-DE6E-EADA-4987-6458DC031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777A2-3AE5-D5B5-5CCA-DF55022C069B}"/>
              </a:ext>
            </a:extLst>
          </p:cNvPr>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Imagine the basic problem of trying to locate a single name in a phone book.</a:t>
            </a:r>
          </a:p>
          <a:p>
            <a:pPr algn="l">
              <a:buFont typeface="Arial" panose="020B0604020202020204" pitchFamily="34" charset="0"/>
              <a:buChar char="•"/>
            </a:pPr>
            <a:r>
              <a:rPr lang="en-GB" b="0" i="0" dirty="0">
                <a:solidFill>
                  <a:srgbClr val="343A40"/>
                </a:solidFill>
                <a:effectLst/>
                <a:latin typeface="Atkinson Hyperlegible"/>
              </a:rPr>
              <a:t>How might one go about this?</a:t>
            </a:r>
            <a:br>
              <a:rPr lang="en-GB" b="0" i="0" dirty="0">
                <a:solidFill>
                  <a:srgbClr val="343A40"/>
                </a:solidFill>
                <a:effectLst/>
                <a:latin typeface="Atkinson Hyperlegible"/>
              </a:rPr>
            </a:br>
            <a:r>
              <a:rPr lang="en-GB" b="0" i="0" dirty="0">
                <a:solidFill>
                  <a:srgbClr val="343A40"/>
                </a:solidFill>
                <a:effectLst/>
                <a:latin typeface="Atkinson Hyperlegible"/>
              </a:rPr>
              <a:t>One approach could be to simply read from page one to the next to the next until reaching the last page.</a:t>
            </a:r>
          </a:p>
          <a:p>
            <a:pPr algn="l">
              <a:buFont typeface="Arial" panose="020B0604020202020204" pitchFamily="34" charset="0"/>
              <a:buChar char="•"/>
            </a:pPr>
            <a:r>
              <a:rPr lang="en-GB" b="0" i="0" dirty="0">
                <a:solidFill>
                  <a:srgbClr val="343A40"/>
                </a:solidFill>
                <a:effectLst/>
                <a:latin typeface="Atkinson Hyperlegible"/>
              </a:rPr>
              <a:t>Another approach could be to search two pages at a time.</a:t>
            </a:r>
          </a:p>
          <a:p>
            <a:pPr algn="l">
              <a:buFont typeface="Arial" panose="020B0604020202020204" pitchFamily="34" charset="0"/>
              <a:buChar char="•"/>
            </a:pPr>
            <a:r>
              <a:rPr lang="en-GB" b="0" i="0" dirty="0">
                <a:solidFill>
                  <a:srgbClr val="343A40"/>
                </a:solidFill>
                <a:effectLst/>
                <a:latin typeface="Atkinson Hyperlegible"/>
              </a:rPr>
              <a:t>A final and perhaps better approach could be to go to the middle of the phone book and ask, “Is the name I am looking for to the left or to the right?” Then, repeat this process, cutting the problem in half and half and half.</a:t>
            </a:r>
          </a:p>
          <a:p>
            <a:pPr algn="l">
              <a:buFont typeface="Arial" panose="020B0604020202020204" pitchFamily="34" charset="0"/>
              <a:buChar char="•"/>
            </a:pPr>
            <a:endParaRPr lang="en-GB" b="0" i="0" dirty="0">
              <a:solidFill>
                <a:srgbClr val="343A40"/>
              </a:solidFill>
              <a:effectLst/>
              <a:latin typeface="Atkinson Hyperlegible"/>
            </a:endParaRPr>
          </a:p>
          <a:p>
            <a:endParaRPr lang="en-GB" dirty="0"/>
          </a:p>
        </p:txBody>
      </p:sp>
      <p:sp>
        <p:nvSpPr>
          <p:cNvPr id="4" name="Slide Number Placeholder 3">
            <a:extLst>
              <a:ext uri="{FF2B5EF4-FFF2-40B4-BE49-F238E27FC236}">
                <a16:creationId xmlns:a16="http://schemas.microsoft.com/office/drawing/2014/main" id="{9F8B711F-60BF-486B-A85F-6B9023451E00}"/>
              </a:ext>
            </a:extLst>
          </p:cNvPr>
          <p:cNvSpPr>
            <a:spLocks noGrp="1"/>
          </p:cNvSpPr>
          <p:nvPr>
            <p:ph type="sldNum" sz="quarter" idx="5"/>
          </p:nvPr>
        </p:nvSpPr>
        <p:spPr/>
        <p:txBody>
          <a:bodyPr/>
          <a:lstStyle/>
          <a:p>
            <a:fld id="{F42FCF56-B561-435C-941B-5BC525D06B87}" type="slidenum">
              <a:rPr lang="en-GB" smtClean="0"/>
              <a:t>47</a:t>
            </a:fld>
            <a:endParaRPr lang="en-GB"/>
          </a:p>
        </p:txBody>
      </p:sp>
    </p:spTree>
    <p:extLst>
      <p:ext uri="{BB962C8B-B14F-4D97-AF65-F5344CB8AC3E}">
        <p14:creationId xmlns:p14="http://schemas.microsoft.com/office/powerpoint/2010/main" val="41379275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EC84D-E20D-FC97-77E2-58448C1AEE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93EA4-DE9A-9ABE-691F-AA3EEF526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8DFFE-6ED5-5F54-55F0-E849337EB9CA}"/>
              </a:ext>
            </a:extLst>
          </p:cNvPr>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Imagine the basic problem of trying to locate a single name in a phone book.</a:t>
            </a:r>
          </a:p>
          <a:p>
            <a:pPr algn="l">
              <a:buFont typeface="Arial" panose="020B0604020202020204" pitchFamily="34" charset="0"/>
              <a:buChar char="•"/>
            </a:pPr>
            <a:r>
              <a:rPr lang="en-GB" b="0" i="0" dirty="0">
                <a:solidFill>
                  <a:srgbClr val="343A40"/>
                </a:solidFill>
                <a:effectLst/>
                <a:latin typeface="Atkinson Hyperlegible"/>
              </a:rPr>
              <a:t>How might one go about this?</a:t>
            </a:r>
            <a:br>
              <a:rPr lang="en-GB" b="0" i="0" dirty="0">
                <a:solidFill>
                  <a:srgbClr val="343A40"/>
                </a:solidFill>
                <a:effectLst/>
                <a:latin typeface="Atkinson Hyperlegible"/>
              </a:rPr>
            </a:br>
            <a:r>
              <a:rPr lang="en-GB" b="0" i="0" dirty="0">
                <a:solidFill>
                  <a:srgbClr val="343A40"/>
                </a:solidFill>
                <a:effectLst/>
                <a:latin typeface="Atkinson Hyperlegible"/>
              </a:rPr>
              <a:t>One approach could be to simply read from page one to the next to the next until reaching the last page.</a:t>
            </a:r>
          </a:p>
          <a:p>
            <a:pPr algn="l">
              <a:buFont typeface="Arial" panose="020B0604020202020204" pitchFamily="34" charset="0"/>
              <a:buChar char="•"/>
            </a:pPr>
            <a:r>
              <a:rPr lang="en-GB" b="0" i="0" dirty="0">
                <a:solidFill>
                  <a:srgbClr val="343A40"/>
                </a:solidFill>
                <a:effectLst/>
                <a:latin typeface="Atkinson Hyperlegible"/>
              </a:rPr>
              <a:t>Another approach could be to search two pages at a time.</a:t>
            </a:r>
          </a:p>
          <a:p>
            <a:pPr algn="l">
              <a:buFont typeface="Arial" panose="020B0604020202020204" pitchFamily="34" charset="0"/>
              <a:buChar char="•"/>
            </a:pPr>
            <a:r>
              <a:rPr lang="en-GB" b="0" i="0" dirty="0">
                <a:solidFill>
                  <a:srgbClr val="343A40"/>
                </a:solidFill>
                <a:effectLst/>
                <a:latin typeface="Atkinson Hyperlegible"/>
              </a:rPr>
              <a:t>A final and perhaps better approach could be to go to the middle of the phone book and ask, “Is the name I am looking for to the left or to the right?” Then, repeat this process, cutting the problem in half and half and half.</a:t>
            </a:r>
          </a:p>
          <a:p>
            <a:pPr algn="l">
              <a:buFont typeface="Arial" panose="020B0604020202020204" pitchFamily="34" charset="0"/>
              <a:buChar char="•"/>
            </a:pPr>
            <a:endParaRPr lang="en-GB" b="0" i="0" dirty="0">
              <a:solidFill>
                <a:srgbClr val="343A40"/>
              </a:solidFill>
              <a:effectLst/>
              <a:latin typeface="Atkinson Hyperlegible"/>
            </a:endParaRPr>
          </a:p>
          <a:p>
            <a:endParaRPr lang="en-GB" dirty="0"/>
          </a:p>
        </p:txBody>
      </p:sp>
      <p:sp>
        <p:nvSpPr>
          <p:cNvPr id="4" name="Slide Number Placeholder 3">
            <a:extLst>
              <a:ext uri="{FF2B5EF4-FFF2-40B4-BE49-F238E27FC236}">
                <a16:creationId xmlns:a16="http://schemas.microsoft.com/office/drawing/2014/main" id="{2CEC3529-7566-3052-60D4-F0FCC7285D8C}"/>
              </a:ext>
            </a:extLst>
          </p:cNvPr>
          <p:cNvSpPr>
            <a:spLocks noGrp="1"/>
          </p:cNvSpPr>
          <p:nvPr>
            <p:ph type="sldNum" sz="quarter" idx="5"/>
          </p:nvPr>
        </p:nvSpPr>
        <p:spPr/>
        <p:txBody>
          <a:bodyPr/>
          <a:lstStyle/>
          <a:p>
            <a:fld id="{F42FCF56-B561-435C-941B-5BC525D06B87}" type="slidenum">
              <a:rPr lang="en-GB" smtClean="0"/>
              <a:t>48</a:t>
            </a:fld>
            <a:endParaRPr lang="en-GB"/>
          </a:p>
        </p:txBody>
      </p:sp>
    </p:spTree>
    <p:extLst>
      <p:ext uri="{BB962C8B-B14F-4D97-AF65-F5344CB8AC3E}">
        <p14:creationId xmlns:p14="http://schemas.microsoft.com/office/powerpoint/2010/main" val="10210599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343A40"/>
                </a:solidFill>
                <a:effectLst/>
                <a:latin typeface="Atkinson Hyperlegible"/>
              </a:rPr>
              <a:t>One approach could be to simply read from page one to the next to the next until reaching the last page.</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50</a:t>
            </a:fld>
            <a:endParaRPr lang="en-GB"/>
          </a:p>
        </p:txBody>
      </p:sp>
    </p:spTree>
    <p:extLst>
      <p:ext uri="{BB962C8B-B14F-4D97-AF65-F5344CB8AC3E}">
        <p14:creationId xmlns:p14="http://schemas.microsoft.com/office/powerpoint/2010/main" val="41134286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343A40"/>
                </a:solidFill>
                <a:effectLst/>
                <a:latin typeface="Atkinson Hyperlegible"/>
              </a:rPr>
              <a:t>Another approach could be to search two pages at a time.</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51</a:t>
            </a:fld>
            <a:endParaRPr lang="en-GB"/>
          </a:p>
        </p:txBody>
      </p:sp>
    </p:spTree>
    <p:extLst>
      <p:ext uri="{BB962C8B-B14F-4D97-AF65-F5344CB8AC3E}">
        <p14:creationId xmlns:p14="http://schemas.microsoft.com/office/powerpoint/2010/main" val="6971454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343A40"/>
                </a:solidFill>
                <a:effectLst/>
                <a:latin typeface="Atkinson Hyperlegible"/>
              </a:rPr>
              <a:t>A final and perhaps better approach could be to go to the middle of the phone book and ask, “Is the name I am looking for to the left or to the right?” Then, repeat this process, cutting the problem in half and half and half.</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52</a:t>
            </a:fld>
            <a:endParaRPr lang="en-GB"/>
          </a:p>
        </p:txBody>
      </p:sp>
    </p:spTree>
    <p:extLst>
      <p:ext uri="{BB962C8B-B14F-4D97-AF65-F5344CB8AC3E}">
        <p14:creationId xmlns:p14="http://schemas.microsoft.com/office/powerpoint/2010/main" val="11902967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2B10B-4D48-E895-FD1C-E9B4D79B69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553A6-8592-F0D5-5CC7-91F3EB7E30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735DB-5D33-6BF9-CF0C-3EEFFD68C13B}"/>
              </a:ext>
            </a:extLst>
          </p:cNvPr>
          <p:cNvSpPr>
            <a:spLocks noGrp="1"/>
          </p:cNvSpPr>
          <p:nvPr>
            <p:ph type="body" idx="1"/>
          </p:nvPr>
        </p:nvSpPr>
        <p:spPr/>
        <p:txBody>
          <a:bodyPr/>
          <a:lstStyle/>
          <a:p>
            <a:r>
              <a:rPr lang="en-GB" sz="1200" dirty="0"/>
              <a:t>Process of converting instructions into code is called pseudo code</a:t>
            </a:r>
            <a:br>
              <a:rPr lang="en-GB" sz="1200" dirty="0"/>
            </a:br>
            <a:br>
              <a:rPr lang="en-GB" sz="1200" dirty="0"/>
            </a:br>
            <a:r>
              <a:rPr lang="en-GB" sz="1200" dirty="0"/>
              <a:t>Important skill</a:t>
            </a:r>
          </a:p>
          <a:p>
            <a:r>
              <a:rPr lang="en-GB" sz="1200" dirty="0"/>
              <a:t>Think through the problem</a:t>
            </a:r>
          </a:p>
          <a:p>
            <a:r>
              <a:rPr lang="en-GB" sz="1200" dirty="0"/>
              <a:t>Help others understand your code after you’ve finished</a:t>
            </a:r>
          </a:p>
          <a:p>
            <a:r>
              <a:rPr lang="en-GB" sz="1200" dirty="0"/>
              <a:t>Goes nicely with rubber duck debugging</a:t>
            </a:r>
          </a:p>
          <a:p>
            <a:endParaRPr lang="en-GB" dirty="0"/>
          </a:p>
        </p:txBody>
      </p:sp>
      <p:sp>
        <p:nvSpPr>
          <p:cNvPr id="4" name="Slide Number Placeholder 3">
            <a:extLst>
              <a:ext uri="{FF2B5EF4-FFF2-40B4-BE49-F238E27FC236}">
                <a16:creationId xmlns:a16="http://schemas.microsoft.com/office/drawing/2014/main" id="{DC5DAB43-EF8A-42C7-7120-9EE069526A8B}"/>
              </a:ext>
            </a:extLst>
          </p:cNvPr>
          <p:cNvSpPr>
            <a:spLocks noGrp="1"/>
          </p:cNvSpPr>
          <p:nvPr>
            <p:ph type="sldNum" sz="quarter" idx="5"/>
          </p:nvPr>
        </p:nvSpPr>
        <p:spPr/>
        <p:txBody>
          <a:bodyPr/>
          <a:lstStyle/>
          <a:p>
            <a:fld id="{F42FCF56-B561-435C-941B-5BC525D06B87}" type="slidenum">
              <a:rPr lang="en-GB" smtClean="0"/>
              <a:t>53</a:t>
            </a:fld>
            <a:endParaRPr lang="en-GB"/>
          </a:p>
        </p:txBody>
      </p:sp>
    </p:spTree>
    <p:extLst>
      <p:ext uri="{BB962C8B-B14F-4D97-AF65-F5344CB8AC3E}">
        <p14:creationId xmlns:p14="http://schemas.microsoft.com/office/powerpoint/2010/main" val="7856565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DA5F-1360-CE74-15CC-543BE1BB9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EB6B25-8688-9C0E-6CC9-3C1909D90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EAB90-3998-45E4-07B8-519B9BAB0B98}"/>
              </a:ext>
            </a:extLst>
          </p:cNvPr>
          <p:cNvSpPr>
            <a:spLocks noGrp="1"/>
          </p:cNvSpPr>
          <p:nvPr>
            <p:ph type="body" idx="1"/>
          </p:nvPr>
        </p:nvSpPr>
        <p:spPr/>
        <p:txBody>
          <a:bodyPr/>
          <a:lstStyle/>
          <a:p>
            <a:r>
              <a:rPr lang="en-GB" sz="1200" dirty="0"/>
              <a:t>Important skill</a:t>
            </a:r>
          </a:p>
          <a:p>
            <a:r>
              <a:rPr lang="en-GB" sz="1200" dirty="0"/>
              <a:t>Think through the problem</a:t>
            </a:r>
          </a:p>
          <a:p>
            <a:r>
              <a:rPr lang="en-GB" sz="1200" dirty="0"/>
              <a:t>Help others understand your code after you’ve finished</a:t>
            </a:r>
          </a:p>
          <a:p>
            <a:r>
              <a:rPr lang="en-GB" sz="1200" dirty="0"/>
              <a:t>Goes nicely with rubber duck debugging</a:t>
            </a:r>
          </a:p>
          <a:p>
            <a:endParaRPr lang="en-GB" dirty="0"/>
          </a:p>
        </p:txBody>
      </p:sp>
      <p:sp>
        <p:nvSpPr>
          <p:cNvPr id="4" name="Slide Number Placeholder 3">
            <a:extLst>
              <a:ext uri="{FF2B5EF4-FFF2-40B4-BE49-F238E27FC236}">
                <a16:creationId xmlns:a16="http://schemas.microsoft.com/office/drawing/2014/main" id="{A7EE0D5B-E0CA-DAA8-A570-CCFE65AB97EF}"/>
              </a:ext>
            </a:extLst>
          </p:cNvPr>
          <p:cNvSpPr>
            <a:spLocks noGrp="1"/>
          </p:cNvSpPr>
          <p:nvPr>
            <p:ph type="sldNum" sz="quarter" idx="5"/>
          </p:nvPr>
        </p:nvSpPr>
        <p:spPr/>
        <p:txBody>
          <a:bodyPr/>
          <a:lstStyle/>
          <a:p>
            <a:fld id="{F42FCF56-B561-435C-941B-5BC525D06B87}" type="slidenum">
              <a:rPr lang="en-GB" smtClean="0"/>
              <a:t>54</a:t>
            </a:fld>
            <a:endParaRPr lang="en-GB"/>
          </a:p>
        </p:txBody>
      </p:sp>
    </p:spTree>
    <p:extLst>
      <p:ext uri="{BB962C8B-B14F-4D97-AF65-F5344CB8AC3E}">
        <p14:creationId xmlns:p14="http://schemas.microsoft.com/office/powerpoint/2010/main" val="37951882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074CA-7A80-0B25-F270-1A241ACB3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81C17-ABD3-921F-9227-83DFDAE4B5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48EDF-7077-6450-57A4-E360F097C03B}"/>
              </a:ext>
            </a:extLst>
          </p:cNvPr>
          <p:cNvSpPr>
            <a:spLocks noGrp="1"/>
          </p:cNvSpPr>
          <p:nvPr>
            <p:ph type="body" idx="1"/>
          </p:nvPr>
        </p:nvSpPr>
        <p:spPr/>
        <p:txBody>
          <a:bodyPr/>
          <a:lstStyle/>
          <a:p>
            <a:r>
              <a:rPr lang="en-GB" sz="1200" dirty="0"/>
              <a:t>Important skill</a:t>
            </a:r>
          </a:p>
          <a:p>
            <a:r>
              <a:rPr lang="en-GB" sz="1200" dirty="0"/>
              <a:t>Think through the problem</a:t>
            </a:r>
          </a:p>
          <a:p>
            <a:r>
              <a:rPr lang="en-GB" sz="1200" dirty="0"/>
              <a:t>Help others understand your code after you’ve finished</a:t>
            </a:r>
          </a:p>
          <a:p>
            <a:r>
              <a:rPr lang="en-GB" sz="1200" dirty="0"/>
              <a:t>Goes nicely with rubber duck debugging</a:t>
            </a:r>
          </a:p>
          <a:p>
            <a:endParaRPr lang="en-GB" dirty="0"/>
          </a:p>
        </p:txBody>
      </p:sp>
      <p:sp>
        <p:nvSpPr>
          <p:cNvPr id="4" name="Slide Number Placeholder 3">
            <a:extLst>
              <a:ext uri="{FF2B5EF4-FFF2-40B4-BE49-F238E27FC236}">
                <a16:creationId xmlns:a16="http://schemas.microsoft.com/office/drawing/2014/main" id="{B7B4113A-DABF-564B-D1C7-65D265A932A7}"/>
              </a:ext>
            </a:extLst>
          </p:cNvPr>
          <p:cNvSpPr>
            <a:spLocks noGrp="1"/>
          </p:cNvSpPr>
          <p:nvPr>
            <p:ph type="sldNum" sz="quarter" idx="5"/>
          </p:nvPr>
        </p:nvSpPr>
        <p:spPr/>
        <p:txBody>
          <a:bodyPr/>
          <a:lstStyle/>
          <a:p>
            <a:fld id="{F42FCF56-B561-435C-941B-5BC525D06B87}" type="slidenum">
              <a:rPr lang="en-GB" smtClean="0"/>
              <a:t>55</a:t>
            </a:fld>
            <a:endParaRPr lang="en-GB"/>
          </a:p>
        </p:txBody>
      </p:sp>
    </p:spTree>
    <p:extLst>
      <p:ext uri="{BB962C8B-B14F-4D97-AF65-F5344CB8AC3E}">
        <p14:creationId xmlns:p14="http://schemas.microsoft.com/office/powerpoint/2010/main" val="11273113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CFA90-2369-15F6-39C7-00C642FC8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5335C-73BF-E9C5-B94E-B202D038A6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2D562-4FFB-F79F-EAEA-D69D55ED2E17}"/>
              </a:ext>
            </a:extLst>
          </p:cNvPr>
          <p:cNvSpPr>
            <a:spLocks noGrp="1"/>
          </p:cNvSpPr>
          <p:nvPr>
            <p:ph type="body" idx="1"/>
          </p:nvPr>
        </p:nvSpPr>
        <p:spPr/>
        <p:txBody>
          <a:bodyPr/>
          <a:lstStyle/>
          <a:p>
            <a:r>
              <a:rPr lang="en-GB" sz="1200" dirty="0"/>
              <a:t>Important skill</a:t>
            </a:r>
          </a:p>
          <a:p>
            <a:r>
              <a:rPr lang="en-GB" sz="1200" dirty="0"/>
              <a:t>Think through the problem</a:t>
            </a:r>
          </a:p>
          <a:p>
            <a:r>
              <a:rPr lang="en-GB" sz="1200" dirty="0"/>
              <a:t>Help others understand your code after you’ve finished</a:t>
            </a:r>
          </a:p>
          <a:p>
            <a:r>
              <a:rPr lang="en-GB" sz="1200" dirty="0"/>
              <a:t>Goes nicely with rubber duck debugging</a:t>
            </a:r>
          </a:p>
          <a:p>
            <a:endParaRPr lang="en-GB" dirty="0"/>
          </a:p>
        </p:txBody>
      </p:sp>
      <p:sp>
        <p:nvSpPr>
          <p:cNvPr id="4" name="Slide Number Placeholder 3">
            <a:extLst>
              <a:ext uri="{FF2B5EF4-FFF2-40B4-BE49-F238E27FC236}">
                <a16:creationId xmlns:a16="http://schemas.microsoft.com/office/drawing/2014/main" id="{49EE8036-1116-45A8-EBE9-A2CECF46F3A9}"/>
              </a:ext>
            </a:extLst>
          </p:cNvPr>
          <p:cNvSpPr>
            <a:spLocks noGrp="1"/>
          </p:cNvSpPr>
          <p:nvPr>
            <p:ph type="sldNum" sz="quarter" idx="5"/>
          </p:nvPr>
        </p:nvSpPr>
        <p:spPr/>
        <p:txBody>
          <a:bodyPr/>
          <a:lstStyle/>
          <a:p>
            <a:fld id="{F42FCF56-B561-435C-941B-5BC525D06B87}" type="slidenum">
              <a:rPr lang="en-GB" smtClean="0"/>
              <a:t>56</a:t>
            </a:fld>
            <a:endParaRPr lang="en-GB"/>
          </a:p>
        </p:txBody>
      </p:sp>
    </p:spTree>
    <p:extLst>
      <p:ext uri="{BB962C8B-B14F-4D97-AF65-F5344CB8AC3E}">
        <p14:creationId xmlns:p14="http://schemas.microsoft.com/office/powerpoint/2010/main" val="14834072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5FCFF-F817-16C3-7101-0852427CF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CDD33-8930-C3E3-4EAD-B4A7FE5C6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724DBB-A215-544E-88E2-FBEF36BA7A11}"/>
              </a:ext>
            </a:extLst>
          </p:cNvPr>
          <p:cNvSpPr>
            <a:spLocks noGrp="1"/>
          </p:cNvSpPr>
          <p:nvPr>
            <p:ph type="body" idx="1"/>
          </p:nvPr>
        </p:nvSpPr>
        <p:spPr/>
        <p:txBody>
          <a:bodyPr/>
          <a:lstStyle/>
          <a:p>
            <a:r>
              <a:rPr lang="en-GB" sz="1200" dirty="0"/>
              <a:t>Important skill</a:t>
            </a:r>
          </a:p>
          <a:p>
            <a:r>
              <a:rPr lang="en-GB" sz="1200" dirty="0"/>
              <a:t>Think through the problem</a:t>
            </a:r>
          </a:p>
          <a:p>
            <a:r>
              <a:rPr lang="en-GB" sz="1200" dirty="0"/>
              <a:t>Help others understand your code after you’ve finished</a:t>
            </a:r>
          </a:p>
          <a:p>
            <a:r>
              <a:rPr lang="en-GB" sz="1200" dirty="0"/>
              <a:t>Goes nicely with rubber duck debugging</a:t>
            </a:r>
          </a:p>
          <a:p>
            <a:endParaRPr lang="en-GB" dirty="0"/>
          </a:p>
        </p:txBody>
      </p:sp>
      <p:sp>
        <p:nvSpPr>
          <p:cNvPr id="4" name="Slide Number Placeholder 3">
            <a:extLst>
              <a:ext uri="{FF2B5EF4-FFF2-40B4-BE49-F238E27FC236}">
                <a16:creationId xmlns:a16="http://schemas.microsoft.com/office/drawing/2014/main" id="{3643E378-2BE1-FEC7-73F2-FEDDFB202E78}"/>
              </a:ext>
            </a:extLst>
          </p:cNvPr>
          <p:cNvSpPr>
            <a:spLocks noGrp="1"/>
          </p:cNvSpPr>
          <p:nvPr>
            <p:ph type="sldNum" sz="quarter" idx="5"/>
          </p:nvPr>
        </p:nvSpPr>
        <p:spPr/>
        <p:txBody>
          <a:bodyPr/>
          <a:lstStyle/>
          <a:p>
            <a:fld id="{F42FCF56-B561-435C-941B-5BC525D06B87}" type="slidenum">
              <a:rPr lang="en-GB" smtClean="0"/>
              <a:t>57</a:t>
            </a:fld>
            <a:endParaRPr lang="en-GB"/>
          </a:p>
        </p:txBody>
      </p:sp>
    </p:spTree>
    <p:extLst>
      <p:ext uri="{BB962C8B-B14F-4D97-AF65-F5344CB8AC3E}">
        <p14:creationId xmlns:p14="http://schemas.microsoft.com/office/powerpoint/2010/main" val="23798159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8635C-86F0-F8CE-BDC6-052F63F43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0D3D33-203B-E2E1-5861-035C7077C2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418BC9-9C57-3B4D-26EF-141F9612256F}"/>
              </a:ext>
            </a:extLst>
          </p:cNvPr>
          <p:cNvSpPr>
            <a:spLocks noGrp="1"/>
          </p:cNvSpPr>
          <p:nvPr>
            <p:ph type="body" idx="1"/>
          </p:nvPr>
        </p:nvSpPr>
        <p:spPr/>
        <p:txBody>
          <a:bodyPr/>
          <a:lstStyle/>
          <a:p>
            <a:r>
              <a:rPr lang="en-GB" sz="1200" dirty="0"/>
              <a:t>Important skill</a:t>
            </a:r>
          </a:p>
          <a:p>
            <a:r>
              <a:rPr lang="en-GB" sz="1200" dirty="0"/>
              <a:t>Think through the problem</a:t>
            </a:r>
          </a:p>
          <a:p>
            <a:r>
              <a:rPr lang="en-GB" sz="1200" dirty="0"/>
              <a:t>Help others understand your code after you’ve finished</a:t>
            </a:r>
          </a:p>
          <a:p>
            <a:r>
              <a:rPr lang="en-GB" sz="1200" dirty="0"/>
              <a:t>Goes nicely with rubber duck debugging</a:t>
            </a:r>
          </a:p>
          <a:p>
            <a:endParaRPr lang="en-GB" dirty="0"/>
          </a:p>
        </p:txBody>
      </p:sp>
      <p:sp>
        <p:nvSpPr>
          <p:cNvPr id="4" name="Slide Number Placeholder 3">
            <a:extLst>
              <a:ext uri="{FF2B5EF4-FFF2-40B4-BE49-F238E27FC236}">
                <a16:creationId xmlns:a16="http://schemas.microsoft.com/office/drawing/2014/main" id="{D9B9173C-3206-6EAC-B43E-56ACC29E05C6}"/>
              </a:ext>
            </a:extLst>
          </p:cNvPr>
          <p:cNvSpPr>
            <a:spLocks noGrp="1"/>
          </p:cNvSpPr>
          <p:nvPr>
            <p:ph type="sldNum" sz="quarter" idx="5"/>
          </p:nvPr>
        </p:nvSpPr>
        <p:spPr/>
        <p:txBody>
          <a:bodyPr/>
          <a:lstStyle/>
          <a:p>
            <a:fld id="{F42FCF56-B561-435C-941B-5BC525D06B87}" type="slidenum">
              <a:rPr lang="en-GB" smtClean="0"/>
              <a:t>58</a:t>
            </a:fld>
            <a:endParaRPr lang="en-GB"/>
          </a:p>
        </p:txBody>
      </p:sp>
    </p:spTree>
    <p:extLst>
      <p:ext uri="{BB962C8B-B14F-4D97-AF65-F5344CB8AC3E}">
        <p14:creationId xmlns:p14="http://schemas.microsoft.com/office/powerpoint/2010/main" val="35468766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Important skill</a:t>
            </a:r>
          </a:p>
          <a:p>
            <a:r>
              <a:rPr lang="en-GB" sz="1200" dirty="0"/>
              <a:t>Think through the problem</a:t>
            </a:r>
          </a:p>
          <a:p>
            <a:r>
              <a:rPr lang="en-GB" sz="1200" dirty="0"/>
              <a:t>Help others understand your code after you’ve finished</a:t>
            </a:r>
          </a:p>
          <a:p>
            <a:r>
              <a:rPr lang="en-GB" sz="1200" dirty="0"/>
              <a:t>Goes nicely with rubber duck debugging</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59</a:t>
            </a:fld>
            <a:endParaRPr lang="en-GB"/>
          </a:p>
        </p:txBody>
      </p:sp>
    </p:spTree>
    <p:extLst>
      <p:ext uri="{BB962C8B-B14F-4D97-AF65-F5344CB8AC3E}">
        <p14:creationId xmlns:p14="http://schemas.microsoft.com/office/powerpoint/2010/main" val="6665154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A7E6E-BD87-D378-EDAD-2CB3F1B4C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75038-09DF-8AF1-69A8-820A8C0A4A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D0C878-7B7D-99F0-94FB-26B7DB8E7DFC}"/>
              </a:ext>
            </a:extLst>
          </p:cNvPr>
          <p:cNvSpPr>
            <a:spLocks noGrp="1"/>
          </p:cNvSpPr>
          <p:nvPr>
            <p:ph type="body" idx="1"/>
          </p:nvPr>
        </p:nvSpPr>
        <p:spPr/>
        <p:txBody>
          <a:bodyPr/>
          <a:lstStyle/>
          <a:p>
            <a:pPr algn="l">
              <a:buFont typeface="Arial" panose="020B0604020202020204" pitchFamily="34" charset="0"/>
              <a:buChar char="•"/>
            </a:pPr>
            <a:r>
              <a:rPr lang="en-GB" b="0" i="0" dirty="0" err="1">
                <a:solidFill>
                  <a:srgbClr val="343A40"/>
                </a:solidFill>
                <a:effectLst/>
                <a:latin typeface="Atkinson Hyperlegible"/>
              </a:rPr>
              <a:t>Pseudocoding</a:t>
            </a:r>
            <a:r>
              <a:rPr lang="en-GB" b="0" i="0" dirty="0">
                <a:solidFill>
                  <a:srgbClr val="343A40"/>
                </a:solidFill>
                <a:effectLst/>
                <a:latin typeface="Atkinson Hyperlegible"/>
              </a:rPr>
              <a:t> is such an important skill for at least two reasons. First, when you pseudocode before you create formal code, it allows you to think through the logic of your problem in advance. Second, when you pseudocode, you can later provide this information to others that are seeking to understand your coding decisions and how your code works.</a:t>
            </a:r>
          </a:p>
        </p:txBody>
      </p:sp>
      <p:sp>
        <p:nvSpPr>
          <p:cNvPr id="4" name="Slide Number Placeholder 3">
            <a:extLst>
              <a:ext uri="{FF2B5EF4-FFF2-40B4-BE49-F238E27FC236}">
                <a16:creationId xmlns:a16="http://schemas.microsoft.com/office/drawing/2014/main" id="{08C511C0-1F2B-4B55-E755-205788926A8D}"/>
              </a:ext>
            </a:extLst>
          </p:cNvPr>
          <p:cNvSpPr>
            <a:spLocks noGrp="1"/>
          </p:cNvSpPr>
          <p:nvPr>
            <p:ph type="sldNum" sz="quarter" idx="5"/>
          </p:nvPr>
        </p:nvSpPr>
        <p:spPr/>
        <p:txBody>
          <a:bodyPr/>
          <a:lstStyle/>
          <a:p>
            <a:fld id="{F42FCF56-B561-435C-941B-5BC525D06B87}" type="slidenum">
              <a:rPr lang="en-GB" smtClean="0"/>
              <a:t>60</a:t>
            </a:fld>
            <a:endParaRPr lang="en-GB"/>
          </a:p>
        </p:txBody>
      </p:sp>
    </p:spTree>
    <p:extLst>
      <p:ext uri="{BB962C8B-B14F-4D97-AF65-F5344CB8AC3E}">
        <p14:creationId xmlns:p14="http://schemas.microsoft.com/office/powerpoint/2010/main" val="19487777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7905B-3071-01EE-1F04-8A524CC8B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A9E48-F018-5E56-0D9E-4E7E6275E6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76582-959D-7EC2-C3F7-DA2EE517F904}"/>
              </a:ext>
            </a:extLst>
          </p:cNvPr>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Notice that the language within our pseudocode has some unique features. </a:t>
            </a:r>
          </a:p>
          <a:p>
            <a:pPr algn="l">
              <a:buFont typeface="Arial" panose="020B0604020202020204" pitchFamily="34" charset="0"/>
              <a:buChar char="•"/>
            </a:pPr>
            <a:r>
              <a:rPr lang="en-GB" b="0" i="0" dirty="0">
                <a:solidFill>
                  <a:srgbClr val="343A40"/>
                </a:solidFill>
                <a:effectLst/>
                <a:latin typeface="Atkinson Hyperlegible"/>
              </a:rPr>
              <a:t>First, some of these lines begin with verbs like </a:t>
            </a:r>
            <a:r>
              <a:rPr lang="en-GB" b="0" i="1" dirty="0">
                <a:solidFill>
                  <a:srgbClr val="343A40"/>
                </a:solidFill>
                <a:effectLst/>
                <a:latin typeface="Atkinson Hyperlegible"/>
              </a:rPr>
              <a:t>pick up,</a:t>
            </a:r>
            <a:r>
              <a:rPr lang="en-GB" b="0" i="0" dirty="0">
                <a:solidFill>
                  <a:srgbClr val="343A40"/>
                </a:solidFill>
                <a:effectLst/>
                <a:latin typeface="Atkinson Hyperlegible"/>
              </a:rPr>
              <a:t> </a:t>
            </a:r>
            <a:r>
              <a:rPr lang="en-GB" b="0" i="1" dirty="0">
                <a:solidFill>
                  <a:srgbClr val="343A40"/>
                </a:solidFill>
                <a:effectLst/>
                <a:latin typeface="Atkinson Hyperlegible"/>
              </a:rPr>
              <a:t>open,</a:t>
            </a:r>
            <a:r>
              <a:rPr lang="en-GB" b="0" i="0" dirty="0">
                <a:solidFill>
                  <a:srgbClr val="343A40"/>
                </a:solidFill>
                <a:effectLst/>
                <a:latin typeface="Atkinson Hyperlegible"/>
              </a:rPr>
              <a:t> </a:t>
            </a:r>
            <a:r>
              <a:rPr lang="en-GB" b="0" i="1" dirty="0">
                <a:solidFill>
                  <a:srgbClr val="343A40"/>
                </a:solidFill>
                <a:effectLst/>
                <a:latin typeface="Atkinson Hyperlegible"/>
              </a:rPr>
              <a:t>look at.</a:t>
            </a:r>
            <a:r>
              <a:rPr lang="en-GB" b="0" i="0" dirty="0">
                <a:solidFill>
                  <a:srgbClr val="343A40"/>
                </a:solidFill>
                <a:effectLst/>
                <a:latin typeface="Atkinson Hyperlegible"/>
              </a:rPr>
              <a:t> Later, we will call these </a:t>
            </a:r>
            <a:r>
              <a:rPr lang="en-GB" b="0" i="1" dirty="0">
                <a:solidFill>
                  <a:srgbClr val="343A40"/>
                </a:solidFill>
                <a:effectLst/>
                <a:latin typeface="Atkinson Hyperlegible"/>
              </a:rPr>
              <a:t>functions</a:t>
            </a:r>
            <a:r>
              <a:rPr lang="en-GB" b="0" i="0" dirty="0">
                <a:solidFill>
                  <a:srgbClr val="343A40"/>
                </a:solidFill>
                <a:effectLst/>
                <a:latin typeface="Atkinson Hyperlegible"/>
              </a:rPr>
              <a:t>.</a:t>
            </a:r>
          </a:p>
          <a:p>
            <a:pPr>
              <a:buNone/>
            </a:pPr>
            <a:br>
              <a:rPr lang="en-GB" dirty="0"/>
            </a:br>
            <a:endParaRPr lang="en-GB" b="0" i="0" dirty="0">
              <a:solidFill>
                <a:srgbClr val="343A40"/>
              </a:solidFill>
              <a:effectLst/>
              <a:latin typeface="Atkinson Hyperlegible"/>
            </a:endParaRPr>
          </a:p>
        </p:txBody>
      </p:sp>
      <p:sp>
        <p:nvSpPr>
          <p:cNvPr id="4" name="Slide Number Placeholder 3">
            <a:extLst>
              <a:ext uri="{FF2B5EF4-FFF2-40B4-BE49-F238E27FC236}">
                <a16:creationId xmlns:a16="http://schemas.microsoft.com/office/drawing/2014/main" id="{3711D257-94E4-DD21-275D-F2558A3856BA}"/>
              </a:ext>
            </a:extLst>
          </p:cNvPr>
          <p:cNvSpPr>
            <a:spLocks noGrp="1"/>
          </p:cNvSpPr>
          <p:nvPr>
            <p:ph type="sldNum" sz="quarter" idx="5"/>
          </p:nvPr>
        </p:nvSpPr>
        <p:spPr/>
        <p:txBody>
          <a:bodyPr/>
          <a:lstStyle/>
          <a:p>
            <a:fld id="{F42FCF56-B561-435C-941B-5BC525D06B87}" type="slidenum">
              <a:rPr lang="en-GB" smtClean="0"/>
              <a:t>61</a:t>
            </a:fld>
            <a:endParaRPr lang="en-GB"/>
          </a:p>
        </p:txBody>
      </p:sp>
    </p:spTree>
    <p:extLst>
      <p:ext uri="{BB962C8B-B14F-4D97-AF65-F5344CB8AC3E}">
        <p14:creationId xmlns:p14="http://schemas.microsoft.com/office/powerpoint/2010/main" val="6767946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2F978-DE37-2140-3CD9-3CC76B515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D102F-F85C-42E9-3381-5F1793339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3A4C0-246F-DAEC-1A29-A0007FF13B68}"/>
              </a:ext>
            </a:extLst>
          </p:cNvPr>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Second, notice that some lines include statements like if or else if. These are called </a:t>
            </a:r>
            <a:r>
              <a:rPr lang="en-GB" b="0" i="1" dirty="0">
                <a:solidFill>
                  <a:srgbClr val="343A40"/>
                </a:solidFill>
                <a:effectLst/>
                <a:latin typeface="Atkinson Hyperlegible"/>
              </a:rPr>
              <a:t>conditionals</a:t>
            </a:r>
            <a:r>
              <a:rPr lang="en-GB" b="0" i="0" dirty="0">
                <a:solidFill>
                  <a:srgbClr val="343A40"/>
                </a:solidFill>
                <a:effectLst/>
                <a:latin typeface="Atkinson Hyperlegible"/>
              </a:rPr>
              <a:t>.</a:t>
            </a:r>
          </a:p>
          <a:p>
            <a:pPr algn="l">
              <a:buFont typeface="Arial" panose="020B0604020202020204" pitchFamily="34" charset="0"/>
              <a:buChar char="•"/>
            </a:pPr>
            <a:endParaRPr lang="en-GB" b="0" i="0" dirty="0">
              <a:solidFill>
                <a:srgbClr val="343A40"/>
              </a:solidFill>
              <a:effectLst/>
              <a:latin typeface="Atkinson Hyperlegible"/>
            </a:endParaRPr>
          </a:p>
        </p:txBody>
      </p:sp>
      <p:sp>
        <p:nvSpPr>
          <p:cNvPr id="4" name="Slide Number Placeholder 3">
            <a:extLst>
              <a:ext uri="{FF2B5EF4-FFF2-40B4-BE49-F238E27FC236}">
                <a16:creationId xmlns:a16="http://schemas.microsoft.com/office/drawing/2014/main" id="{744D405F-271F-62F6-78E9-47E215E0BE73}"/>
              </a:ext>
            </a:extLst>
          </p:cNvPr>
          <p:cNvSpPr>
            <a:spLocks noGrp="1"/>
          </p:cNvSpPr>
          <p:nvPr>
            <p:ph type="sldNum" sz="quarter" idx="5"/>
          </p:nvPr>
        </p:nvSpPr>
        <p:spPr/>
        <p:txBody>
          <a:bodyPr/>
          <a:lstStyle/>
          <a:p>
            <a:fld id="{F42FCF56-B561-435C-941B-5BC525D06B87}" type="slidenum">
              <a:rPr lang="en-GB" smtClean="0"/>
              <a:t>62</a:t>
            </a:fld>
            <a:endParaRPr lang="en-GB"/>
          </a:p>
        </p:txBody>
      </p:sp>
    </p:spTree>
    <p:extLst>
      <p:ext uri="{BB962C8B-B14F-4D97-AF65-F5344CB8AC3E}">
        <p14:creationId xmlns:p14="http://schemas.microsoft.com/office/powerpoint/2010/main" val="41646790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4D3D5-4014-F3E5-ED2C-4C1359735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B8205-2EE5-AF9A-1F0B-F037838A8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7E2401-92CF-7BC1-7F46-996807A180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i="0" dirty="0">
                <a:solidFill>
                  <a:srgbClr val="343A40"/>
                </a:solidFill>
                <a:effectLst/>
                <a:latin typeface="Atkinson Hyperlegible"/>
              </a:rPr>
              <a:t>Third, notice how there are expressions that can be stated as </a:t>
            </a:r>
            <a:r>
              <a:rPr lang="en-GB" b="0" i="1" dirty="0">
                <a:solidFill>
                  <a:srgbClr val="343A40"/>
                </a:solidFill>
                <a:effectLst/>
                <a:latin typeface="Atkinson Hyperlegible"/>
              </a:rPr>
              <a:t>true</a:t>
            </a:r>
            <a:r>
              <a:rPr lang="en-GB" b="0" i="0" dirty="0">
                <a:solidFill>
                  <a:srgbClr val="343A40"/>
                </a:solidFill>
                <a:effectLst/>
                <a:latin typeface="Atkinson Hyperlegible"/>
              </a:rPr>
              <a:t> or </a:t>
            </a:r>
            <a:r>
              <a:rPr lang="en-GB" b="0" i="1" dirty="0">
                <a:solidFill>
                  <a:srgbClr val="343A40"/>
                </a:solidFill>
                <a:effectLst/>
                <a:latin typeface="Atkinson Hyperlegible"/>
              </a:rPr>
              <a:t>false,</a:t>
            </a:r>
            <a:r>
              <a:rPr lang="en-GB" b="0" i="0" dirty="0">
                <a:solidFill>
                  <a:srgbClr val="343A40"/>
                </a:solidFill>
                <a:effectLst/>
                <a:latin typeface="Atkinson Hyperlegible"/>
              </a:rPr>
              <a:t> such as “person is earlier in the book.” We call these </a:t>
            </a:r>
            <a:r>
              <a:rPr lang="en-GB" b="0" i="1" dirty="0" err="1">
                <a:solidFill>
                  <a:srgbClr val="343A40"/>
                </a:solidFill>
                <a:effectLst/>
                <a:latin typeface="Atkinson Hyperlegible"/>
              </a:rPr>
              <a:t>boolean</a:t>
            </a:r>
            <a:r>
              <a:rPr lang="en-GB" b="0" i="1" dirty="0">
                <a:solidFill>
                  <a:srgbClr val="343A40"/>
                </a:solidFill>
                <a:effectLst/>
                <a:latin typeface="Atkinson Hyperlegible"/>
              </a:rPr>
              <a:t> expressions</a:t>
            </a:r>
            <a:r>
              <a:rPr lang="en-GB" b="0" i="0" dirty="0">
                <a:solidFill>
                  <a:srgbClr val="343A40"/>
                </a:solidFill>
                <a:effectLst/>
                <a:latin typeface="Atkinson Hyperlegible"/>
              </a:rPr>
              <a:t>.</a:t>
            </a:r>
          </a:p>
          <a:p>
            <a:pPr algn="l">
              <a:buFont typeface="Arial" panose="020B0604020202020204" pitchFamily="34" charset="0"/>
              <a:buChar char="•"/>
            </a:pPr>
            <a:endParaRPr lang="en-GB" b="0" i="0" dirty="0">
              <a:solidFill>
                <a:srgbClr val="343A40"/>
              </a:solidFill>
              <a:effectLst/>
              <a:latin typeface="Atkinson Hyperlegible"/>
            </a:endParaRPr>
          </a:p>
        </p:txBody>
      </p:sp>
      <p:sp>
        <p:nvSpPr>
          <p:cNvPr id="4" name="Slide Number Placeholder 3">
            <a:extLst>
              <a:ext uri="{FF2B5EF4-FFF2-40B4-BE49-F238E27FC236}">
                <a16:creationId xmlns:a16="http://schemas.microsoft.com/office/drawing/2014/main" id="{97E610ED-12A8-F023-A4A7-85D058B7410C}"/>
              </a:ext>
            </a:extLst>
          </p:cNvPr>
          <p:cNvSpPr>
            <a:spLocks noGrp="1"/>
          </p:cNvSpPr>
          <p:nvPr>
            <p:ph type="sldNum" sz="quarter" idx="5"/>
          </p:nvPr>
        </p:nvSpPr>
        <p:spPr/>
        <p:txBody>
          <a:bodyPr/>
          <a:lstStyle/>
          <a:p>
            <a:fld id="{F42FCF56-B561-435C-941B-5BC525D06B87}" type="slidenum">
              <a:rPr lang="en-GB" smtClean="0"/>
              <a:t>63</a:t>
            </a:fld>
            <a:endParaRPr lang="en-GB"/>
          </a:p>
        </p:txBody>
      </p:sp>
    </p:spTree>
    <p:extLst>
      <p:ext uri="{BB962C8B-B14F-4D97-AF65-F5344CB8AC3E}">
        <p14:creationId xmlns:p14="http://schemas.microsoft.com/office/powerpoint/2010/main" val="27780659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6874D-8133-B5DB-5E1A-47F4B1BDF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4684D-57BD-9958-B8AD-AFB520A7C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8B418-E994-D8C4-549A-8586E6FDB24F}"/>
              </a:ext>
            </a:extLst>
          </p:cNvPr>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Finally, notice how there are statements like “go back to line 3.” We call these </a:t>
            </a:r>
            <a:r>
              <a:rPr lang="en-GB" b="0" i="1" dirty="0">
                <a:solidFill>
                  <a:srgbClr val="343A40"/>
                </a:solidFill>
                <a:effectLst/>
                <a:latin typeface="Atkinson Hyperlegible"/>
              </a:rPr>
              <a:t>loops</a:t>
            </a:r>
            <a:r>
              <a:rPr lang="en-GB" b="0" i="0" dirty="0">
                <a:solidFill>
                  <a:srgbClr val="343A40"/>
                </a:solidFill>
                <a:effectLst/>
                <a:latin typeface="Atkinson Hyperlegible"/>
              </a:rPr>
              <a:t>.</a:t>
            </a:r>
          </a:p>
          <a:p>
            <a:pPr algn="l">
              <a:buFont typeface="Arial" panose="020B0604020202020204" pitchFamily="34" charset="0"/>
              <a:buChar char="•"/>
            </a:pPr>
            <a:r>
              <a:rPr lang="en-GB" b="0" i="0" dirty="0">
                <a:solidFill>
                  <a:srgbClr val="343A40"/>
                </a:solidFill>
                <a:effectLst/>
                <a:latin typeface="Atkinson Hyperlegible"/>
              </a:rPr>
              <a:t>These building blocks are the fundamentals of programming.</a:t>
            </a:r>
          </a:p>
        </p:txBody>
      </p:sp>
      <p:sp>
        <p:nvSpPr>
          <p:cNvPr id="4" name="Slide Number Placeholder 3">
            <a:extLst>
              <a:ext uri="{FF2B5EF4-FFF2-40B4-BE49-F238E27FC236}">
                <a16:creationId xmlns:a16="http://schemas.microsoft.com/office/drawing/2014/main" id="{DCE257A0-2038-4C6B-D6DF-6B300540CA6D}"/>
              </a:ext>
            </a:extLst>
          </p:cNvPr>
          <p:cNvSpPr>
            <a:spLocks noGrp="1"/>
          </p:cNvSpPr>
          <p:nvPr>
            <p:ph type="sldNum" sz="quarter" idx="5"/>
          </p:nvPr>
        </p:nvSpPr>
        <p:spPr/>
        <p:txBody>
          <a:bodyPr/>
          <a:lstStyle/>
          <a:p>
            <a:fld id="{F42FCF56-B561-435C-941B-5BC525D06B87}" type="slidenum">
              <a:rPr lang="en-GB" smtClean="0"/>
              <a:t>64</a:t>
            </a:fld>
            <a:endParaRPr lang="en-GB"/>
          </a:p>
        </p:txBody>
      </p:sp>
    </p:spTree>
    <p:extLst>
      <p:ext uri="{BB962C8B-B14F-4D97-AF65-F5344CB8AC3E}">
        <p14:creationId xmlns:p14="http://schemas.microsoft.com/office/powerpoint/2010/main" val="30274540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343A40"/>
                </a:solidFill>
                <a:effectLst/>
                <a:latin typeface="Atkinson Hyperlegible"/>
              </a:rPr>
              <a:t>Consider how we can utilize the building blocks above to start creating our own artificial intelligence. Look at the following pseudocode:</a:t>
            </a:r>
          </a:p>
          <a:p>
            <a:pPr algn="l">
              <a:buFont typeface="Arial" panose="020B0604020202020204" pitchFamily="34" charset="0"/>
              <a:buChar char="•"/>
            </a:pPr>
            <a:r>
              <a:rPr lang="en-GB" b="0" i="0" dirty="0">
                <a:solidFill>
                  <a:srgbClr val="343A40"/>
                </a:solidFill>
                <a:effectLst/>
                <a:latin typeface="Atkinson Hyperlegible"/>
              </a:rPr>
              <a:t>Notice how just to program a handful of interactions, many lines of code would be required. How many lines of code would be required for thousands or tens of thousands of possible interactions?</a:t>
            </a:r>
          </a:p>
          <a:p>
            <a:pPr algn="l">
              <a:buFont typeface="Arial" panose="020B0604020202020204" pitchFamily="34" charset="0"/>
              <a:buChar char="•"/>
            </a:pPr>
            <a:r>
              <a:rPr lang="en-GB" b="0" i="0" dirty="0">
                <a:solidFill>
                  <a:srgbClr val="343A40"/>
                </a:solidFill>
                <a:effectLst/>
                <a:latin typeface="Atkinson Hyperlegible"/>
              </a:rPr>
              <a:t>Rather than programming conversational AI like the above, AI programmers train </a:t>
            </a:r>
            <a:r>
              <a:rPr lang="en-GB" b="0" i="1" dirty="0">
                <a:solidFill>
                  <a:srgbClr val="343A40"/>
                </a:solidFill>
                <a:effectLst/>
                <a:latin typeface="Atkinson Hyperlegible"/>
              </a:rPr>
              <a:t>large language models</a:t>
            </a:r>
            <a:r>
              <a:rPr lang="en-GB" b="0" i="0" dirty="0">
                <a:solidFill>
                  <a:srgbClr val="343A40"/>
                </a:solidFill>
                <a:effectLst/>
                <a:latin typeface="Atkinson Hyperlegible"/>
              </a:rPr>
              <a:t> (LLMs) on large datasets.</a:t>
            </a:r>
          </a:p>
          <a:p>
            <a:pPr algn="l">
              <a:buFont typeface="Arial" panose="020B0604020202020204" pitchFamily="34" charset="0"/>
              <a:buChar char="•"/>
            </a:pPr>
            <a:r>
              <a:rPr lang="en-GB" b="0" i="0" dirty="0">
                <a:solidFill>
                  <a:srgbClr val="343A40"/>
                </a:solidFill>
                <a:effectLst/>
                <a:latin typeface="Atkinson Hyperlegible"/>
              </a:rPr>
              <a:t>LLMs look at patterns in large blocks of language. Such language models attempt to create a best guess of what words come after one another or alongside one another.</a:t>
            </a:r>
          </a:p>
          <a:p>
            <a:pPr algn="l">
              <a:buFont typeface="Arial" panose="020B0604020202020204" pitchFamily="34" charset="0"/>
              <a:buChar char="•"/>
            </a:pPr>
            <a:r>
              <a:rPr lang="en-GB" b="0" i="0" dirty="0">
                <a:solidFill>
                  <a:srgbClr val="343A40"/>
                </a:solidFill>
                <a:effectLst/>
                <a:latin typeface="Atkinson Hyperlegible"/>
              </a:rPr>
              <a:t>You may use AI-based software to ask questions, but not presenting its answers as your own.</a:t>
            </a:r>
          </a:p>
          <a:p>
            <a:pPr algn="l">
              <a:buFont typeface="Arial" panose="020B0604020202020204" pitchFamily="34" charset="0"/>
              <a:buChar char="•"/>
            </a:pPr>
            <a:r>
              <a:rPr lang="en-GB" b="0" i="0" dirty="0">
                <a:solidFill>
                  <a:srgbClr val="343A40"/>
                </a:solidFill>
                <a:effectLst/>
                <a:latin typeface="Atkinson Hyperlegible"/>
              </a:rPr>
              <a:t>You may not use AI-based software (including ChatGPT, GitHub Copilot, the new Bing, et al.) to suggests answers for your work or lines of code.</a:t>
            </a:r>
          </a:p>
          <a:p>
            <a:endParaRPr lang="en-GB" dirty="0"/>
          </a:p>
        </p:txBody>
      </p:sp>
      <p:sp>
        <p:nvSpPr>
          <p:cNvPr id="4" name="Slide Number Placeholder 3"/>
          <p:cNvSpPr>
            <a:spLocks noGrp="1"/>
          </p:cNvSpPr>
          <p:nvPr>
            <p:ph type="sldNum" sz="quarter" idx="5"/>
          </p:nvPr>
        </p:nvSpPr>
        <p:spPr/>
        <p:txBody>
          <a:bodyPr/>
          <a:lstStyle/>
          <a:p>
            <a:fld id="{F42FCF56-B561-435C-941B-5BC525D06B87}" type="slidenum">
              <a:rPr lang="en-GB" smtClean="0"/>
              <a:t>65</a:t>
            </a:fld>
            <a:endParaRPr lang="en-GB"/>
          </a:p>
        </p:txBody>
      </p:sp>
    </p:spTree>
    <p:extLst>
      <p:ext uri="{BB962C8B-B14F-4D97-AF65-F5344CB8AC3E}">
        <p14:creationId xmlns:p14="http://schemas.microsoft.com/office/powerpoint/2010/main" val="281226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BFF4-400B-96A7-DCDC-A31579F1C6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A4F59F8-4197-1C41-716F-C5D0C8F4B5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9CE2571-B42F-627D-9E20-743F1473CA35}"/>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5" name="Footer Placeholder 4">
            <a:extLst>
              <a:ext uri="{FF2B5EF4-FFF2-40B4-BE49-F238E27FC236}">
                <a16:creationId xmlns:a16="http://schemas.microsoft.com/office/drawing/2014/main" id="{AB2FE6D1-155D-4189-7D60-64C2ABDE55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EE99EC-D0DC-2379-BEDF-1FE64C111CEB}"/>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3187032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81D3C-BF4C-842F-EB6A-83CFF23D52C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1EBAF51-DF6C-9836-DDBB-05F840EBCE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C9827D-EFB9-FCA9-4FD3-B240EE5DA6C6}"/>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5" name="Footer Placeholder 4">
            <a:extLst>
              <a:ext uri="{FF2B5EF4-FFF2-40B4-BE49-F238E27FC236}">
                <a16:creationId xmlns:a16="http://schemas.microsoft.com/office/drawing/2014/main" id="{CF1E7FD2-B3D2-D85C-475A-BBFAF91F0A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271D1E-56D4-060F-0FCD-E05CFAE684ED}"/>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3849042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AD531-FE99-A345-58C0-8ED0865734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E64A92C-9AC5-96D9-0E45-1174D89022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0673BE-B434-0770-C9B0-1B80EC7EAE35}"/>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5" name="Footer Placeholder 4">
            <a:extLst>
              <a:ext uri="{FF2B5EF4-FFF2-40B4-BE49-F238E27FC236}">
                <a16:creationId xmlns:a16="http://schemas.microsoft.com/office/drawing/2014/main" id="{37C34A05-48D5-5945-2409-809A7B6901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F1A437-B1F4-D303-170B-E06CFECBB23E}"/>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2986298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D0AEC-6F09-D0AE-2B45-DB50C5E51B3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F6A884A-59FC-D3CE-977C-57B53C4C08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0B8F6D4-6073-3A1D-DEF4-071A3D859D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E594B0C-53A6-F89B-95A8-C1C31D908864}"/>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6" name="Footer Placeholder 5">
            <a:extLst>
              <a:ext uri="{FF2B5EF4-FFF2-40B4-BE49-F238E27FC236}">
                <a16:creationId xmlns:a16="http://schemas.microsoft.com/office/drawing/2014/main" id="{F58CA662-0AF3-7BC6-4253-C6189000386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82861D-DD2A-08BD-AB90-5B0548932CF8}"/>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2248204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12DC0-EEFD-886F-AABB-B189F658441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5278FBB-4223-FC37-7042-71F4DDC02B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3DEF9C-D6F3-DBF8-4335-D0FB65CC54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7CD49CC-39F8-6FE0-6B9E-41EADAF6AC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CD19CA-4900-35D6-0713-679F0A523B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FA3FF88-869E-DFDB-8FB4-AE3CA78CBAB0}"/>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8" name="Footer Placeholder 7">
            <a:extLst>
              <a:ext uri="{FF2B5EF4-FFF2-40B4-BE49-F238E27FC236}">
                <a16:creationId xmlns:a16="http://schemas.microsoft.com/office/drawing/2014/main" id="{0C38A072-DBF1-68FD-BC38-1BBDE852A0B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FB16E86-1504-BECE-67BA-3092C7764DEB}"/>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2846761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7F2EC-2FAA-5B5F-7D98-1B67AAA3F42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5F608A6-E1DE-6892-0CCE-57393D607FBB}"/>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4" name="Footer Placeholder 3">
            <a:extLst>
              <a:ext uri="{FF2B5EF4-FFF2-40B4-BE49-F238E27FC236}">
                <a16:creationId xmlns:a16="http://schemas.microsoft.com/office/drawing/2014/main" id="{92D20EA8-1B3A-0BED-C7F4-FBDC5336714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A7C11CA-D8DD-1A91-5B6D-C5BBC0F1DC35}"/>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2393966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3A6110-C101-676C-D233-E01D8C7F7193}"/>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3" name="Footer Placeholder 2">
            <a:extLst>
              <a:ext uri="{FF2B5EF4-FFF2-40B4-BE49-F238E27FC236}">
                <a16:creationId xmlns:a16="http://schemas.microsoft.com/office/drawing/2014/main" id="{009C8C22-306E-544A-88AC-B7AF78612BA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BB271A6-3A20-D38E-345C-A033031D7C95}"/>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959593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3E59-DDB8-F5C3-60B7-A8906F6986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13A357-6D53-4174-29BC-39A140EB37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176064E-691F-3EAB-DF0B-17839EFF43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E0E769-E2AF-A446-40AC-8B9BD4BC46C2}"/>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6" name="Footer Placeholder 5">
            <a:extLst>
              <a:ext uri="{FF2B5EF4-FFF2-40B4-BE49-F238E27FC236}">
                <a16:creationId xmlns:a16="http://schemas.microsoft.com/office/drawing/2014/main" id="{7B804C00-1AA2-0B68-A880-4A4590E2DF8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B21566B-9FCF-357E-0126-DA288A5486D8}"/>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1474015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542E0-499F-A5B8-E7D9-BAA899BC52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D4481C-E324-D73F-F18D-8DD805636D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DF2322D-B278-F929-3777-C0486A6F8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7AE96-6F1B-7BFD-D97D-09AE7D1EAAAD}"/>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6" name="Footer Placeholder 5">
            <a:extLst>
              <a:ext uri="{FF2B5EF4-FFF2-40B4-BE49-F238E27FC236}">
                <a16:creationId xmlns:a16="http://schemas.microsoft.com/office/drawing/2014/main" id="{0CCAA5BF-700A-E0D2-D8CF-6341B7D8E7B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935D8D8-7D53-7BCB-A1BB-4C476C7ACC66}"/>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2162416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B6087-2D7B-1884-6080-61E1E12AEBD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1E0F2AB-165B-726F-7B0B-DB3BDFA231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2B3AA4-7D11-342F-1D35-3DC017392135}"/>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5" name="Footer Placeholder 4">
            <a:extLst>
              <a:ext uri="{FF2B5EF4-FFF2-40B4-BE49-F238E27FC236}">
                <a16:creationId xmlns:a16="http://schemas.microsoft.com/office/drawing/2014/main" id="{6A21D981-C33B-1D83-D983-3D62901CA4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B3C36C-F0E3-2F07-D288-779BDBB53181}"/>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2802360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3AD5B6-635F-21EC-F8AA-4097F75147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5D858C1-7C54-D00F-D42B-8F13654C1B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32D33B-3E96-9A17-3AB4-8760A60C60C6}"/>
              </a:ext>
            </a:extLst>
          </p:cNvPr>
          <p:cNvSpPr>
            <a:spLocks noGrp="1"/>
          </p:cNvSpPr>
          <p:nvPr>
            <p:ph type="dt" sz="half" idx="10"/>
          </p:nvPr>
        </p:nvSpPr>
        <p:spPr/>
        <p:txBody>
          <a:bodyPr/>
          <a:lstStyle/>
          <a:p>
            <a:fld id="{43016E24-14DD-424D-B3C7-FA834C316E2C}" type="datetimeFigureOut">
              <a:rPr lang="en-GB" smtClean="0"/>
              <a:t>30/09/2025</a:t>
            </a:fld>
            <a:endParaRPr lang="en-GB"/>
          </a:p>
        </p:txBody>
      </p:sp>
      <p:sp>
        <p:nvSpPr>
          <p:cNvPr id="5" name="Footer Placeholder 4">
            <a:extLst>
              <a:ext uri="{FF2B5EF4-FFF2-40B4-BE49-F238E27FC236}">
                <a16:creationId xmlns:a16="http://schemas.microsoft.com/office/drawing/2014/main" id="{DEAE5E3C-71A1-4ADF-EAEE-7656889A03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FC6789-20A8-4C5D-5957-5B550F22D566}"/>
              </a:ext>
            </a:extLst>
          </p:cNvPr>
          <p:cNvSpPr>
            <a:spLocks noGrp="1"/>
          </p:cNvSpPr>
          <p:nvPr>
            <p:ph type="sldNum" sz="quarter" idx="12"/>
          </p:nvPr>
        </p:nvSpPr>
        <p:spPr/>
        <p:txBody>
          <a:bodyPr/>
          <a:lstStyle/>
          <a:p>
            <a:fld id="{00C7CEA1-A280-495B-AAA3-0CF3C02D263E}" type="slidenum">
              <a:rPr lang="en-GB" smtClean="0"/>
              <a:t>‹#›</a:t>
            </a:fld>
            <a:endParaRPr lang="en-GB"/>
          </a:p>
        </p:txBody>
      </p:sp>
    </p:spTree>
    <p:extLst>
      <p:ext uri="{BB962C8B-B14F-4D97-AF65-F5344CB8AC3E}">
        <p14:creationId xmlns:p14="http://schemas.microsoft.com/office/powerpoint/2010/main" val="1500018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0806DF-B3EF-D84C-49AC-06A0959E3F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F29B80A-F7CD-0216-BD67-D673227FB2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4259AD-DFE5-A3B4-EE9C-BF2011388A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016E24-14DD-424D-B3C7-FA834C316E2C}" type="datetimeFigureOut">
              <a:rPr lang="en-GB" smtClean="0"/>
              <a:t>30/09/2025</a:t>
            </a:fld>
            <a:endParaRPr lang="en-GB"/>
          </a:p>
        </p:txBody>
      </p:sp>
      <p:sp>
        <p:nvSpPr>
          <p:cNvPr id="5" name="Footer Placeholder 4">
            <a:extLst>
              <a:ext uri="{FF2B5EF4-FFF2-40B4-BE49-F238E27FC236}">
                <a16:creationId xmlns:a16="http://schemas.microsoft.com/office/drawing/2014/main" id="{900B6EB5-0CE8-7399-32AE-AC1F24A96F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32450FB-A58A-23C7-73F1-17E409F79D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C7CEA1-A280-495B-AAA3-0CF3C02D263E}" type="slidenum">
              <a:rPr lang="en-GB" smtClean="0"/>
              <a:t>‹#›</a:t>
            </a:fld>
            <a:endParaRPr lang="en-GB"/>
          </a:p>
        </p:txBody>
      </p:sp>
    </p:spTree>
    <p:extLst>
      <p:ext uri="{BB962C8B-B14F-4D97-AF65-F5344CB8AC3E}">
        <p14:creationId xmlns:p14="http://schemas.microsoft.com/office/powerpoint/2010/main" val="47029410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1.png"/><Relationship Id="rId4" Type="http://schemas.openxmlformats.org/officeDocument/2006/relationships/image" Target="../media/image18.svg"/><Relationship Id="rId9"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image" Target="../media/image24.svg"/></Relationships>
</file>

<file path=ppt/slides/_rels/slide4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6.svg"/><Relationship Id="rId11" Type="http://schemas.openxmlformats.org/officeDocument/2006/relationships/image" Target="../media/image2.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_rels/slide47.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1.png"/><Relationship Id="rId4" Type="http://schemas.openxmlformats.org/officeDocument/2006/relationships/image" Target="../media/image26.svg"/><Relationship Id="rId9" Type="http://schemas.openxmlformats.org/officeDocument/2006/relationships/image" Target="../media/image2.png"/></Relationships>
</file>

<file path=ppt/slides/_rels/slide48.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1.png"/><Relationship Id="rId4" Type="http://schemas.openxmlformats.org/officeDocument/2006/relationships/image" Target="../media/image26.svg"/><Relationship Id="rId9" Type="http://schemas.openxmlformats.org/officeDocument/2006/relationships/image" Target="../media/image2.png"/></Relationships>
</file>

<file path=ppt/slides/_rels/slide4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9" Type="http://schemas.openxmlformats.org/officeDocument/2006/relationships/image" Target="../media/image1.png"/></Relationships>
</file>

<file path=ppt/slides/_rels/slide50.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1.png"/><Relationship Id="rId4" Type="http://schemas.openxmlformats.org/officeDocument/2006/relationships/image" Target="../media/image26.svg"/><Relationship Id="rId9" Type="http://schemas.openxmlformats.org/officeDocument/2006/relationships/image" Target="../media/image2.png"/></Relationships>
</file>

<file path=ppt/slides/_rels/slide51.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1.png"/><Relationship Id="rId4" Type="http://schemas.openxmlformats.org/officeDocument/2006/relationships/image" Target="../media/image26.svg"/><Relationship Id="rId9" Type="http://schemas.openxmlformats.org/officeDocument/2006/relationships/image" Target="../media/image2.png"/></Relationships>
</file>

<file path=ppt/slides/_rels/slide52.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1.png"/><Relationship Id="rId4" Type="http://schemas.openxmlformats.org/officeDocument/2006/relationships/image" Target="../media/image26.svg"/><Relationship Id="rId9"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C48EC-CEDA-050E-180A-C6662AB4CA28}"/>
              </a:ext>
            </a:extLst>
          </p:cNvPr>
          <p:cNvSpPr>
            <a:spLocks noGrp="1"/>
          </p:cNvSpPr>
          <p:nvPr>
            <p:ph type="ctrTitle"/>
          </p:nvPr>
        </p:nvSpPr>
        <p:spPr>
          <a:xfrm>
            <a:off x="1524000" y="1661859"/>
            <a:ext cx="9144000" cy="2387600"/>
          </a:xfrm>
        </p:spPr>
        <p:txBody>
          <a:bodyPr/>
          <a:lstStyle/>
          <a:p>
            <a:r>
              <a:rPr lang="en-GB" dirty="0"/>
              <a:t>Computing Technology</a:t>
            </a:r>
          </a:p>
        </p:txBody>
      </p:sp>
      <p:sp>
        <p:nvSpPr>
          <p:cNvPr id="3" name="Subtitle 2">
            <a:extLst>
              <a:ext uri="{FF2B5EF4-FFF2-40B4-BE49-F238E27FC236}">
                <a16:creationId xmlns:a16="http://schemas.microsoft.com/office/drawing/2014/main" id="{E34293EE-FC23-D8C9-0144-F66515C133C9}"/>
              </a:ext>
            </a:extLst>
          </p:cNvPr>
          <p:cNvSpPr>
            <a:spLocks noGrp="1"/>
          </p:cNvSpPr>
          <p:nvPr>
            <p:ph type="subTitle" idx="1"/>
          </p:nvPr>
        </p:nvSpPr>
        <p:spPr>
          <a:xfrm>
            <a:off x="1524000" y="4141534"/>
            <a:ext cx="9144000" cy="1390586"/>
          </a:xfrm>
        </p:spPr>
        <p:txBody>
          <a:bodyPr>
            <a:normAutofit/>
          </a:bodyPr>
          <a:lstStyle/>
          <a:p>
            <a:r>
              <a:rPr lang="en-GB" dirty="0"/>
              <a:t>Week 1: Scratch</a:t>
            </a:r>
          </a:p>
          <a:p>
            <a:endParaRPr lang="en-GB" dirty="0"/>
          </a:p>
          <a:p>
            <a:r>
              <a:rPr lang="en-GB" dirty="0"/>
              <a:t>2025-10-01</a:t>
            </a:r>
          </a:p>
          <a:p>
            <a:endParaRPr lang="en-GB" dirty="0"/>
          </a:p>
        </p:txBody>
      </p:sp>
      <p:sp>
        <p:nvSpPr>
          <p:cNvPr id="7" name="TextBox 6">
            <a:extLst>
              <a:ext uri="{FF2B5EF4-FFF2-40B4-BE49-F238E27FC236}">
                <a16:creationId xmlns:a16="http://schemas.microsoft.com/office/drawing/2014/main" id="{6287B127-51F9-DB5D-DCA8-10538B0DE611}"/>
              </a:ext>
            </a:extLst>
          </p:cNvPr>
          <p:cNvSpPr txBox="1"/>
          <p:nvPr/>
        </p:nvSpPr>
        <p:spPr>
          <a:xfrm>
            <a:off x="128016" y="6129403"/>
            <a:ext cx="6455664" cy="923330"/>
          </a:xfrm>
          <a:prstGeom prst="rect">
            <a:avLst/>
          </a:prstGeom>
          <a:noFill/>
        </p:spPr>
        <p:txBody>
          <a:bodyPr wrap="square" rtlCol="0">
            <a:spAutoFit/>
          </a:bodyPr>
          <a:lstStyle/>
          <a:p>
            <a:r>
              <a:rPr lang="en-GB" dirty="0"/>
              <a:t>Dr. Megan Lewis 	</a:t>
            </a:r>
          </a:p>
          <a:p>
            <a:r>
              <a:rPr lang="en-GB" dirty="0"/>
              <a:t>mjlewis@harper-adams.ac.uk</a:t>
            </a:r>
          </a:p>
          <a:p>
            <a:endParaRPr lang="en-GB" dirty="0"/>
          </a:p>
        </p:txBody>
      </p:sp>
      <p:pic>
        <p:nvPicPr>
          <p:cNvPr id="8" name="Picture 7">
            <a:extLst>
              <a:ext uri="{FF2B5EF4-FFF2-40B4-BE49-F238E27FC236}">
                <a16:creationId xmlns:a16="http://schemas.microsoft.com/office/drawing/2014/main" id="{98E9A613-73F2-6861-6233-FDD3ABCDE2EE}"/>
              </a:ext>
            </a:extLst>
          </p:cNvPr>
          <p:cNvPicPr>
            <a:picLocks noChangeAspect="1"/>
          </p:cNvPicPr>
          <p:nvPr/>
        </p:nvPicPr>
        <p:blipFill>
          <a:blip r:embed="rId2"/>
          <a:stretch>
            <a:fillRect/>
          </a:stretch>
        </p:blipFill>
        <p:spPr>
          <a:xfrm>
            <a:off x="5017008" y="383262"/>
            <a:ext cx="1905000" cy="2198077"/>
          </a:xfrm>
          <a:prstGeom prst="rect">
            <a:avLst/>
          </a:prstGeom>
        </p:spPr>
      </p:pic>
      <p:sp>
        <p:nvSpPr>
          <p:cNvPr id="10" name="TextBox 9">
            <a:extLst>
              <a:ext uri="{FF2B5EF4-FFF2-40B4-BE49-F238E27FC236}">
                <a16:creationId xmlns:a16="http://schemas.microsoft.com/office/drawing/2014/main" id="{26D5ACE8-A24B-3DB6-FB33-E9A73B1672E4}"/>
              </a:ext>
            </a:extLst>
          </p:cNvPr>
          <p:cNvSpPr txBox="1"/>
          <p:nvPr/>
        </p:nvSpPr>
        <p:spPr>
          <a:xfrm>
            <a:off x="5969508" y="5848055"/>
            <a:ext cx="6094476" cy="923330"/>
          </a:xfrm>
          <a:prstGeom prst="rect">
            <a:avLst/>
          </a:prstGeom>
          <a:noFill/>
        </p:spPr>
        <p:txBody>
          <a:bodyPr wrap="square">
            <a:spAutoFit/>
          </a:bodyPr>
          <a:lstStyle/>
          <a:p>
            <a:pPr algn="r"/>
            <a:r>
              <a:rPr lang="en-GB" dirty="0"/>
              <a:t>Course Leader: </a:t>
            </a:r>
          </a:p>
          <a:p>
            <a:pPr algn="r"/>
            <a:r>
              <a:rPr lang="en-GB" dirty="0"/>
              <a:t>Dr. Ed Harris </a:t>
            </a:r>
          </a:p>
          <a:p>
            <a:pPr algn="r"/>
            <a:r>
              <a:rPr lang="en-GB" dirty="0"/>
              <a:t>eharris@harper-adams.ac.uk</a:t>
            </a:r>
          </a:p>
        </p:txBody>
      </p:sp>
      <p:pic>
        <p:nvPicPr>
          <p:cNvPr id="12" name="Picture 11">
            <a:extLst>
              <a:ext uri="{FF2B5EF4-FFF2-40B4-BE49-F238E27FC236}">
                <a16:creationId xmlns:a16="http://schemas.microsoft.com/office/drawing/2014/main" id="{A05AD805-545D-9FAC-6726-A5E0F0FFE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016" y="135605"/>
            <a:ext cx="2587752" cy="844327"/>
          </a:xfrm>
          <a:prstGeom prst="rect">
            <a:avLst/>
          </a:prstGeom>
        </p:spPr>
      </p:pic>
    </p:spTree>
    <p:extLst>
      <p:ext uri="{BB962C8B-B14F-4D97-AF65-F5344CB8AC3E}">
        <p14:creationId xmlns:p14="http://schemas.microsoft.com/office/powerpoint/2010/main" val="125625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BF2CD-0AA8-9379-0CB1-CD9C6BCDBF7C}"/>
              </a:ext>
            </a:extLst>
          </p:cNvPr>
          <p:cNvSpPr>
            <a:spLocks noGrp="1"/>
          </p:cNvSpPr>
          <p:nvPr>
            <p:ph type="title"/>
          </p:nvPr>
        </p:nvSpPr>
        <p:spPr/>
        <p:txBody>
          <a:bodyPr/>
          <a:lstStyle/>
          <a:p>
            <a:r>
              <a:rPr lang="en-GB" dirty="0"/>
              <a:t>Today’s plan</a:t>
            </a:r>
          </a:p>
        </p:txBody>
      </p:sp>
      <p:sp>
        <p:nvSpPr>
          <p:cNvPr id="3" name="Content Placeholder 2">
            <a:extLst>
              <a:ext uri="{FF2B5EF4-FFF2-40B4-BE49-F238E27FC236}">
                <a16:creationId xmlns:a16="http://schemas.microsoft.com/office/drawing/2014/main" id="{691FA003-3C9B-FE7A-DEE7-861832604B36}"/>
              </a:ext>
            </a:extLst>
          </p:cNvPr>
          <p:cNvSpPr>
            <a:spLocks noGrp="1"/>
          </p:cNvSpPr>
          <p:nvPr>
            <p:ph sz="half" idx="1"/>
          </p:nvPr>
        </p:nvSpPr>
        <p:spPr/>
        <p:txBody>
          <a:bodyPr>
            <a:normAutofit/>
          </a:bodyPr>
          <a:lstStyle/>
          <a:p>
            <a:r>
              <a:rPr lang="en-GB" dirty="0"/>
              <a:t>Module Information </a:t>
            </a:r>
          </a:p>
          <a:p>
            <a:pPr marL="0" indent="0">
              <a:buNone/>
            </a:pPr>
            <a:endParaRPr lang="en-GB" dirty="0"/>
          </a:p>
          <a:p>
            <a:r>
              <a:rPr lang="en-GB" dirty="0"/>
              <a:t>Account set ups</a:t>
            </a:r>
          </a:p>
          <a:p>
            <a:pPr marL="0" indent="0">
              <a:buNone/>
            </a:pPr>
            <a:endParaRPr lang="en-GB" dirty="0"/>
          </a:p>
          <a:p>
            <a:endParaRPr lang="en-GB" dirty="0"/>
          </a:p>
        </p:txBody>
      </p:sp>
      <p:sp>
        <p:nvSpPr>
          <p:cNvPr id="4" name="Content Placeholder 3">
            <a:extLst>
              <a:ext uri="{FF2B5EF4-FFF2-40B4-BE49-F238E27FC236}">
                <a16:creationId xmlns:a16="http://schemas.microsoft.com/office/drawing/2014/main" id="{9758E05D-4100-07B7-281B-A860008B8E40}"/>
              </a:ext>
            </a:extLst>
          </p:cNvPr>
          <p:cNvSpPr>
            <a:spLocks noGrp="1"/>
          </p:cNvSpPr>
          <p:nvPr>
            <p:ph sz="half" idx="2"/>
          </p:nvPr>
        </p:nvSpPr>
        <p:spPr/>
        <p:txBody>
          <a:bodyPr/>
          <a:lstStyle/>
          <a:p>
            <a:r>
              <a:rPr lang="en-GB" dirty="0"/>
              <a:t>Introduction to Computing Technology</a:t>
            </a:r>
          </a:p>
          <a:p>
            <a:endParaRPr lang="en-GB" dirty="0"/>
          </a:p>
          <a:p>
            <a:r>
              <a:rPr lang="en-GB" dirty="0"/>
              <a:t>Basics of computing concepts</a:t>
            </a:r>
          </a:p>
          <a:p>
            <a:endParaRPr lang="en-GB" dirty="0"/>
          </a:p>
          <a:p>
            <a:r>
              <a:rPr lang="en-GB" dirty="0"/>
              <a:t>Scratch</a:t>
            </a:r>
          </a:p>
          <a:p>
            <a:endParaRPr lang="en-GB" dirty="0"/>
          </a:p>
        </p:txBody>
      </p:sp>
      <p:pic>
        <p:nvPicPr>
          <p:cNvPr id="5" name="Picture 4">
            <a:extLst>
              <a:ext uri="{FF2B5EF4-FFF2-40B4-BE49-F238E27FC236}">
                <a16:creationId xmlns:a16="http://schemas.microsoft.com/office/drawing/2014/main" id="{049AF44A-6DF8-028D-5A2E-60BD0FAB5D2D}"/>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6" name="Picture 5">
            <a:extLst>
              <a:ext uri="{FF2B5EF4-FFF2-40B4-BE49-F238E27FC236}">
                <a16:creationId xmlns:a16="http://schemas.microsoft.com/office/drawing/2014/main" id="{190DE5B9-45E8-F7A2-E4E1-7A85E4CE2635}"/>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1337980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9CD61-F0D7-9B65-5DEE-E05C1302129F}"/>
              </a:ext>
            </a:extLst>
          </p:cNvPr>
          <p:cNvSpPr>
            <a:spLocks noGrp="1"/>
          </p:cNvSpPr>
          <p:nvPr>
            <p:ph type="title"/>
          </p:nvPr>
        </p:nvSpPr>
        <p:spPr/>
        <p:txBody>
          <a:bodyPr/>
          <a:lstStyle/>
          <a:p>
            <a:r>
              <a:rPr lang="en-GB" dirty="0"/>
              <a:t>Module Information</a:t>
            </a:r>
          </a:p>
        </p:txBody>
      </p:sp>
      <p:sp>
        <p:nvSpPr>
          <p:cNvPr id="3" name="Content Placeholder 2">
            <a:extLst>
              <a:ext uri="{FF2B5EF4-FFF2-40B4-BE49-F238E27FC236}">
                <a16:creationId xmlns:a16="http://schemas.microsoft.com/office/drawing/2014/main" id="{3ED515F2-E81C-71AD-0E7A-C3A81152EAA6}"/>
              </a:ext>
            </a:extLst>
          </p:cNvPr>
          <p:cNvSpPr>
            <a:spLocks noGrp="1"/>
          </p:cNvSpPr>
          <p:nvPr>
            <p:ph idx="1"/>
          </p:nvPr>
        </p:nvSpPr>
        <p:spPr/>
        <p:txBody>
          <a:bodyPr/>
          <a:lstStyle/>
          <a:p>
            <a:r>
              <a:rPr lang="en-GB" dirty="0"/>
              <a:t>Session format</a:t>
            </a:r>
          </a:p>
          <a:p>
            <a:r>
              <a:rPr lang="en-GB" dirty="0"/>
              <a:t>Assignments</a:t>
            </a:r>
          </a:p>
          <a:p>
            <a:r>
              <a:rPr lang="en-GB" dirty="0"/>
              <a:t>Virtual Learning Environment</a:t>
            </a:r>
          </a:p>
          <a:p>
            <a:r>
              <a:rPr lang="en-GB" dirty="0"/>
              <a:t>Module website</a:t>
            </a:r>
          </a:p>
          <a:p>
            <a:pPr marL="0" indent="0">
              <a:buNone/>
            </a:pPr>
            <a:endParaRPr lang="en-GB" dirty="0"/>
          </a:p>
          <a:p>
            <a:endParaRPr lang="en-GB" dirty="0"/>
          </a:p>
        </p:txBody>
      </p:sp>
      <p:pic>
        <p:nvPicPr>
          <p:cNvPr id="4" name="Picture 3">
            <a:extLst>
              <a:ext uri="{FF2B5EF4-FFF2-40B4-BE49-F238E27FC236}">
                <a16:creationId xmlns:a16="http://schemas.microsoft.com/office/drawing/2014/main" id="{E6A8145E-259B-6CB0-9217-E6DD895124D4}"/>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5990A7E2-3790-FD41-0E47-0C819367C17C}"/>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pic>
        <p:nvPicPr>
          <p:cNvPr id="6" name="Picture 5">
            <a:extLst>
              <a:ext uri="{FF2B5EF4-FFF2-40B4-BE49-F238E27FC236}">
                <a16:creationId xmlns:a16="http://schemas.microsoft.com/office/drawing/2014/main" id="{945841DA-A604-6F9A-CB0F-5D208FF70EFB}"/>
              </a:ext>
            </a:extLst>
          </p:cNvPr>
          <p:cNvPicPr>
            <a:picLocks noChangeAspect="1"/>
          </p:cNvPicPr>
          <p:nvPr/>
        </p:nvPicPr>
        <p:blipFill>
          <a:blip r:embed="rId3"/>
          <a:stretch>
            <a:fillRect/>
          </a:stretch>
        </p:blipFill>
        <p:spPr>
          <a:xfrm>
            <a:off x="6903720" y="1027906"/>
            <a:ext cx="3782568" cy="4364502"/>
          </a:xfrm>
          <a:prstGeom prst="rect">
            <a:avLst/>
          </a:prstGeom>
        </p:spPr>
      </p:pic>
    </p:spTree>
    <p:extLst>
      <p:ext uri="{BB962C8B-B14F-4D97-AF65-F5344CB8AC3E}">
        <p14:creationId xmlns:p14="http://schemas.microsoft.com/office/powerpoint/2010/main" val="259588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FFA70-60ED-25C1-F2CB-F504A19B9151}"/>
              </a:ext>
            </a:extLst>
          </p:cNvPr>
          <p:cNvSpPr>
            <a:spLocks noGrp="1"/>
          </p:cNvSpPr>
          <p:nvPr>
            <p:ph type="title"/>
          </p:nvPr>
        </p:nvSpPr>
        <p:spPr/>
        <p:txBody>
          <a:bodyPr/>
          <a:lstStyle/>
          <a:p>
            <a:r>
              <a:rPr lang="en-GB" dirty="0"/>
              <a:t>Session Format – Flipped Classroom</a:t>
            </a:r>
          </a:p>
        </p:txBody>
      </p:sp>
      <p:sp>
        <p:nvSpPr>
          <p:cNvPr id="5" name="Text Placeholder 4">
            <a:extLst>
              <a:ext uri="{FF2B5EF4-FFF2-40B4-BE49-F238E27FC236}">
                <a16:creationId xmlns:a16="http://schemas.microsoft.com/office/drawing/2014/main" id="{1D1F9DE0-4725-2E78-7CFA-1EB967D07A63}"/>
              </a:ext>
            </a:extLst>
          </p:cNvPr>
          <p:cNvSpPr>
            <a:spLocks noGrp="1"/>
          </p:cNvSpPr>
          <p:nvPr>
            <p:ph type="body" idx="1"/>
          </p:nvPr>
        </p:nvSpPr>
        <p:spPr>
          <a:xfrm>
            <a:off x="839788" y="1507427"/>
            <a:ext cx="6456362" cy="823912"/>
          </a:xfrm>
        </p:spPr>
        <p:txBody>
          <a:bodyPr/>
          <a:lstStyle/>
          <a:p>
            <a:r>
              <a:rPr lang="en-GB" dirty="0"/>
              <a:t>In own time before class</a:t>
            </a:r>
          </a:p>
        </p:txBody>
      </p:sp>
      <p:sp>
        <p:nvSpPr>
          <p:cNvPr id="3" name="Content Placeholder 2">
            <a:extLst>
              <a:ext uri="{FF2B5EF4-FFF2-40B4-BE49-F238E27FC236}">
                <a16:creationId xmlns:a16="http://schemas.microsoft.com/office/drawing/2014/main" id="{82AFD5A4-84D5-B6A5-6C9F-81D246832196}"/>
              </a:ext>
            </a:extLst>
          </p:cNvPr>
          <p:cNvSpPr>
            <a:spLocks noGrp="1"/>
          </p:cNvSpPr>
          <p:nvPr>
            <p:ph sz="half" idx="2"/>
          </p:nvPr>
        </p:nvSpPr>
        <p:spPr>
          <a:xfrm>
            <a:off x="839788" y="2331339"/>
            <a:ext cx="6456362" cy="3684588"/>
          </a:xfrm>
        </p:spPr>
        <p:txBody>
          <a:bodyPr>
            <a:normAutofit/>
          </a:bodyPr>
          <a:lstStyle/>
          <a:p>
            <a:r>
              <a:rPr lang="en-GB" dirty="0"/>
              <a:t>Notes &amp; slides</a:t>
            </a:r>
          </a:p>
          <a:p>
            <a:r>
              <a:rPr lang="en-GB" dirty="0"/>
              <a:t>Code</a:t>
            </a:r>
          </a:p>
          <a:p>
            <a:r>
              <a:rPr lang="en-GB" dirty="0"/>
              <a:t>Tutorials</a:t>
            </a:r>
          </a:p>
          <a:p>
            <a:r>
              <a:rPr lang="en-GB" dirty="0"/>
              <a:t>Videos</a:t>
            </a:r>
          </a:p>
          <a:p>
            <a:r>
              <a:rPr lang="en-GB" dirty="0"/>
              <a:t>Take note of any questions for class session</a:t>
            </a:r>
          </a:p>
          <a:p>
            <a:pPr lvl="1"/>
            <a:endParaRPr lang="en-GB" dirty="0"/>
          </a:p>
          <a:p>
            <a:endParaRPr lang="en-GB" dirty="0"/>
          </a:p>
        </p:txBody>
      </p:sp>
      <p:sp>
        <p:nvSpPr>
          <p:cNvPr id="6" name="Text Placeholder 5">
            <a:extLst>
              <a:ext uri="{FF2B5EF4-FFF2-40B4-BE49-F238E27FC236}">
                <a16:creationId xmlns:a16="http://schemas.microsoft.com/office/drawing/2014/main" id="{0F879058-C7BA-DF59-828A-D09DBDD6F123}"/>
              </a:ext>
            </a:extLst>
          </p:cNvPr>
          <p:cNvSpPr>
            <a:spLocks noGrp="1"/>
          </p:cNvSpPr>
          <p:nvPr>
            <p:ph type="body" sz="quarter" idx="3"/>
          </p:nvPr>
        </p:nvSpPr>
        <p:spPr>
          <a:xfrm>
            <a:off x="7553324" y="1507427"/>
            <a:ext cx="3802063" cy="823912"/>
          </a:xfrm>
        </p:spPr>
        <p:txBody>
          <a:bodyPr/>
          <a:lstStyle/>
          <a:p>
            <a:r>
              <a:rPr lang="en-GB" dirty="0"/>
              <a:t>In class</a:t>
            </a:r>
          </a:p>
        </p:txBody>
      </p:sp>
      <p:sp>
        <p:nvSpPr>
          <p:cNvPr id="7" name="Content Placeholder 6">
            <a:extLst>
              <a:ext uri="{FF2B5EF4-FFF2-40B4-BE49-F238E27FC236}">
                <a16:creationId xmlns:a16="http://schemas.microsoft.com/office/drawing/2014/main" id="{08F5C8E8-626E-3E6A-2346-3A0474E18E89}"/>
              </a:ext>
            </a:extLst>
          </p:cNvPr>
          <p:cNvSpPr>
            <a:spLocks noGrp="1"/>
          </p:cNvSpPr>
          <p:nvPr>
            <p:ph sz="quarter" idx="4"/>
          </p:nvPr>
        </p:nvSpPr>
        <p:spPr>
          <a:xfrm>
            <a:off x="7553324" y="2331339"/>
            <a:ext cx="3802063" cy="3684588"/>
          </a:xfrm>
        </p:spPr>
        <p:txBody>
          <a:bodyPr>
            <a:normAutofit/>
          </a:bodyPr>
          <a:lstStyle/>
          <a:p>
            <a:r>
              <a:rPr lang="en-GB" dirty="0"/>
              <a:t>Review topics</a:t>
            </a:r>
          </a:p>
          <a:p>
            <a:r>
              <a:rPr lang="en-GB" dirty="0"/>
              <a:t>Answer any questions or issues</a:t>
            </a:r>
          </a:p>
          <a:p>
            <a:r>
              <a:rPr lang="en-GB" dirty="0"/>
              <a:t>Some practical coding run throughs</a:t>
            </a:r>
          </a:p>
          <a:p>
            <a:r>
              <a:rPr lang="en-GB" dirty="0"/>
              <a:t>Opportunity to begin problem sets </a:t>
            </a:r>
          </a:p>
        </p:txBody>
      </p:sp>
      <p:pic>
        <p:nvPicPr>
          <p:cNvPr id="8" name="Picture 7">
            <a:extLst>
              <a:ext uri="{FF2B5EF4-FFF2-40B4-BE49-F238E27FC236}">
                <a16:creationId xmlns:a16="http://schemas.microsoft.com/office/drawing/2014/main" id="{E8A14587-6850-2256-7863-3D4FF4806E89}"/>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9" name="Picture 8">
            <a:extLst>
              <a:ext uri="{FF2B5EF4-FFF2-40B4-BE49-F238E27FC236}">
                <a16:creationId xmlns:a16="http://schemas.microsoft.com/office/drawing/2014/main" id="{C123F38C-AE51-BD86-6958-F03AF86F1CA2}"/>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556881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C675A-88C6-B0EC-2508-0030823083F3}"/>
              </a:ext>
            </a:extLst>
          </p:cNvPr>
          <p:cNvSpPr>
            <a:spLocks noGrp="1"/>
          </p:cNvSpPr>
          <p:nvPr>
            <p:ph type="title"/>
          </p:nvPr>
        </p:nvSpPr>
        <p:spPr/>
        <p:txBody>
          <a:bodyPr/>
          <a:lstStyle/>
          <a:p>
            <a:r>
              <a:rPr lang="en-GB" dirty="0"/>
              <a:t>Assignments</a:t>
            </a:r>
          </a:p>
        </p:txBody>
      </p:sp>
      <p:sp>
        <p:nvSpPr>
          <p:cNvPr id="3" name="Text Placeholder 2">
            <a:extLst>
              <a:ext uri="{FF2B5EF4-FFF2-40B4-BE49-F238E27FC236}">
                <a16:creationId xmlns:a16="http://schemas.microsoft.com/office/drawing/2014/main" id="{626A9625-0878-2153-0865-8FA8FB865D85}"/>
              </a:ext>
            </a:extLst>
          </p:cNvPr>
          <p:cNvSpPr>
            <a:spLocks noGrp="1"/>
          </p:cNvSpPr>
          <p:nvPr>
            <p:ph type="body" idx="1"/>
          </p:nvPr>
        </p:nvSpPr>
        <p:spPr/>
        <p:txBody>
          <a:bodyPr/>
          <a:lstStyle/>
          <a:p>
            <a:r>
              <a:rPr lang="en-GB" dirty="0"/>
              <a:t>Problems Sets</a:t>
            </a:r>
          </a:p>
        </p:txBody>
      </p:sp>
      <p:sp>
        <p:nvSpPr>
          <p:cNvPr id="4" name="Content Placeholder 3">
            <a:extLst>
              <a:ext uri="{FF2B5EF4-FFF2-40B4-BE49-F238E27FC236}">
                <a16:creationId xmlns:a16="http://schemas.microsoft.com/office/drawing/2014/main" id="{8D313CB3-0BEB-AF15-8490-ECF135E8D4D1}"/>
              </a:ext>
            </a:extLst>
          </p:cNvPr>
          <p:cNvSpPr>
            <a:spLocks noGrp="1"/>
          </p:cNvSpPr>
          <p:nvPr>
            <p:ph sz="half" idx="2"/>
          </p:nvPr>
        </p:nvSpPr>
        <p:spPr/>
        <p:txBody>
          <a:bodyPr/>
          <a:lstStyle/>
          <a:p>
            <a:r>
              <a:rPr lang="en-GB" dirty="0">
                <a:solidFill>
                  <a:schemeClr val="accent2"/>
                </a:solidFill>
              </a:rPr>
              <a:t>Due weekly </a:t>
            </a:r>
          </a:p>
          <a:p>
            <a:endParaRPr lang="en-GB" dirty="0"/>
          </a:p>
          <a:p>
            <a:r>
              <a:rPr lang="en-GB" sz="2400" dirty="0"/>
              <a:t>10 problems sets</a:t>
            </a:r>
          </a:p>
          <a:p>
            <a:r>
              <a:rPr lang="en-GB" sz="2400" dirty="0"/>
              <a:t>Based on learning from materials and class sessions</a:t>
            </a:r>
          </a:p>
        </p:txBody>
      </p:sp>
      <p:sp>
        <p:nvSpPr>
          <p:cNvPr id="5" name="Text Placeholder 4">
            <a:extLst>
              <a:ext uri="{FF2B5EF4-FFF2-40B4-BE49-F238E27FC236}">
                <a16:creationId xmlns:a16="http://schemas.microsoft.com/office/drawing/2014/main" id="{CD1A9405-7C50-4694-4C94-ED359582CECA}"/>
              </a:ext>
            </a:extLst>
          </p:cNvPr>
          <p:cNvSpPr>
            <a:spLocks noGrp="1"/>
          </p:cNvSpPr>
          <p:nvPr>
            <p:ph type="body" sz="quarter" idx="3"/>
          </p:nvPr>
        </p:nvSpPr>
        <p:spPr/>
        <p:txBody>
          <a:bodyPr/>
          <a:lstStyle/>
          <a:p>
            <a:r>
              <a:rPr lang="en-GB" dirty="0">
                <a:solidFill>
                  <a:schemeClr val="tx1">
                    <a:lumMod val="65000"/>
                  </a:schemeClr>
                </a:solidFill>
              </a:rPr>
              <a:t>Final Project</a:t>
            </a:r>
          </a:p>
        </p:txBody>
      </p:sp>
      <p:sp>
        <p:nvSpPr>
          <p:cNvPr id="6" name="Content Placeholder 5">
            <a:extLst>
              <a:ext uri="{FF2B5EF4-FFF2-40B4-BE49-F238E27FC236}">
                <a16:creationId xmlns:a16="http://schemas.microsoft.com/office/drawing/2014/main" id="{5403B8C9-6957-6F5A-0E90-EDDDA3B7EE1A}"/>
              </a:ext>
            </a:extLst>
          </p:cNvPr>
          <p:cNvSpPr>
            <a:spLocks noGrp="1"/>
          </p:cNvSpPr>
          <p:nvPr>
            <p:ph sz="quarter" idx="4"/>
          </p:nvPr>
        </p:nvSpPr>
        <p:spPr/>
        <p:txBody>
          <a:bodyPr/>
          <a:lstStyle/>
          <a:p>
            <a:r>
              <a:rPr lang="en-GB" dirty="0">
                <a:solidFill>
                  <a:schemeClr val="tx1">
                    <a:lumMod val="65000"/>
                  </a:schemeClr>
                </a:solidFill>
              </a:rPr>
              <a:t>Launch: 2023-10-15</a:t>
            </a:r>
          </a:p>
          <a:p>
            <a:r>
              <a:rPr lang="en-GB" dirty="0">
                <a:solidFill>
                  <a:schemeClr val="tx1">
                    <a:lumMod val="65000"/>
                  </a:schemeClr>
                </a:solidFill>
              </a:rPr>
              <a:t>Deadline: 2025-01-22</a:t>
            </a:r>
          </a:p>
          <a:p>
            <a:endParaRPr lang="en-GB" dirty="0">
              <a:solidFill>
                <a:schemeClr val="tx1">
                  <a:lumMod val="65000"/>
                </a:schemeClr>
              </a:solidFill>
            </a:endParaRPr>
          </a:p>
          <a:p>
            <a:r>
              <a:rPr lang="en-GB" sz="2400" dirty="0">
                <a:solidFill>
                  <a:schemeClr val="tx1">
                    <a:lumMod val="65000"/>
                  </a:schemeClr>
                </a:solidFill>
              </a:rPr>
              <a:t>Individual or group</a:t>
            </a:r>
          </a:p>
          <a:p>
            <a:r>
              <a:rPr lang="en-GB" sz="2400" dirty="0">
                <a:solidFill>
                  <a:schemeClr val="tx1">
                    <a:lumMod val="65000"/>
                  </a:schemeClr>
                </a:solidFill>
              </a:rPr>
              <a:t>Develop an application using programming language of your choice to solve a real-world problem </a:t>
            </a:r>
          </a:p>
        </p:txBody>
      </p:sp>
      <p:sp>
        <p:nvSpPr>
          <p:cNvPr id="7" name="TextBox 6">
            <a:extLst>
              <a:ext uri="{FF2B5EF4-FFF2-40B4-BE49-F238E27FC236}">
                <a16:creationId xmlns:a16="http://schemas.microsoft.com/office/drawing/2014/main" id="{E6F2A260-4880-E19F-424B-B89D803F8952}"/>
              </a:ext>
            </a:extLst>
          </p:cNvPr>
          <p:cNvSpPr txBox="1"/>
          <p:nvPr/>
        </p:nvSpPr>
        <p:spPr>
          <a:xfrm>
            <a:off x="1069848" y="5843016"/>
            <a:ext cx="10515600" cy="461665"/>
          </a:xfrm>
          <a:prstGeom prst="rect">
            <a:avLst/>
          </a:prstGeom>
          <a:noFill/>
        </p:spPr>
        <p:txBody>
          <a:bodyPr wrap="square" rtlCol="0">
            <a:spAutoFit/>
          </a:bodyPr>
          <a:lstStyle/>
          <a:p>
            <a:pPr algn="ctr"/>
            <a:r>
              <a:rPr lang="en-GB" sz="2400" dirty="0">
                <a:solidFill>
                  <a:schemeClr val="accent2"/>
                </a:solidFill>
              </a:rPr>
              <a:t>All assignments submitted via GitHub </a:t>
            </a:r>
            <a:r>
              <a:rPr lang="en-GB" sz="2400" dirty="0" err="1">
                <a:solidFill>
                  <a:schemeClr val="accent2"/>
                </a:solidFill>
              </a:rPr>
              <a:t>Codespaces</a:t>
            </a:r>
            <a:r>
              <a:rPr lang="en-GB" sz="2400" dirty="0">
                <a:solidFill>
                  <a:schemeClr val="accent2"/>
                </a:solidFill>
              </a:rPr>
              <a:t>/Classroom</a:t>
            </a:r>
          </a:p>
        </p:txBody>
      </p:sp>
      <p:pic>
        <p:nvPicPr>
          <p:cNvPr id="8" name="Picture 7">
            <a:extLst>
              <a:ext uri="{FF2B5EF4-FFF2-40B4-BE49-F238E27FC236}">
                <a16:creationId xmlns:a16="http://schemas.microsoft.com/office/drawing/2014/main" id="{9EC482A3-1637-0F07-8662-FA2889186936}"/>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9" name="Picture 8">
            <a:extLst>
              <a:ext uri="{FF2B5EF4-FFF2-40B4-BE49-F238E27FC236}">
                <a16:creationId xmlns:a16="http://schemas.microsoft.com/office/drawing/2014/main" id="{4CE0954C-AE06-9599-78A0-8C8C802B4C5B}"/>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39022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160"/>
          <p:cNvSpPr txBox="1">
            <a:spLocks noGrp="1"/>
          </p:cNvSpPr>
          <p:nvPr>
            <p:ph type="ctrTitle"/>
          </p:nvPr>
        </p:nvSpPr>
        <p:spPr>
          <a:prstGeom prst="rect">
            <a:avLst/>
          </a:prstGeom>
        </p:spPr>
        <p:txBody>
          <a:bodyPr spcFirstLastPara="1" vert="horz" wrap="square" lIns="121900" tIns="121900" rIns="121900" bIns="121900" rtlCol="0" anchor="b" anchorCtr="0">
            <a:noAutofit/>
          </a:bodyPr>
          <a:lstStyle/>
          <a:p>
            <a:pPr>
              <a:spcBef>
                <a:spcPts val="0"/>
              </a:spcBef>
            </a:pPr>
            <a:r>
              <a:rPr lang="en"/>
              <a:t>Not Reasonable</a:t>
            </a:r>
            <a:endParaRPr/>
          </a:p>
        </p:txBody>
      </p:sp>
      <p:sp>
        <p:nvSpPr>
          <p:cNvPr id="939" name="Google Shape;939;p160"/>
          <p:cNvSpPr txBox="1">
            <a:spLocks noGrp="1"/>
          </p:cNvSpPr>
          <p:nvPr>
            <p:ph type="subTitle" idx="1"/>
          </p:nvPr>
        </p:nvSpPr>
        <p:spPr>
          <a:prstGeom prst="rect">
            <a:avLst/>
          </a:prstGeom>
        </p:spPr>
        <p:txBody>
          <a:bodyPr spcFirstLastPara="1" vert="horz" wrap="square" lIns="121900" tIns="121900" rIns="121900" bIns="121900" rtlCol="0" anchor="t" anchorCtr="0">
            <a:noAutofit/>
          </a:bodyPr>
          <a:lstStyle/>
          <a:p>
            <a:pPr>
              <a:spcBef>
                <a:spcPts val="0"/>
              </a:spcBef>
            </a:pPr>
            <a:r>
              <a:rPr lang="en" sz="3333" dirty="0">
                <a:solidFill>
                  <a:schemeClr val="accent2">
                    <a:lumMod val="40000"/>
                    <a:lumOff val="60000"/>
                  </a:schemeClr>
                </a:solidFill>
              </a:rPr>
              <a:t>Using AI-based software to write your code</a:t>
            </a:r>
            <a:endParaRPr sz="3333" dirty="0">
              <a:solidFill>
                <a:schemeClr val="accent2">
                  <a:lumMod val="40000"/>
                  <a:lumOff val="60000"/>
                </a:schemeClr>
              </a:solidFill>
            </a:endParaRPr>
          </a:p>
        </p:txBody>
      </p:sp>
      <p:pic>
        <p:nvPicPr>
          <p:cNvPr id="2" name="Picture 1">
            <a:extLst>
              <a:ext uri="{FF2B5EF4-FFF2-40B4-BE49-F238E27FC236}">
                <a16:creationId xmlns:a16="http://schemas.microsoft.com/office/drawing/2014/main" id="{D9E085B9-75C1-0FE1-1372-BFF4DFB6037E}"/>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3" name="Picture 2">
            <a:extLst>
              <a:ext uri="{FF2B5EF4-FFF2-40B4-BE49-F238E27FC236}">
                <a16:creationId xmlns:a16="http://schemas.microsoft.com/office/drawing/2014/main" id="{3C63B0F4-55EF-DDCE-5CB4-8AB1E10766CD}"/>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64260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p161"/>
          <p:cNvSpPr txBox="1">
            <a:spLocks noGrp="1"/>
          </p:cNvSpPr>
          <p:nvPr>
            <p:ph type="ctrTitle"/>
          </p:nvPr>
        </p:nvSpPr>
        <p:spPr>
          <a:prstGeom prst="rect">
            <a:avLst/>
          </a:prstGeom>
        </p:spPr>
        <p:txBody>
          <a:bodyPr spcFirstLastPara="1" vert="horz" wrap="square" lIns="121900" tIns="121900" rIns="121900" bIns="121900" rtlCol="0" anchor="b" anchorCtr="0">
            <a:noAutofit/>
          </a:bodyPr>
          <a:lstStyle/>
          <a:p>
            <a:pPr>
              <a:spcBef>
                <a:spcPts val="0"/>
              </a:spcBef>
            </a:pPr>
            <a:r>
              <a:rPr lang="en"/>
              <a:t>Reasonable</a:t>
            </a:r>
            <a:endParaRPr/>
          </a:p>
        </p:txBody>
      </p:sp>
      <p:sp>
        <p:nvSpPr>
          <p:cNvPr id="945" name="Google Shape;945;p161"/>
          <p:cNvSpPr txBox="1">
            <a:spLocks noGrp="1"/>
          </p:cNvSpPr>
          <p:nvPr>
            <p:ph type="subTitle" idx="1"/>
          </p:nvPr>
        </p:nvSpPr>
        <p:spPr>
          <a:prstGeom prst="rect">
            <a:avLst/>
          </a:prstGeom>
        </p:spPr>
        <p:txBody>
          <a:bodyPr spcFirstLastPara="1" vert="horz" wrap="square" lIns="121900" tIns="121900" rIns="121900" bIns="121900" rtlCol="0" anchor="t" anchorCtr="0">
            <a:noAutofit/>
          </a:bodyPr>
          <a:lstStyle/>
          <a:p>
            <a:pPr>
              <a:spcBef>
                <a:spcPts val="0"/>
              </a:spcBef>
            </a:pPr>
            <a:r>
              <a:rPr lang="en" sz="3333" dirty="0">
                <a:solidFill>
                  <a:schemeClr val="accent2">
                    <a:lumMod val="40000"/>
                    <a:lumOff val="60000"/>
                  </a:schemeClr>
                </a:solidFill>
              </a:rPr>
              <a:t>Using AI to ask questions</a:t>
            </a:r>
            <a:endParaRPr sz="3333" dirty="0">
              <a:solidFill>
                <a:schemeClr val="accent2">
                  <a:lumMod val="40000"/>
                  <a:lumOff val="60000"/>
                </a:schemeClr>
              </a:solidFill>
            </a:endParaRPr>
          </a:p>
        </p:txBody>
      </p:sp>
      <p:pic>
        <p:nvPicPr>
          <p:cNvPr id="2" name="Picture 1">
            <a:extLst>
              <a:ext uri="{FF2B5EF4-FFF2-40B4-BE49-F238E27FC236}">
                <a16:creationId xmlns:a16="http://schemas.microsoft.com/office/drawing/2014/main" id="{9921EA9C-E749-6BD1-7E6F-85182FD0170C}"/>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3" name="Picture 2">
            <a:extLst>
              <a:ext uri="{FF2B5EF4-FFF2-40B4-BE49-F238E27FC236}">
                <a16:creationId xmlns:a16="http://schemas.microsoft.com/office/drawing/2014/main" id="{906A88ED-F1B7-F728-96AB-87F82309F09C}"/>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1093983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3">
          <a:extLst>
            <a:ext uri="{FF2B5EF4-FFF2-40B4-BE49-F238E27FC236}">
              <a16:creationId xmlns:a16="http://schemas.microsoft.com/office/drawing/2014/main" id="{C45DEB35-AF3E-D5EB-40E6-29FCB86D3FAE}"/>
            </a:ext>
          </a:extLst>
        </p:cNvPr>
        <p:cNvGrpSpPr/>
        <p:nvPr/>
      </p:nvGrpSpPr>
      <p:grpSpPr>
        <a:xfrm>
          <a:off x="0" y="0"/>
          <a:ext cx="0" cy="0"/>
          <a:chOff x="0" y="0"/>
          <a:chExt cx="0" cy="0"/>
        </a:xfrm>
      </p:grpSpPr>
      <p:sp>
        <p:nvSpPr>
          <p:cNvPr id="944" name="Google Shape;944;p161">
            <a:extLst>
              <a:ext uri="{FF2B5EF4-FFF2-40B4-BE49-F238E27FC236}">
                <a16:creationId xmlns:a16="http://schemas.microsoft.com/office/drawing/2014/main" id="{ABBF556D-4FED-48AC-F633-B3C4B4CD6D0C}"/>
              </a:ext>
            </a:extLst>
          </p:cNvPr>
          <p:cNvSpPr txBox="1">
            <a:spLocks noGrp="1"/>
          </p:cNvSpPr>
          <p:nvPr>
            <p:ph type="ctrTitle"/>
          </p:nvPr>
        </p:nvSpPr>
        <p:spPr>
          <a:xfrm>
            <a:off x="1524000" y="1526401"/>
            <a:ext cx="9144000" cy="2387600"/>
          </a:xfrm>
          <a:prstGeom prst="rect">
            <a:avLst/>
          </a:prstGeom>
        </p:spPr>
        <p:txBody>
          <a:bodyPr spcFirstLastPara="1" vert="horz" wrap="square" lIns="121900" tIns="121900" rIns="121900" bIns="121900" rtlCol="0" anchor="b" anchorCtr="0">
            <a:noAutofit/>
          </a:bodyPr>
          <a:lstStyle/>
          <a:p>
            <a:pPr>
              <a:spcBef>
                <a:spcPts val="0"/>
              </a:spcBef>
            </a:pPr>
            <a:r>
              <a:rPr lang="en" dirty="0"/>
              <a:t>Module website tour</a:t>
            </a:r>
            <a:endParaRPr dirty="0"/>
          </a:p>
        </p:txBody>
      </p:sp>
      <p:pic>
        <p:nvPicPr>
          <p:cNvPr id="2" name="Picture 1">
            <a:extLst>
              <a:ext uri="{FF2B5EF4-FFF2-40B4-BE49-F238E27FC236}">
                <a16:creationId xmlns:a16="http://schemas.microsoft.com/office/drawing/2014/main" id="{823BE9CC-033F-B548-EFA3-26B649F88924}"/>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3" name="Picture 2">
            <a:extLst>
              <a:ext uri="{FF2B5EF4-FFF2-40B4-BE49-F238E27FC236}">
                <a16:creationId xmlns:a16="http://schemas.microsoft.com/office/drawing/2014/main" id="{F74EB9C6-0E35-BE40-EA7B-082F180166FA}"/>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714364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777AB-F9F2-D5F8-616E-8469FF1F72BF}"/>
              </a:ext>
            </a:extLst>
          </p:cNvPr>
          <p:cNvSpPr>
            <a:spLocks noGrp="1"/>
          </p:cNvSpPr>
          <p:nvPr>
            <p:ph type="title"/>
          </p:nvPr>
        </p:nvSpPr>
        <p:spPr/>
        <p:txBody>
          <a:bodyPr/>
          <a:lstStyle/>
          <a:p>
            <a:pPr algn="ctr"/>
            <a:r>
              <a:rPr lang="en-GB" dirty="0"/>
              <a:t>Account Setups</a:t>
            </a:r>
          </a:p>
        </p:txBody>
      </p:sp>
      <p:pic>
        <p:nvPicPr>
          <p:cNvPr id="1026" name="Picture 2" descr="GitHub Logo, symbol, meaning, history, PNG, brand">
            <a:extLst>
              <a:ext uri="{FF2B5EF4-FFF2-40B4-BE49-F238E27FC236}">
                <a16:creationId xmlns:a16="http://schemas.microsoft.com/office/drawing/2014/main" id="{EC0BB92E-5F70-FFE7-8D76-DB77A4B8FF94}"/>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18317" r="18091"/>
          <a:stretch/>
        </p:blipFill>
        <p:spPr bwMode="auto">
          <a:xfrm>
            <a:off x="771024" y="2350006"/>
            <a:ext cx="2941440" cy="26018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blue face with black eyes&#10;&#10;AI-generated content may be incorrect.">
            <a:extLst>
              <a:ext uri="{FF2B5EF4-FFF2-40B4-BE49-F238E27FC236}">
                <a16:creationId xmlns:a16="http://schemas.microsoft.com/office/drawing/2014/main" id="{8D03E41D-1354-DF23-C68E-BBAB1BDEBD97}"/>
              </a:ext>
            </a:extLst>
          </p:cNvPr>
          <p:cNvPicPr>
            <a:picLocks noChangeAspect="1"/>
          </p:cNvPicPr>
          <p:nvPr/>
        </p:nvPicPr>
        <p:blipFill>
          <a:blip r:embed="rId3">
            <a:biLevel thresh="25000"/>
            <a:alphaModFix amt="5000"/>
            <a:extLst>
              <a:ext uri="{28A0092B-C50C-407E-A947-70E740481C1C}">
                <a14:useLocalDpi xmlns:a14="http://schemas.microsoft.com/office/drawing/2010/main" val="0"/>
              </a:ext>
            </a:extLst>
          </a:blip>
          <a:stretch>
            <a:fillRect/>
          </a:stretch>
        </p:blipFill>
        <p:spPr>
          <a:xfrm>
            <a:off x="4384713" y="2180192"/>
            <a:ext cx="2941440" cy="2941440"/>
          </a:xfrm>
          <a:prstGeom prst="rect">
            <a:avLst/>
          </a:prstGeom>
        </p:spPr>
      </p:pic>
      <p:pic>
        <p:nvPicPr>
          <p:cNvPr id="9" name="Picture 8">
            <a:extLst>
              <a:ext uri="{FF2B5EF4-FFF2-40B4-BE49-F238E27FC236}">
                <a16:creationId xmlns:a16="http://schemas.microsoft.com/office/drawing/2014/main" id="{B6A0BAF3-E46C-68C3-3456-D15BA746EE89}"/>
              </a:ext>
            </a:extLst>
          </p:cNvPr>
          <p:cNvPicPr>
            <a:picLocks noChangeAspect="1"/>
          </p:cNvPicPr>
          <p:nvPr/>
        </p:nvPicPr>
        <p:blipFill>
          <a:blip r:embed="rId4">
            <a:alphaModFix amt="5000"/>
          </a:blip>
          <a:srcRect l="16420" r="16416"/>
          <a:stretch/>
        </p:blipFill>
        <p:spPr>
          <a:xfrm>
            <a:off x="7998402" y="2217697"/>
            <a:ext cx="3422574" cy="2866430"/>
          </a:xfrm>
          <a:prstGeom prst="rect">
            <a:avLst/>
          </a:prstGeom>
        </p:spPr>
      </p:pic>
      <p:pic>
        <p:nvPicPr>
          <p:cNvPr id="12" name="Picture 11">
            <a:extLst>
              <a:ext uri="{FF2B5EF4-FFF2-40B4-BE49-F238E27FC236}">
                <a16:creationId xmlns:a16="http://schemas.microsoft.com/office/drawing/2014/main" id="{4B784A98-883F-4A88-907A-5FB0A3516349}"/>
              </a:ext>
            </a:extLst>
          </p:cNvPr>
          <p:cNvPicPr>
            <a:picLocks noChangeAspect="1"/>
          </p:cNvPicPr>
          <p:nvPr/>
        </p:nvPicPr>
        <p:blipFill>
          <a:blip r:embed="rId5">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13" name="Picture 12">
            <a:extLst>
              <a:ext uri="{FF2B5EF4-FFF2-40B4-BE49-F238E27FC236}">
                <a16:creationId xmlns:a16="http://schemas.microsoft.com/office/drawing/2014/main" id="{40E8618E-609B-AD47-D29B-34F88E1E879E}"/>
              </a:ext>
            </a:extLst>
          </p:cNvPr>
          <p:cNvPicPr>
            <a:picLocks noChangeAspect="1"/>
          </p:cNvPicPr>
          <p:nvPr/>
        </p:nvPicPr>
        <p:blipFill>
          <a:blip r:embed="rId6">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4032724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E5BCA-5DA8-C4DB-1468-EB9D0D45D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7145E-F32F-3C03-100B-3C6665FFF08A}"/>
              </a:ext>
            </a:extLst>
          </p:cNvPr>
          <p:cNvSpPr>
            <a:spLocks noGrp="1"/>
          </p:cNvSpPr>
          <p:nvPr>
            <p:ph type="title"/>
          </p:nvPr>
        </p:nvSpPr>
        <p:spPr/>
        <p:txBody>
          <a:bodyPr/>
          <a:lstStyle/>
          <a:p>
            <a:pPr algn="ctr"/>
            <a:r>
              <a:rPr lang="en-GB" dirty="0"/>
              <a:t>Account Setups</a:t>
            </a:r>
          </a:p>
        </p:txBody>
      </p:sp>
      <p:pic>
        <p:nvPicPr>
          <p:cNvPr id="1026" name="Picture 2" descr="GitHub Logo, symbol, meaning, history, PNG, brand">
            <a:extLst>
              <a:ext uri="{FF2B5EF4-FFF2-40B4-BE49-F238E27FC236}">
                <a16:creationId xmlns:a16="http://schemas.microsoft.com/office/drawing/2014/main" id="{539DA025-6F45-9DD7-9BAA-98BCA142F3B9}"/>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18317" r="18091"/>
          <a:stretch/>
        </p:blipFill>
        <p:spPr bwMode="auto">
          <a:xfrm>
            <a:off x="771024" y="2350006"/>
            <a:ext cx="2941440" cy="26018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blue face with black eyes&#10;&#10;AI-generated content may be incorrect.">
            <a:extLst>
              <a:ext uri="{FF2B5EF4-FFF2-40B4-BE49-F238E27FC236}">
                <a16:creationId xmlns:a16="http://schemas.microsoft.com/office/drawing/2014/main" id="{2EBCA243-634D-4B71-B347-0402869B3BC0}"/>
              </a:ext>
            </a:extLst>
          </p:cNvPr>
          <p:cNvPicPr>
            <a:picLocks noChangeAspect="1"/>
          </p:cNvPicPr>
          <p:nvPr/>
        </p:nvPicPr>
        <p:blipFill>
          <a:blip r:embed="rId3">
            <a:biLevel thresh="25000"/>
            <a:alphaModFix amt="5000"/>
            <a:extLst>
              <a:ext uri="{28A0092B-C50C-407E-A947-70E740481C1C}">
                <a14:useLocalDpi xmlns:a14="http://schemas.microsoft.com/office/drawing/2010/main" val="0"/>
              </a:ext>
            </a:extLst>
          </a:blip>
          <a:stretch>
            <a:fillRect/>
          </a:stretch>
        </p:blipFill>
        <p:spPr>
          <a:xfrm>
            <a:off x="4384713" y="2180192"/>
            <a:ext cx="2941440" cy="2941440"/>
          </a:xfrm>
          <a:prstGeom prst="rect">
            <a:avLst/>
          </a:prstGeom>
        </p:spPr>
      </p:pic>
      <p:pic>
        <p:nvPicPr>
          <p:cNvPr id="9" name="Picture 8">
            <a:extLst>
              <a:ext uri="{FF2B5EF4-FFF2-40B4-BE49-F238E27FC236}">
                <a16:creationId xmlns:a16="http://schemas.microsoft.com/office/drawing/2014/main" id="{AD24E508-A7EC-0083-D1B8-D612433D48A2}"/>
              </a:ext>
            </a:extLst>
          </p:cNvPr>
          <p:cNvPicPr>
            <a:picLocks noChangeAspect="1"/>
          </p:cNvPicPr>
          <p:nvPr/>
        </p:nvPicPr>
        <p:blipFill>
          <a:blip r:embed="rId4">
            <a:alphaModFix amt="5000"/>
          </a:blip>
          <a:srcRect l="16420" r="16416"/>
          <a:stretch/>
        </p:blipFill>
        <p:spPr>
          <a:xfrm>
            <a:off x="7998402" y="2217697"/>
            <a:ext cx="3422574" cy="2866430"/>
          </a:xfrm>
          <a:prstGeom prst="rect">
            <a:avLst/>
          </a:prstGeom>
        </p:spPr>
      </p:pic>
      <p:sp>
        <p:nvSpPr>
          <p:cNvPr id="3" name="TextBox 2">
            <a:extLst>
              <a:ext uri="{FF2B5EF4-FFF2-40B4-BE49-F238E27FC236}">
                <a16:creationId xmlns:a16="http://schemas.microsoft.com/office/drawing/2014/main" id="{8E5FD40E-98F2-FE2E-8A8D-9036A525E685}"/>
              </a:ext>
            </a:extLst>
          </p:cNvPr>
          <p:cNvSpPr txBox="1"/>
          <p:nvPr/>
        </p:nvSpPr>
        <p:spPr>
          <a:xfrm>
            <a:off x="838200" y="5340096"/>
            <a:ext cx="2874264" cy="646331"/>
          </a:xfrm>
          <a:prstGeom prst="rect">
            <a:avLst/>
          </a:prstGeom>
          <a:noFill/>
        </p:spPr>
        <p:txBody>
          <a:bodyPr wrap="square" rtlCol="0">
            <a:spAutoFit/>
          </a:bodyPr>
          <a:lstStyle/>
          <a:p>
            <a:pPr algn="ctr"/>
            <a:r>
              <a:rPr lang="en-GB" dirty="0"/>
              <a:t>Demo: Create a repository for note keeping</a:t>
            </a:r>
          </a:p>
        </p:txBody>
      </p:sp>
      <p:pic>
        <p:nvPicPr>
          <p:cNvPr id="4" name="Picture 3">
            <a:extLst>
              <a:ext uri="{FF2B5EF4-FFF2-40B4-BE49-F238E27FC236}">
                <a16:creationId xmlns:a16="http://schemas.microsoft.com/office/drawing/2014/main" id="{890579A3-0169-C173-73C0-5E5C146E6BBA}"/>
              </a:ext>
            </a:extLst>
          </p:cNvPr>
          <p:cNvPicPr>
            <a:picLocks noChangeAspect="1"/>
          </p:cNvPicPr>
          <p:nvPr/>
        </p:nvPicPr>
        <p:blipFill>
          <a:blip r:embed="rId5">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11777B27-1B5A-9C05-BD2B-874CE0F3215A}"/>
              </a:ext>
            </a:extLst>
          </p:cNvPr>
          <p:cNvPicPr>
            <a:picLocks noChangeAspect="1"/>
          </p:cNvPicPr>
          <p:nvPr/>
        </p:nvPicPr>
        <p:blipFill>
          <a:blip r:embed="rId6">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885665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230EF-0B79-8D36-3996-F13C9F4DE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E0B8CC-7667-9B68-4769-07F45476184D}"/>
              </a:ext>
            </a:extLst>
          </p:cNvPr>
          <p:cNvSpPr>
            <a:spLocks noGrp="1"/>
          </p:cNvSpPr>
          <p:nvPr>
            <p:ph type="title"/>
          </p:nvPr>
        </p:nvSpPr>
        <p:spPr/>
        <p:txBody>
          <a:bodyPr/>
          <a:lstStyle/>
          <a:p>
            <a:pPr algn="ctr"/>
            <a:r>
              <a:rPr lang="en-GB" dirty="0"/>
              <a:t>Account Setups</a:t>
            </a:r>
          </a:p>
        </p:txBody>
      </p:sp>
      <p:pic>
        <p:nvPicPr>
          <p:cNvPr id="1026" name="Picture 2" descr="GitHub Logo, symbol, meaning, history, PNG, brand">
            <a:extLst>
              <a:ext uri="{FF2B5EF4-FFF2-40B4-BE49-F238E27FC236}">
                <a16:creationId xmlns:a16="http://schemas.microsoft.com/office/drawing/2014/main" id="{0C69E55B-4AC7-C1FE-6A9C-1E7208F18CFC}"/>
              </a:ext>
            </a:extLst>
          </p:cNvPr>
          <p:cNvPicPr>
            <a:picLocks noChangeAspect="1" noChangeArrowheads="1"/>
          </p:cNvPicPr>
          <p:nvPr/>
        </p:nvPicPr>
        <p:blipFill rotWithShape="1">
          <a:blip r:embed="rId2">
            <a:lum bright="70000" contrast="-70000"/>
            <a:alphaModFix amt="5000"/>
            <a:extLst>
              <a:ext uri="{28A0092B-C50C-407E-A947-70E740481C1C}">
                <a14:useLocalDpi xmlns:a14="http://schemas.microsoft.com/office/drawing/2010/main" val="0"/>
              </a:ext>
            </a:extLst>
          </a:blip>
          <a:srcRect l="18317" r="18091"/>
          <a:stretch/>
        </p:blipFill>
        <p:spPr bwMode="auto">
          <a:xfrm>
            <a:off x="771024" y="2350006"/>
            <a:ext cx="2941440" cy="26018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blue face with black eyes&#10;&#10;AI-generated content may be incorrect.">
            <a:extLst>
              <a:ext uri="{FF2B5EF4-FFF2-40B4-BE49-F238E27FC236}">
                <a16:creationId xmlns:a16="http://schemas.microsoft.com/office/drawing/2014/main" id="{99F830F5-3A36-5480-26D4-1FE7DBAC01B4}"/>
              </a:ext>
            </a:extLst>
          </p:cNvPr>
          <p:cNvPicPr>
            <a:picLocks noChangeAspect="1"/>
          </p:cNvPicPr>
          <p:nvPr/>
        </p:nvPicPr>
        <p:blipFill>
          <a:blip r:embed="rId3">
            <a:biLevel thresh="25000"/>
            <a:alphaModFix/>
            <a:extLst>
              <a:ext uri="{28A0092B-C50C-407E-A947-70E740481C1C}">
                <a14:useLocalDpi xmlns:a14="http://schemas.microsoft.com/office/drawing/2010/main" val="0"/>
              </a:ext>
            </a:extLst>
          </a:blip>
          <a:stretch>
            <a:fillRect/>
          </a:stretch>
        </p:blipFill>
        <p:spPr>
          <a:xfrm>
            <a:off x="4384713" y="2180192"/>
            <a:ext cx="2941440" cy="2941440"/>
          </a:xfrm>
          <a:prstGeom prst="rect">
            <a:avLst/>
          </a:prstGeom>
        </p:spPr>
      </p:pic>
      <p:pic>
        <p:nvPicPr>
          <p:cNvPr id="9" name="Picture 8">
            <a:extLst>
              <a:ext uri="{FF2B5EF4-FFF2-40B4-BE49-F238E27FC236}">
                <a16:creationId xmlns:a16="http://schemas.microsoft.com/office/drawing/2014/main" id="{5E377635-0D0A-615D-DDF4-F6B3278EF1B6}"/>
              </a:ext>
            </a:extLst>
          </p:cNvPr>
          <p:cNvPicPr>
            <a:picLocks noChangeAspect="1"/>
          </p:cNvPicPr>
          <p:nvPr/>
        </p:nvPicPr>
        <p:blipFill>
          <a:blip r:embed="rId4">
            <a:alphaModFix amt="5000"/>
          </a:blip>
          <a:srcRect l="16420" r="16416"/>
          <a:stretch/>
        </p:blipFill>
        <p:spPr>
          <a:xfrm>
            <a:off x="7998402" y="2217697"/>
            <a:ext cx="3422574" cy="2866430"/>
          </a:xfrm>
          <a:prstGeom prst="rect">
            <a:avLst/>
          </a:prstGeom>
        </p:spPr>
      </p:pic>
      <p:sp>
        <p:nvSpPr>
          <p:cNvPr id="3" name="TextBox 2">
            <a:extLst>
              <a:ext uri="{FF2B5EF4-FFF2-40B4-BE49-F238E27FC236}">
                <a16:creationId xmlns:a16="http://schemas.microsoft.com/office/drawing/2014/main" id="{6802B838-5A7B-97CA-A06C-083A9C301E2D}"/>
              </a:ext>
            </a:extLst>
          </p:cNvPr>
          <p:cNvSpPr txBox="1"/>
          <p:nvPr/>
        </p:nvSpPr>
        <p:spPr>
          <a:xfrm>
            <a:off x="4451889" y="5367528"/>
            <a:ext cx="2874264" cy="1200329"/>
          </a:xfrm>
          <a:prstGeom prst="rect">
            <a:avLst/>
          </a:prstGeom>
          <a:noFill/>
        </p:spPr>
        <p:txBody>
          <a:bodyPr wrap="square" rtlCol="0">
            <a:spAutoFit/>
          </a:bodyPr>
          <a:lstStyle/>
          <a:p>
            <a:pPr algn="ctr"/>
            <a:r>
              <a:rPr lang="en-GB" dirty="0"/>
              <a:t>Demo: Introduce yourself on module forum</a:t>
            </a:r>
            <a:br>
              <a:rPr lang="en-GB" dirty="0"/>
            </a:br>
            <a:br>
              <a:rPr lang="en-GB" dirty="0"/>
            </a:br>
            <a:r>
              <a:rPr lang="en-GB" dirty="0"/>
              <a:t>Find code help channel</a:t>
            </a:r>
          </a:p>
        </p:txBody>
      </p:sp>
      <p:pic>
        <p:nvPicPr>
          <p:cNvPr id="4" name="Picture 3">
            <a:extLst>
              <a:ext uri="{FF2B5EF4-FFF2-40B4-BE49-F238E27FC236}">
                <a16:creationId xmlns:a16="http://schemas.microsoft.com/office/drawing/2014/main" id="{0DFD0110-4F78-2850-0941-0102B5C8BBDE}"/>
              </a:ext>
            </a:extLst>
          </p:cNvPr>
          <p:cNvPicPr>
            <a:picLocks noChangeAspect="1"/>
          </p:cNvPicPr>
          <p:nvPr/>
        </p:nvPicPr>
        <p:blipFill>
          <a:blip r:embed="rId5">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DFE87176-CC10-FC58-DA75-FDF45BC4C548}"/>
              </a:ext>
            </a:extLst>
          </p:cNvPr>
          <p:cNvPicPr>
            <a:picLocks noChangeAspect="1"/>
          </p:cNvPicPr>
          <p:nvPr/>
        </p:nvPicPr>
        <p:blipFill>
          <a:blip r:embed="rId6">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110164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B7FA6-69F0-E48C-9BA4-20FF62BE6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89378-9655-6EC4-6714-4253EEA3C3F7}"/>
              </a:ext>
            </a:extLst>
          </p:cNvPr>
          <p:cNvSpPr>
            <a:spLocks noGrp="1"/>
          </p:cNvSpPr>
          <p:nvPr>
            <p:ph type="title"/>
          </p:nvPr>
        </p:nvSpPr>
        <p:spPr/>
        <p:txBody>
          <a:bodyPr/>
          <a:lstStyle/>
          <a:p>
            <a:pPr algn="ctr"/>
            <a:r>
              <a:rPr lang="en-GB" dirty="0"/>
              <a:t>Account Setups</a:t>
            </a:r>
          </a:p>
        </p:txBody>
      </p:sp>
      <p:pic>
        <p:nvPicPr>
          <p:cNvPr id="1026" name="Picture 2" descr="GitHub Logo, symbol, meaning, history, PNG, brand">
            <a:extLst>
              <a:ext uri="{FF2B5EF4-FFF2-40B4-BE49-F238E27FC236}">
                <a16:creationId xmlns:a16="http://schemas.microsoft.com/office/drawing/2014/main" id="{1D675EB7-0E53-6E8D-0A71-9A311681178B}"/>
              </a:ext>
            </a:extLst>
          </p:cNvPr>
          <p:cNvPicPr>
            <a:picLocks noChangeAspect="1" noChangeArrowheads="1"/>
          </p:cNvPicPr>
          <p:nvPr/>
        </p:nvPicPr>
        <p:blipFill rotWithShape="1">
          <a:blip r:embed="rId2">
            <a:lum bright="70000" contrast="-70000"/>
            <a:alphaModFix amt="5000"/>
            <a:extLst>
              <a:ext uri="{28A0092B-C50C-407E-A947-70E740481C1C}">
                <a14:useLocalDpi xmlns:a14="http://schemas.microsoft.com/office/drawing/2010/main" val="0"/>
              </a:ext>
            </a:extLst>
          </a:blip>
          <a:srcRect l="18317" r="18091"/>
          <a:stretch/>
        </p:blipFill>
        <p:spPr bwMode="auto">
          <a:xfrm>
            <a:off x="771024" y="2350006"/>
            <a:ext cx="2941440" cy="26018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blue face with black eyes&#10;&#10;AI-generated content may be incorrect.">
            <a:extLst>
              <a:ext uri="{FF2B5EF4-FFF2-40B4-BE49-F238E27FC236}">
                <a16:creationId xmlns:a16="http://schemas.microsoft.com/office/drawing/2014/main" id="{48D05624-795B-9369-F0A0-BDEDF8569C71}"/>
              </a:ext>
            </a:extLst>
          </p:cNvPr>
          <p:cNvPicPr>
            <a:picLocks noChangeAspect="1"/>
          </p:cNvPicPr>
          <p:nvPr/>
        </p:nvPicPr>
        <p:blipFill>
          <a:blip r:embed="rId3">
            <a:biLevel thresh="25000"/>
            <a:alphaModFix amt="5000"/>
            <a:extLst>
              <a:ext uri="{28A0092B-C50C-407E-A947-70E740481C1C}">
                <a14:useLocalDpi xmlns:a14="http://schemas.microsoft.com/office/drawing/2010/main" val="0"/>
              </a:ext>
            </a:extLst>
          </a:blip>
          <a:stretch>
            <a:fillRect/>
          </a:stretch>
        </p:blipFill>
        <p:spPr>
          <a:xfrm>
            <a:off x="4384713" y="2180192"/>
            <a:ext cx="2941440" cy="2941440"/>
          </a:xfrm>
          <a:prstGeom prst="rect">
            <a:avLst/>
          </a:prstGeom>
        </p:spPr>
      </p:pic>
      <p:pic>
        <p:nvPicPr>
          <p:cNvPr id="9" name="Picture 8">
            <a:extLst>
              <a:ext uri="{FF2B5EF4-FFF2-40B4-BE49-F238E27FC236}">
                <a16:creationId xmlns:a16="http://schemas.microsoft.com/office/drawing/2014/main" id="{A0EA2288-754C-DD90-549D-2D8A29A900F7}"/>
              </a:ext>
            </a:extLst>
          </p:cNvPr>
          <p:cNvPicPr>
            <a:picLocks noChangeAspect="1"/>
          </p:cNvPicPr>
          <p:nvPr/>
        </p:nvPicPr>
        <p:blipFill>
          <a:blip r:embed="rId4">
            <a:alphaModFix/>
          </a:blip>
          <a:srcRect l="16420" r="16416"/>
          <a:stretch/>
        </p:blipFill>
        <p:spPr>
          <a:xfrm>
            <a:off x="7998402" y="2217697"/>
            <a:ext cx="3422574" cy="2866430"/>
          </a:xfrm>
          <a:prstGeom prst="rect">
            <a:avLst/>
          </a:prstGeom>
        </p:spPr>
      </p:pic>
      <p:sp>
        <p:nvSpPr>
          <p:cNvPr id="3" name="TextBox 2">
            <a:extLst>
              <a:ext uri="{FF2B5EF4-FFF2-40B4-BE49-F238E27FC236}">
                <a16:creationId xmlns:a16="http://schemas.microsoft.com/office/drawing/2014/main" id="{EB45419D-42A6-47FF-CCAC-AD6708BB6C61}"/>
              </a:ext>
            </a:extLst>
          </p:cNvPr>
          <p:cNvSpPr txBox="1"/>
          <p:nvPr/>
        </p:nvSpPr>
        <p:spPr>
          <a:xfrm>
            <a:off x="8479536" y="5449824"/>
            <a:ext cx="2874264" cy="646331"/>
          </a:xfrm>
          <a:prstGeom prst="rect">
            <a:avLst/>
          </a:prstGeom>
          <a:noFill/>
        </p:spPr>
        <p:txBody>
          <a:bodyPr wrap="square" rtlCol="0">
            <a:spAutoFit/>
          </a:bodyPr>
          <a:lstStyle/>
          <a:p>
            <a:pPr algn="ctr"/>
            <a:r>
              <a:rPr lang="en-GB" dirty="0"/>
              <a:t>Demo: Coming later in session</a:t>
            </a:r>
          </a:p>
        </p:txBody>
      </p:sp>
      <p:pic>
        <p:nvPicPr>
          <p:cNvPr id="4" name="Picture 3">
            <a:extLst>
              <a:ext uri="{FF2B5EF4-FFF2-40B4-BE49-F238E27FC236}">
                <a16:creationId xmlns:a16="http://schemas.microsoft.com/office/drawing/2014/main" id="{03F63CC0-B1B3-55E5-D702-84102636040E}"/>
              </a:ext>
            </a:extLst>
          </p:cNvPr>
          <p:cNvPicPr>
            <a:picLocks noChangeAspect="1"/>
          </p:cNvPicPr>
          <p:nvPr/>
        </p:nvPicPr>
        <p:blipFill>
          <a:blip r:embed="rId5">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75A68ECB-9405-1A18-1E63-777870E7AC08}"/>
              </a:ext>
            </a:extLst>
          </p:cNvPr>
          <p:cNvPicPr>
            <a:picLocks noChangeAspect="1"/>
          </p:cNvPicPr>
          <p:nvPr/>
        </p:nvPicPr>
        <p:blipFill>
          <a:blip r:embed="rId6">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1694142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C5E4D-EC9E-7B86-61AD-5F4A1D441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14A17-92F6-2899-0D83-90C2FBD7FCD5}"/>
              </a:ext>
            </a:extLst>
          </p:cNvPr>
          <p:cNvSpPr>
            <a:spLocks noGrp="1"/>
          </p:cNvSpPr>
          <p:nvPr>
            <p:ph type="title"/>
          </p:nvPr>
        </p:nvSpPr>
        <p:spPr/>
        <p:txBody>
          <a:bodyPr/>
          <a:lstStyle/>
          <a:p>
            <a:pPr algn="ctr"/>
            <a:r>
              <a:rPr lang="en-GB" dirty="0"/>
              <a:t>Account Setups</a:t>
            </a:r>
          </a:p>
        </p:txBody>
      </p:sp>
      <p:pic>
        <p:nvPicPr>
          <p:cNvPr id="1026" name="Picture 2" descr="GitHub Logo, symbol, meaning, history, PNG, brand">
            <a:extLst>
              <a:ext uri="{FF2B5EF4-FFF2-40B4-BE49-F238E27FC236}">
                <a16:creationId xmlns:a16="http://schemas.microsoft.com/office/drawing/2014/main" id="{AFAA4A55-A710-ACEB-9BDF-9C4D30D38B07}"/>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18317" r="18091"/>
          <a:stretch/>
        </p:blipFill>
        <p:spPr bwMode="auto">
          <a:xfrm>
            <a:off x="771024" y="2350006"/>
            <a:ext cx="2941440" cy="26018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blue face with black eyes&#10;&#10;AI-generated content may be incorrect.">
            <a:extLst>
              <a:ext uri="{FF2B5EF4-FFF2-40B4-BE49-F238E27FC236}">
                <a16:creationId xmlns:a16="http://schemas.microsoft.com/office/drawing/2014/main" id="{FE197687-F19C-71F0-2361-3316D87BF83A}"/>
              </a:ext>
            </a:extLst>
          </p:cNvPr>
          <p:cNvPicPr>
            <a:picLocks noChangeAspect="1"/>
          </p:cNvPicPr>
          <p:nvPr/>
        </p:nvPicPr>
        <p:blipFill>
          <a:blip r:embed="rId3">
            <a:biLevel thresh="25000"/>
            <a:alphaModFix/>
            <a:extLst>
              <a:ext uri="{28A0092B-C50C-407E-A947-70E740481C1C}">
                <a14:useLocalDpi xmlns:a14="http://schemas.microsoft.com/office/drawing/2010/main" val="0"/>
              </a:ext>
            </a:extLst>
          </a:blip>
          <a:stretch>
            <a:fillRect/>
          </a:stretch>
        </p:blipFill>
        <p:spPr>
          <a:xfrm>
            <a:off x="4384713" y="2180192"/>
            <a:ext cx="2941440" cy="2941440"/>
          </a:xfrm>
          <a:prstGeom prst="rect">
            <a:avLst/>
          </a:prstGeom>
        </p:spPr>
      </p:pic>
      <p:pic>
        <p:nvPicPr>
          <p:cNvPr id="9" name="Picture 8">
            <a:extLst>
              <a:ext uri="{FF2B5EF4-FFF2-40B4-BE49-F238E27FC236}">
                <a16:creationId xmlns:a16="http://schemas.microsoft.com/office/drawing/2014/main" id="{36C73208-EBDF-575A-9D4B-AE303CE3453B}"/>
              </a:ext>
            </a:extLst>
          </p:cNvPr>
          <p:cNvPicPr>
            <a:picLocks noChangeAspect="1"/>
          </p:cNvPicPr>
          <p:nvPr/>
        </p:nvPicPr>
        <p:blipFill>
          <a:blip r:embed="rId4">
            <a:alphaModFix/>
          </a:blip>
          <a:srcRect l="16420" r="16416"/>
          <a:stretch/>
        </p:blipFill>
        <p:spPr>
          <a:xfrm>
            <a:off x="7998402" y="2217697"/>
            <a:ext cx="3422574" cy="2866430"/>
          </a:xfrm>
          <a:prstGeom prst="rect">
            <a:avLst/>
          </a:prstGeom>
        </p:spPr>
      </p:pic>
      <p:pic>
        <p:nvPicPr>
          <p:cNvPr id="3" name="Picture 2">
            <a:extLst>
              <a:ext uri="{FF2B5EF4-FFF2-40B4-BE49-F238E27FC236}">
                <a16:creationId xmlns:a16="http://schemas.microsoft.com/office/drawing/2014/main" id="{79FB3546-6C65-EA8D-5C4F-E54EDCC25359}"/>
              </a:ext>
            </a:extLst>
          </p:cNvPr>
          <p:cNvPicPr>
            <a:picLocks noChangeAspect="1"/>
          </p:cNvPicPr>
          <p:nvPr/>
        </p:nvPicPr>
        <p:blipFill>
          <a:blip r:embed="rId5">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5C746F05-E320-B683-CE73-8657EA26E428}"/>
              </a:ext>
            </a:extLst>
          </p:cNvPr>
          <p:cNvPicPr>
            <a:picLocks noChangeAspect="1"/>
          </p:cNvPicPr>
          <p:nvPr/>
        </p:nvPicPr>
        <p:blipFill>
          <a:blip r:embed="rId6">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1210742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p163"/>
          <p:cNvSpPr txBox="1">
            <a:spLocks noGrp="1"/>
          </p:cNvSpPr>
          <p:nvPr>
            <p:ph type="ctrTitle"/>
          </p:nvPr>
        </p:nvSpPr>
        <p:spPr>
          <a:prstGeom prst="rect">
            <a:avLst/>
          </a:prstGeom>
        </p:spPr>
        <p:txBody>
          <a:bodyPr spcFirstLastPara="1" vert="horz" wrap="square" lIns="121900" tIns="121900" rIns="121900" bIns="121900" rtlCol="0" anchor="b" anchorCtr="0">
            <a:noAutofit/>
          </a:bodyPr>
          <a:lstStyle/>
          <a:p>
            <a:pPr>
              <a:spcBef>
                <a:spcPts val="0"/>
              </a:spcBef>
            </a:pPr>
            <a:r>
              <a:rPr lang="en" sz="6800" dirty="0"/>
              <a:t>Visual Studio </a:t>
            </a:r>
            <a:br>
              <a:rPr lang="en" sz="6800" dirty="0"/>
            </a:br>
            <a:r>
              <a:rPr lang="en" sz="6800" dirty="0"/>
              <a:t>Github Codespace</a:t>
            </a:r>
            <a:endParaRPr sz="6800" dirty="0"/>
          </a:p>
        </p:txBody>
      </p:sp>
      <p:sp>
        <p:nvSpPr>
          <p:cNvPr id="957" name="Google Shape;957;p163"/>
          <p:cNvSpPr txBox="1">
            <a:spLocks noGrp="1"/>
          </p:cNvSpPr>
          <p:nvPr>
            <p:ph type="subTitle" idx="1"/>
          </p:nvPr>
        </p:nvSpPr>
        <p:spPr>
          <a:prstGeom prst="rect">
            <a:avLst/>
          </a:prstGeom>
        </p:spPr>
        <p:txBody>
          <a:bodyPr spcFirstLastPara="1" vert="horz" wrap="square" lIns="121900" tIns="121900" rIns="121900" bIns="121900" rtlCol="0" anchor="t" anchorCtr="0">
            <a:noAutofit/>
          </a:bodyPr>
          <a:lstStyle/>
          <a:p>
            <a:pPr>
              <a:spcBef>
                <a:spcPts val="0"/>
              </a:spcBef>
            </a:pPr>
            <a:r>
              <a:rPr lang="en" dirty="0">
                <a:solidFill>
                  <a:schemeClr val="accent2">
                    <a:lumMod val="40000"/>
                    <a:lumOff val="60000"/>
                  </a:schemeClr>
                </a:solidFill>
                <a:uFill>
                  <a:noFill/>
                </a:uFill>
              </a:rPr>
              <a:t>The Sandbox</a:t>
            </a:r>
            <a:endParaRPr dirty="0">
              <a:solidFill>
                <a:schemeClr val="accent2">
                  <a:lumMod val="40000"/>
                  <a:lumOff val="60000"/>
                </a:schemeClr>
              </a:solidFill>
            </a:endParaRPr>
          </a:p>
        </p:txBody>
      </p:sp>
      <p:pic>
        <p:nvPicPr>
          <p:cNvPr id="2" name="Picture 1">
            <a:extLst>
              <a:ext uri="{FF2B5EF4-FFF2-40B4-BE49-F238E27FC236}">
                <a16:creationId xmlns:a16="http://schemas.microsoft.com/office/drawing/2014/main" id="{FB9166A1-28A2-BEE5-8B0F-2B79F223FAF5}"/>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3" name="Picture 2">
            <a:extLst>
              <a:ext uri="{FF2B5EF4-FFF2-40B4-BE49-F238E27FC236}">
                <a16:creationId xmlns:a16="http://schemas.microsoft.com/office/drawing/2014/main" id="{76E0941E-A08E-C48A-9E3E-346D3E8DB82C}"/>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4FDEB-70F6-3988-7DBB-E3F65669C8F6}"/>
              </a:ext>
            </a:extLst>
          </p:cNvPr>
          <p:cNvSpPr>
            <a:spLocks noGrp="1"/>
          </p:cNvSpPr>
          <p:nvPr>
            <p:ph type="title"/>
          </p:nvPr>
        </p:nvSpPr>
        <p:spPr>
          <a:xfrm>
            <a:off x="838200" y="2862262"/>
            <a:ext cx="10515600" cy="1133475"/>
          </a:xfrm>
        </p:spPr>
        <p:txBody>
          <a:bodyPr/>
          <a:lstStyle/>
          <a:p>
            <a:r>
              <a:rPr lang="en-GB" dirty="0"/>
              <a:t>Break</a:t>
            </a:r>
          </a:p>
        </p:txBody>
      </p:sp>
      <p:pic>
        <p:nvPicPr>
          <p:cNvPr id="7" name="Picture 6">
            <a:extLst>
              <a:ext uri="{FF2B5EF4-FFF2-40B4-BE49-F238E27FC236}">
                <a16:creationId xmlns:a16="http://schemas.microsoft.com/office/drawing/2014/main" id="{5FA17D3F-BF41-550E-0A69-7DF66C86309F}"/>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8" name="Picture 7">
            <a:extLst>
              <a:ext uri="{FF2B5EF4-FFF2-40B4-BE49-F238E27FC236}">
                <a16:creationId xmlns:a16="http://schemas.microsoft.com/office/drawing/2014/main" id="{05D39E24-E357-E6A7-1C28-842236E24488}"/>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sp>
        <p:nvSpPr>
          <p:cNvPr id="20" name="Freeform 6">
            <a:extLst>
              <a:ext uri="{FF2B5EF4-FFF2-40B4-BE49-F238E27FC236}">
                <a16:creationId xmlns:a16="http://schemas.microsoft.com/office/drawing/2014/main" id="{A97B7B5E-23D3-DBF4-5D8F-4C1CA361D0F0}"/>
              </a:ext>
            </a:extLst>
          </p:cNvPr>
          <p:cNvSpPr>
            <a:spLocks noChangeAspect="1"/>
          </p:cNvSpPr>
          <p:nvPr/>
        </p:nvSpPr>
        <p:spPr>
          <a:xfrm>
            <a:off x="8698390" y="1495189"/>
            <a:ext cx="2552629" cy="3867620"/>
          </a:xfrm>
          <a:custGeom>
            <a:avLst/>
            <a:gdLst/>
            <a:ahLst/>
            <a:cxnLst/>
            <a:rect l="l" t="t" r="r" b="b"/>
            <a:pathLst>
              <a:path w="5431536" h="8229600">
                <a:moveTo>
                  <a:pt x="0" y="0"/>
                </a:moveTo>
                <a:lnTo>
                  <a:pt x="5431536" y="0"/>
                </a:lnTo>
                <a:lnTo>
                  <a:pt x="5431536" y="8229600"/>
                </a:lnTo>
                <a:lnTo>
                  <a:pt x="0" y="8229600"/>
                </a:lnTo>
                <a:lnTo>
                  <a:pt x="0" y="0"/>
                </a:lnTo>
                <a:close/>
              </a:path>
            </a:pathLst>
          </a:custGeom>
          <a:blipFill>
            <a:blip r:embed="rId4"/>
            <a:stretch>
              <a:fillRect/>
            </a:stretch>
          </a:blipFill>
        </p:spPr>
        <p:txBody>
          <a:bodyPr/>
          <a:lstStyle/>
          <a:p>
            <a:endParaRPr lang="en-GB"/>
          </a:p>
        </p:txBody>
      </p:sp>
      <p:pic>
        <p:nvPicPr>
          <p:cNvPr id="21" name="Picture 2">
            <a:extLst>
              <a:ext uri="{FF2B5EF4-FFF2-40B4-BE49-F238E27FC236}">
                <a16:creationId xmlns:a16="http://schemas.microsoft.com/office/drawing/2014/main" id="{093272D9-D345-A754-6C8E-CF8050BDEA8F}"/>
              </a:ext>
            </a:extLst>
          </p:cNvPr>
          <p:cNvPicPr>
            <a:picLocks noChangeAspect="1"/>
          </p:cNvPicPr>
          <p:nvPr/>
        </p:nvPicPr>
        <p:blipFill>
          <a:blip r:embed="rId5"/>
          <a:stretch>
            <a:fillRect/>
          </a:stretch>
        </p:blipFill>
        <p:spPr>
          <a:xfrm>
            <a:off x="3831602" y="1529519"/>
            <a:ext cx="3587833" cy="3587833"/>
          </a:xfrm>
          <a:prstGeom prst="rect">
            <a:avLst/>
          </a:prstGeom>
        </p:spPr>
      </p:pic>
      <p:sp>
        <p:nvSpPr>
          <p:cNvPr id="22" name="TextBox 21">
            <a:extLst>
              <a:ext uri="{FF2B5EF4-FFF2-40B4-BE49-F238E27FC236}">
                <a16:creationId xmlns:a16="http://schemas.microsoft.com/office/drawing/2014/main" id="{4C6FD555-61C7-8093-865C-BA2E1716CC92}"/>
              </a:ext>
            </a:extLst>
          </p:cNvPr>
          <p:cNvSpPr txBox="1"/>
          <p:nvPr/>
        </p:nvSpPr>
        <p:spPr>
          <a:xfrm>
            <a:off x="4585008" y="4959148"/>
            <a:ext cx="2081019" cy="369332"/>
          </a:xfrm>
          <a:prstGeom prst="rect">
            <a:avLst/>
          </a:prstGeom>
          <a:noFill/>
        </p:spPr>
        <p:txBody>
          <a:bodyPr wrap="none" rtlCol="0">
            <a:spAutoFit/>
          </a:bodyPr>
          <a:lstStyle/>
          <a:p>
            <a:r>
              <a:rPr lang="en-GB" dirty="0"/>
              <a:t>Fill out form please</a:t>
            </a:r>
          </a:p>
        </p:txBody>
      </p:sp>
    </p:spTree>
    <p:extLst>
      <p:ext uri="{BB962C8B-B14F-4D97-AF65-F5344CB8AC3E}">
        <p14:creationId xmlns:p14="http://schemas.microsoft.com/office/powerpoint/2010/main" val="2910177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D7689-4EF6-1F33-E230-B3E86E16753F}"/>
              </a:ext>
            </a:extLst>
          </p:cNvPr>
          <p:cNvSpPr>
            <a:spLocks noGrp="1"/>
          </p:cNvSpPr>
          <p:nvPr>
            <p:ph type="title"/>
          </p:nvPr>
        </p:nvSpPr>
        <p:spPr/>
        <p:txBody>
          <a:bodyPr/>
          <a:lstStyle/>
          <a:p>
            <a:pPr algn="ctr"/>
            <a:r>
              <a:rPr lang="en-GB" dirty="0"/>
              <a:t>Computing technology</a:t>
            </a:r>
          </a:p>
        </p:txBody>
      </p:sp>
      <p:sp>
        <p:nvSpPr>
          <p:cNvPr id="3" name="Content Placeholder 2">
            <a:extLst>
              <a:ext uri="{FF2B5EF4-FFF2-40B4-BE49-F238E27FC236}">
                <a16:creationId xmlns:a16="http://schemas.microsoft.com/office/drawing/2014/main" id="{C9E2C189-00C9-B352-27C1-3B3A61CA8FF0}"/>
              </a:ext>
            </a:extLst>
          </p:cNvPr>
          <p:cNvSpPr>
            <a:spLocks noGrp="1"/>
          </p:cNvSpPr>
          <p:nvPr>
            <p:ph type="body" idx="1"/>
          </p:nvPr>
        </p:nvSpPr>
        <p:spPr/>
        <p:txBody>
          <a:bodyPr/>
          <a:lstStyle/>
          <a:p>
            <a:pPr marL="0" indent="0" algn="ctr">
              <a:buNone/>
            </a:pPr>
            <a:r>
              <a:rPr lang="en-GB" dirty="0"/>
              <a:t>An introduction</a:t>
            </a:r>
          </a:p>
        </p:txBody>
      </p:sp>
      <p:pic>
        <p:nvPicPr>
          <p:cNvPr id="4" name="Picture 3">
            <a:extLst>
              <a:ext uri="{FF2B5EF4-FFF2-40B4-BE49-F238E27FC236}">
                <a16:creationId xmlns:a16="http://schemas.microsoft.com/office/drawing/2014/main" id="{F591247F-39B3-B92E-0CED-37F5403D37BA}"/>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6" name="Picture 5">
            <a:extLst>
              <a:ext uri="{FF2B5EF4-FFF2-40B4-BE49-F238E27FC236}">
                <a16:creationId xmlns:a16="http://schemas.microsoft.com/office/drawing/2014/main" id="{832B83F0-0E00-AE72-7D95-3876FB12131A}"/>
              </a:ext>
            </a:extLst>
          </p:cNvPr>
          <p:cNvPicPr>
            <a:picLocks noChangeAspect="1"/>
          </p:cNvPicPr>
          <p:nvPr/>
        </p:nvPicPr>
        <p:blipFill>
          <a:blip r:embed="rId3"/>
          <a:stretch>
            <a:fillRect/>
          </a:stretch>
        </p:blipFill>
        <p:spPr>
          <a:xfrm>
            <a:off x="5143500" y="768350"/>
            <a:ext cx="1905000" cy="2198077"/>
          </a:xfrm>
          <a:prstGeom prst="rect">
            <a:avLst/>
          </a:prstGeom>
        </p:spPr>
      </p:pic>
    </p:spTree>
    <p:extLst>
      <p:ext uri="{BB962C8B-B14F-4D97-AF65-F5344CB8AC3E}">
        <p14:creationId xmlns:p14="http://schemas.microsoft.com/office/powerpoint/2010/main" val="919223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7B9EA-12D5-C321-8289-B87BDCC3F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C6221-AE60-5C95-71E3-2BB4689FEA44}"/>
              </a:ext>
            </a:extLst>
          </p:cNvPr>
          <p:cNvSpPr>
            <a:spLocks noGrp="1"/>
          </p:cNvSpPr>
          <p:nvPr>
            <p:ph type="title"/>
          </p:nvPr>
        </p:nvSpPr>
        <p:spPr/>
        <p:txBody>
          <a:bodyPr/>
          <a:lstStyle/>
          <a:p>
            <a:r>
              <a:rPr lang="en-GB" dirty="0"/>
              <a:t>Drinking from the fire hose…</a:t>
            </a:r>
          </a:p>
        </p:txBody>
      </p:sp>
      <p:pic>
        <p:nvPicPr>
          <p:cNvPr id="4" name="Picture 3">
            <a:extLst>
              <a:ext uri="{FF2B5EF4-FFF2-40B4-BE49-F238E27FC236}">
                <a16:creationId xmlns:a16="http://schemas.microsoft.com/office/drawing/2014/main" id="{AD6918D2-8DDF-F300-3130-6B892908AD19}"/>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C1872ED0-D11E-FD59-745A-A0EC9F641441}"/>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pic>
        <p:nvPicPr>
          <p:cNvPr id="2052" name="Picture 4" descr="Is your child “drinking from a firehose”? Too much? Too fast? Too hard?">
            <a:extLst>
              <a:ext uri="{FF2B5EF4-FFF2-40B4-BE49-F238E27FC236}">
                <a16:creationId xmlns:a16="http://schemas.microsoft.com/office/drawing/2014/main" id="{52EE2DDA-F8FF-9022-576D-4DB255A105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9360" y="1690688"/>
            <a:ext cx="7193280" cy="4046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5547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D9D0F-623A-ABA8-312E-BCAD39BAA5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86F40-F337-F899-64DD-2EBECAC2C897}"/>
              </a:ext>
            </a:extLst>
          </p:cNvPr>
          <p:cNvSpPr>
            <a:spLocks noGrp="1"/>
          </p:cNvSpPr>
          <p:nvPr>
            <p:ph type="title"/>
          </p:nvPr>
        </p:nvSpPr>
        <p:spPr/>
        <p:txBody>
          <a:bodyPr/>
          <a:lstStyle/>
          <a:p>
            <a:r>
              <a:rPr lang="en-GB" dirty="0"/>
              <a:t>Rubber duck debugging</a:t>
            </a:r>
          </a:p>
        </p:txBody>
      </p:sp>
      <p:pic>
        <p:nvPicPr>
          <p:cNvPr id="4" name="Picture 3">
            <a:extLst>
              <a:ext uri="{FF2B5EF4-FFF2-40B4-BE49-F238E27FC236}">
                <a16:creationId xmlns:a16="http://schemas.microsoft.com/office/drawing/2014/main" id="{A9E81EB6-424B-B288-E71E-B073DE742D56}"/>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E590ECD5-9E66-597D-5FE5-6DF45AA93B70}"/>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
        <p:nvSpPr>
          <p:cNvPr id="6" name="Freeform 5">
            <a:extLst>
              <a:ext uri="{FF2B5EF4-FFF2-40B4-BE49-F238E27FC236}">
                <a16:creationId xmlns:a16="http://schemas.microsoft.com/office/drawing/2014/main" id="{C1A40BF4-AD2C-8E0D-053D-8D4EB5CC6CCE}"/>
              </a:ext>
            </a:extLst>
          </p:cNvPr>
          <p:cNvSpPr>
            <a:spLocks noChangeAspect="1"/>
          </p:cNvSpPr>
          <p:nvPr/>
        </p:nvSpPr>
        <p:spPr>
          <a:xfrm>
            <a:off x="4000500" y="1904121"/>
            <a:ext cx="3553276" cy="3286781"/>
          </a:xfrm>
          <a:custGeom>
            <a:avLst/>
            <a:gdLst/>
            <a:ahLst/>
            <a:cxnLst/>
            <a:rect l="l" t="t" r="r" b="b"/>
            <a:pathLst>
              <a:path w="4448432" h="4114800">
                <a:moveTo>
                  <a:pt x="0" y="0"/>
                </a:moveTo>
                <a:lnTo>
                  <a:pt x="4448432" y="0"/>
                </a:lnTo>
                <a:lnTo>
                  <a:pt x="4448432"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Tree>
    <p:extLst>
      <p:ext uri="{BB962C8B-B14F-4D97-AF65-F5344CB8AC3E}">
        <p14:creationId xmlns:p14="http://schemas.microsoft.com/office/powerpoint/2010/main" val="2534363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C1599-5582-D2A4-99D0-49EDFA1834C0}"/>
              </a:ext>
            </a:extLst>
          </p:cNvPr>
          <p:cNvSpPr>
            <a:spLocks noGrp="1"/>
          </p:cNvSpPr>
          <p:nvPr>
            <p:ph type="title"/>
          </p:nvPr>
        </p:nvSpPr>
        <p:spPr/>
        <p:txBody>
          <a:bodyPr/>
          <a:lstStyle/>
          <a:p>
            <a:r>
              <a:rPr lang="en-GB" dirty="0"/>
              <a:t>Getting code help - Discord</a:t>
            </a:r>
          </a:p>
        </p:txBody>
      </p:sp>
      <p:sp>
        <p:nvSpPr>
          <p:cNvPr id="3" name="Content Placeholder 2">
            <a:extLst>
              <a:ext uri="{FF2B5EF4-FFF2-40B4-BE49-F238E27FC236}">
                <a16:creationId xmlns:a16="http://schemas.microsoft.com/office/drawing/2014/main" id="{A0E3A5BA-1A02-2DD3-E65B-A4B91140719E}"/>
              </a:ext>
            </a:extLst>
          </p:cNvPr>
          <p:cNvSpPr>
            <a:spLocks noGrp="1"/>
          </p:cNvSpPr>
          <p:nvPr>
            <p:ph idx="1"/>
          </p:nvPr>
        </p:nvSpPr>
        <p:spPr>
          <a:xfrm>
            <a:off x="838200" y="1825625"/>
            <a:ext cx="8432800" cy="4351338"/>
          </a:xfrm>
        </p:spPr>
        <p:txBody>
          <a:bodyPr/>
          <a:lstStyle/>
          <a:p>
            <a:r>
              <a:rPr lang="en-GB" dirty="0"/>
              <a:t>Code help channel</a:t>
            </a:r>
          </a:p>
          <a:p>
            <a:r>
              <a:rPr lang="en-GB" dirty="0"/>
              <a:t>Minimum provision: </a:t>
            </a:r>
          </a:p>
          <a:p>
            <a:pPr lvl="1"/>
            <a:r>
              <a:rPr lang="en-GB" dirty="0"/>
              <a:t>Code</a:t>
            </a:r>
          </a:p>
          <a:p>
            <a:pPr lvl="1"/>
            <a:r>
              <a:rPr lang="en-GB" dirty="0"/>
              <a:t>Error Message</a:t>
            </a:r>
          </a:p>
          <a:p>
            <a:pPr lvl="1"/>
            <a:r>
              <a:rPr lang="en-GB" dirty="0"/>
              <a:t>Context</a:t>
            </a:r>
          </a:p>
          <a:p>
            <a:pPr lvl="1"/>
            <a:endParaRPr lang="en-GB" dirty="0"/>
          </a:p>
          <a:p>
            <a:r>
              <a:rPr lang="en-GB" dirty="0"/>
              <a:t>Help and learn together</a:t>
            </a:r>
          </a:p>
        </p:txBody>
      </p:sp>
      <p:pic>
        <p:nvPicPr>
          <p:cNvPr id="4" name="Picture 3">
            <a:extLst>
              <a:ext uri="{FF2B5EF4-FFF2-40B4-BE49-F238E27FC236}">
                <a16:creationId xmlns:a16="http://schemas.microsoft.com/office/drawing/2014/main" id="{BF6B5365-E0CC-84CC-0627-12B6D4F0BEC0}"/>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E7B45A6F-B0FD-8D43-B39A-F62B19E7299D}"/>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sp>
        <p:nvSpPr>
          <p:cNvPr id="6" name="Freeform 3">
            <a:extLst>
              <a:ext uri="{FF2B5EF4-FFF2-40B4-BE49-F238E27FC236}">
                <a16:creationId xmlns:a16="http://schemas.microsoft.com/office/drawing/2014/main" id="{D0A5701B-6129-9400-A7CB-EF18598E643D}"/>
              </a:ext>
            </a:extLst>
          </p:cNvPr>
          <p:cNvSpPr/>
          <p:nvPr/>
        </p:nvSpPr>
        <p:spPr>
          <a:xfrm>
            <a:off x="9748838" y="2743200"/>
            <a:ext cx="2443162" cy="4114800"/>
          </a:xfrm>
          <a:custGeom>
            <a:avLst/>
            <a:gdLst/>
            <a:ahLst/>
            <a:cxnLst/>
            <a:rect l="l" t="t" r="r" b="b"/>
            <a:pathLst>
              <a:path w="2443162" h="4114800">
                <a:moveTo>
                  <a:pt x="0" y="0"/>
                </a:moveTo>
                <a:lnTo>
                  <a:pt x="2443163" y="0"/>
                </a:lnTo>
                <a:lnTo>
                  <a:pt x="244316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Tree>
    <p:extLst>
      <p:ext uri="{BB962C8B-B14F-4D97-AF65-F5344CB8AC3E}">
        <p14:creationId xmlns:p14="http://schemas.microsoft.com/office/powerpoint/2010/main" val="656640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769F6-A096-3B06-BE60-82D1E0D9F238}"/>
              </a:ext>
            </a:extLst>
          </p:cNvPr>
          <p:cNvSpPr>
            <a:spLocks noGrp="1"/>
          </p:cNvSpPr>
          <p:nvPr>
            <p:ph type="title"/>
          </p:nvPr>
        </p:nvSpPr>
        <p:spPr/>
        <p:txBody>
          <a:bodyPr/>
          <a:lstStyle/>
          <a:p>
            <a:pPr algn="ctr"/>
            <a:r>
              <a:rPr lang="en-GB" dirty="0"/>
              <a:t>Basics of computing concepts</a:t>
            </a:r>
          </a:p>
        </p:txBody>
      </p:sp>
      <p:pic>
        <p:nvPicPr>
          <p:cNvPr id="5" name="Picture 4">
            <a:extLst>
              <a:ext uri="{FF2B5EF4-FFF2-40B4-BE49-F238E27FC236}">
                <a16:creationId xmlns:a16="http://schemas.microsoft.com/office/drawing/2014/main" id="{FBD00A25-6FDA-3C98-4A5C-67EE3F5D7884}"/>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7" name="Picture 6">
            <a:extLst>
              <a:ext uri="{FF2B5EF4-FFF2-40B4-BE49-F238E27FC236}">
                <a16:creationId xmlns:a16="http://schemas.microsoft.com/office/drawing/2014/main" id="{DF6CB321-D066-4443-2DA2-99529974D753}"/>
              </a:ext>
            </a:extLst>
          </p:cNvPr>
          <p:cNvPicPr>
            <a:picLocks noChangeAspect="1"/>
          </p:cNvPicPr>
          <p:nvPr/>
        </p:nvPicPr>
        <p:blipFill>
          <a:blip r:embed="rId3"/>
          <a:stretch>
            <a:fillRect/>
          </a:stretch>
        </p:blipFill>
        <p:spPr>
          <a:xfrm>
            <a:off x="5143500" y="691504"/>
            <a:ext cx="1905000" cy="2198077"/>
          </a:xfrm>
          <a:prstGeom prst="rect">
            <a:avLst/>
          </a:prstGeom>
        </p:spPr>
      </p:pic>
    </p:spTree>
    <p:extLst>
      <p:ext uri="{BB962C8B-B14F-4D97-AF65-F5344CB8AC3E}">
        <p14:creationId xmlns:p14="http://schemas.microsoft.com/office/powerpoint/2010/main" val="1516539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81D01-637B-FED2-F5D9-2142E398F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6A616-0140-204D-B967-C2BEF3AE2553}"/>
              </a:ext>
            </a:extLst>
          </p:cNvPr>
          <p:cNvSpPr>
            <a:spLocks noGrp="1"/>
          </p:cNvSpPr>
          <p:nvPr>
            <p:ph type="title"/>
          </p:nvPr>
        </p:nvSpPr>
        <p:spPr/>
        <p:txBody>
          <a:bodyPr/>
          <a:lstStyle/>
          <a:p>
            <a:r>
              <a:rPr lang="en-GB" dirty="0"/>
              <a:t>Basics of computing concepts</a:t>
            </a:r>
          </a:p>
        </p:txBody>
      </p:sp>
      <p:pic>
        <p:nvPicPr>
          <p:cNvPr id="4" name="Picture 3">
            <a:extLst>
              <a:ext uri="{FF2B5EF4-FFF2-40B4-BE49-F238E27FC236}">
                <a16:creationId xmlns:a16="http://schemas.microsoft.com/office/drawing/2014/main" id="{DDA5BD8E-7E98-8431-4E91-E39BA8CCBC32}"/>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6C868278-3B67-5650-0F88-08FC8565014D}"/>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
        <p:nvSpPr>
          <p:cNvPr id="6" name="TextBox 5">
            <a:extLst>
              <a:ext uri="{FF2B5EF4-FFF2-40B4-BE49-F238E27FC236}">
                <a16:creationId xmlns:a16="http://schemas.microsoft.com/office/drawing/2014/main" id="{AD094348-836A-7F91-917B-07EB1CD692BE}"/>
              </a:ext>
            </a:extLst>
          </p:cNvPr>
          <p:cNvSpPr txBox="1"/>
          <p:nvPr/>
        </p:nvSpPr>
        <p:spPr>
          <a:xfrm>
            <a:off x="1509872" y="3251198"/>
            <a:ext cx="1217000" cy="646331"/>
          </a:xfrm>
          <a:prstGeom prst="rect">
            <a:avLst/>
          </a:prstGeom>
          <a:noFill/>
        </p:spPr>
        <p:txBody>
          <a:bodyPr wrap="none" rtlCol="0">
            <a:spAutoFit/>
          </a:bodyPr>
          <a:lstStyle/>
          <a:p>
            <a:r>
              <a:rPr lang="en-GB" sz="3600" dirty="0"/>
              <a:t>input</a:t>
            </a:r>
          </a:p>
        </p:txBody>
      </p:sp>
    </p:spTree>
    <p:extLst>
      <p:ext uri="{BB962C8B-B14F-4D97-AF65-F5344CB8AC3E}">
        <p14:creationId xmlns:p14="http://schemas.microsoft.com/office/powerpoint/2010/main" val="3715876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A6117-2F9A-0FCA-5EC4-F14E61634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1A814-B37D-74AC-1996-3D871589331C}"/>
              </a:ext>
            </a:extLst>
          </p:cNvPr>
          <p:cNvSpPr>
            <a:spLocks noGrp="1"/>
          </p:cNvSpPr>
          <p:nvPr>
            <p:ph type="title"/>
          </p:nvPr>
        </p:nvSpPr>
        <p:spPr/>
        <p:txBody>
          <a:bodyPr/>
          <a:lstStyle/>
          <a:p>
            <a:r>
              <a:rPr lang="en-GB" dirty="0"/>
              <a:t>Basics of computing concepts</a:t>
            </a:r>
          </a:p>
        </p:txBody>
      </p:sp>
      <p:pic>
        <p:nvPicPr>
          <p:cNvPr id="4" name="Picture 3">
            <a:extLst>
              <a:ext uri="{FF2B5EF4-FFF2-40B4-BE49-F238E27FC236}">
                <a16:creationId xmlns:a16="http://schemas.microsoft.com/office/drawing/2014/main" id="{CA33AE8B-CD94-EC37-E43A-77B91CCE37F4}"/>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6C4B95E1-B513-5124-74F1-8B13C4A5D08B}"/>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
        <p:nvSpPr>
          <p:cNvPr id="6" name="TextBox 5">
            <a:extLst>
              <a:ext uri="{FF2B5EF4-FFF2-40B4-BE49-F238E27FC236}">
                <a16:creationId xmlns:a16="http://schemas.microsoft.com/office/drawing/2014/main" id="{6C196E79-C61C-F05E-B555-49D784390167}"/>
              </a:ext>
            </a:extLst>
          </p:cNvPr>
          <p:cNvSpPr txBox="1"/>
          <p:nvPr/>
        </p:nvSpPr>
        <p:spPr>
          <a:xfrm>
            <a:off x="1509872" y="3251198"/>
            <a:ext cx="1217000" cy="646331"/>
          </a:xfrm>
          <a:prstGeom prst="rect">
            <a:avLst/>
          </a:prstGeom>
          <a:noFill/>
        </p:spPr>
        <p:txBody>
          <a:bodyPr wrap="none" rtlCol="0">
            <a:spAutoFit/>
          </a:bodyPr>
          <a:lstStyle/>
          <a:p>
            <a:r>
              <a:rPr lang="en-GB" sz="3600" dirty="0"/>
              <a:t>input</a:t>
            </a:r>
          </a:p>
        </p:txBody>
      </p:sp>
      <p:sp>
        <p:nvSpPr>
          <p:cNvPr id="7" name="TextBox 6">
            <a:extLst>
              <a:ext uri="{FF2B5EF4-FFF2-40B4-BE49-F238E27FC236}">
                <a16:creationId xmlns:a16="http://schemas.microsoft.com/office/drawing/2014/main" id="{59796BB7-D13A-7813-38AF-D4DF51A9EE3C}"/>
              </a:ext>
            </a:extLst>
          </p:cNvPr>
          <p:cNvSpPr txBox="1"/>
          <p:nvPr/>
        </p:nvSpPr>
        <p:spPr>
          <a:xfrm>
            <a:off x="9168572" y="3251199"/>
            <a:ext cx="1513556" cy="646331"/>
          </a:xfrm>
          <a:prstGeom prst="rect">
            <a:avLst/>
          </a:prstGeom>
          <a:noFill/>
        </p:spPr>
        <p:txBody>
          <a:bodyPr wrap="none" rtlCol="0">
            <a:spAutoFit/>
          </a:bodyPr>
          <a:lstStyle/>
          <a:p>
            <a:r>
              <a:rPr lang="en-GB" sz="3600" dirty="0"/>
              <a:t>output</a:t>
            </a:r>
          </a:p>
        </p:txBody>
      </p:sp>
    </p:spTree>
    <p:extLst>
      <p:ext uri="{BB962C8B-B14F-4D97-AF65-F5344CB8AC3E}">
        <p14:creationId xmlns:p14="http://schemas.microsoft.com/office/powerpoint/2010/main" val="398154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617C-B4B6-FD18-02E0-901E33764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4D76F-554C-FBCC-DFD5-9BA27C126A8A}"/>
              </a:ext>
            </a:extLst>
          </p:cNvPr>
          <p:cNvSpPr>
            <a:spLocks noGrp="1"/>
          </p:cNvSpPr>
          <p:nvPr>
            <p:ph type="title"/>
          </p:nvPr>
        </p:nvSpPr>
        <p:spPr/>
        <p:txBody>
          <a:bodyPr/>
          <a:lstStyle/>
          <a:p>
            <a:r>
              <a:rPr lang="en-GB" dirty="0"/>
              <a:t>Basics of computing concepts</a:t>
            </a:r>
          </a:p>
        </p:txBody>
      </p:sp>
      <p:pic>
        <p:nvPicPr>
          <p:cNvPr id="4" name="Picture 3">
            <a:extLst>
              <a:ext uri="{FF2B5EF4-FFF2-40B4-BE49-F238E27FC236}">
                <a16:creationId xmlns:a16="http://schemas.microsoft.com/office/drawing/2014/main" id="{5D2EC726-24A8-D052-F3E3-235B78235F24}"/>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E0674B99-CA66-32F3-3AAB-B93405B9B8D8}"/>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
        <p:nvSpPr>
          <p:cNvPr id="6" name="TextBox 5">
            <a:extLst>
              <a:ext uri="{FF2B5EF4-FFF2-40B4-BE49-F238E27FC236}">
                <a16:creationId xmlns:a16="http://schemas.microsoft.com/office/drawing/2014/main" id="{4746F520-9E13-2EC6-5E81-C47FD8C14674}"/>
              </a:ext>
            </a:extLst>
          </p:cNvPr>
          <p:cNvSpPr txBox="1"/>
          <p:nvPr/>
        </p:nvSpPr>
        <p:spPr>
          <a:xfrm>
            <a:off x="1509872" y="3251198"/>
            <a:ext cx="1217000" cy="646331"/>
          </a:xfrm>
          <a:prstGeom prst="rect">
            <a:avLst/>
          </a:prstGeom>
          <a:noFill/>
        </p:spPr>
        <p:txBody>
          <a:bodyPr wrap="none" rtlCol="0">
            <a:spAutoFit/>
          </a:bodyPr>
          <a:lstStyle/>
          <a:p>
            <a:r>
              <a:rPr lang="en-GB" sz="3600" dirty="0"/>
              <a:t>input</a:t>
            </a:r>
          </a:p>
        </p:txBody>
      </p:sp>
      <p:sp>
        <p:nvSpPr>
          <p:cNvPr id="7" name="TextBox 6">
            <a:extLst>
              <a:ext uri="{FF2B5EF4-FFF2-40B4-BE49-F238E27FC236}">
                <a16:creationId xmlns:a16="http://schemas.microsoft.com/office/drawing/2014/main" id="{119E3B60-8410-9340-E9BC-320CC1E7C93E}"/>
              </a:ext>
            </a:extLst>
          </p:cNvPr>
          <p:cNvSpPr txBox="1"/>
          <p:nvPr/>
        </p:nvSpPr>
        <p:spPr>
          <a:xfrm>
            <a:off x="9168572" y="3251199"/>
            <a:ext cx="1513556" cy="646331"/>
          </a:xfrm>
          <a:prstGeom prst="rect">
            <a:avLst/>
          </a:prstGeom>
          <a:noFill/>
        </p:spPr>
        <p:txBody>
          <a:bodyPr wrap="none" rtlCol="0">
            <a:spAutoFit/>
          </a:bodyPr>
          <a:lstStyle/>
          <a:p>
            <a:r>
              <a:rPr lang="en-GB" sz="3600" dirty="0"/>
              <a:t>output</a:t>
            </a:r>
          </a:p>
        </p:txBody>
      </p:sp>
      <p:cxnSp>
        <p:nvCxnSpPr>
          <p:cNvPr id="10" name="Straight Arrow Connector 9">
            <a:extLst>
              <a:ext uri="{FF2B5EF4-FFF2-40B4-BE49-F238E27FC236}">
                <a16:creationId xmlns:a16="http://schemas.microsoft.com/office/drawing/2014/main" id="{A3B25B18-DADE-809D-A9D2-5011A915E0DD}"/>
              </a:ext>
            </a:extLst>
          </p:cNvPr>
          <p:cNvCxnSpPr>
            <a:cxnSpLocks/>
          </p:cNvCxnSpPr>
          <p:nvPr/>
        </p:nvCxnSpPr>
        <p:spPr>
          <a:xfrm>
            <a:off x="3139440" y="3574364"/>
            <a:ext cx="5537200" cy="47676"/>
          </a:xfrm>
          <a:prstGeom prst="straightConnector1">
            <a:avLst/>
          </a:prstGeom>
          <a:ln w="57150">
            <a:solidFill>
              <a:schemeClr val="tx1"/>
            </a:solidFill>
            <a:headEnd type="none" w="lg" len="med"/>
            <a:tailEnd type="stealth" w="lg" len="lg"/>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419E51E-6BD1-46FF-2F7B-A60A6D9B0B87}"/>
              </a:ext>
            </a:extLst>
          </p:cNvPr>
          <p:cNvSpPr txBox="1"/>
          <p:nvPr/>
        </p:nvSpPr>
        <p:spPr>
          <a:xfrm>
            <a:off x="5565863" y="2975709"/>
            <a:ext cx="415498" cy="646331"/>
          </a:xfrm>
          <a:prstGeom prst="rect">
            <a:avLst/>
          </a:prstGeom>
          <a:noFill/>
        </p:spPr>
        <p:txBody>
          <a:bodyPr wrap="none" rtlCol="0">
            <a:spAutoFit/>
          </a:bodyPr>
          <a:lstStyle/>
          <a:p>
            <a:r>
              <a:rPr lang="en-GB" sz="3600" dirty="0"/>
              <a:t>?</a:t>
            </a:r>
          </a:p>
        </p:txBody>
      </p:sp>
    </p:spTree>
    <p:extLst>
      <p:ext uri="{BB962C8B-B14F-4D97-AF65-F5344CB8AC3E}">
        <p14:creationId xmlns:p14="http://schemas.microsoft.com/office/powerpoint/2010/main" val="878824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83109-ACDA-ED6D-2EEF-AA0CAFA3D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3AD90-8CF6-76DB-3D2C-9691A4042EF7}"/>
              </a:ext>
            </a:extLst>
          </p:cNvPr>
          <p:cNvSpPr>
            <a:spLocks noGrp="1"/>
          </p:cNvSpPr>
          <p:nvPr>
            <p:ph type="title"/>
          </p:nvPr>
        </p:nvSpPr>
        <p:spPr/>
        <p:txBody>
          <a:bodyPr/>
          <a:lstStyle/>
          <a:p>
            <a:r>
              <a:rPr lang="en-GB" dirty="0"/>
              <a:t>Basics of computing concepts</a:t>
            </a:r>
          </a:p>
        </p:txBody>
      </p:sp>
      <p:pic>
        <p:nvPicPr>
          <p:cNvPr id="4" name="Picture 3">
            <a:extLst>
              <a:ext uri="{FF2B5EF4-FFF2-40B4-BE49-F238E27FC236}">
                <a16:creationId xmlns:a16="http://schemas.microsoft.com/office/drawing/2014/main" id="{5BEC8009-8089-A543-5756-9BD0596320B4}"/>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FA1C889A-2DD2-347D-FB0D-6F4967D84690}"/>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grpSp>
        <p:nvGrpSpPr>
          <p:cNvPr id="3" name="Group 2">
            <a:extLst>
              <a:ext uri="{FF2B5EF4-FFF2-40B4-BE49-F238E27FC236}">
                <a16:creationId xmlns:a16="http://schemas.microsoft.com/office/drawing/2014/main" id="{30D3EF20-DEDC-E3E4-DCFA-DA4A87D0C27E}"/>
              </a:ext>
            </a:extLst>
          </p:cNvPr>
          <p:cNvGrpSpPr/>
          <p:nvPr/>
        </p:nvGrpSpPr>
        <p:grpSpPr>
          <a:xfrm>
            <a:off x="1509872" y="2306320"/>
            <a:ext cx="9172256" cy="2631440"/>
            <a:chOff x="1509872" y="2306320"/>
            <a:chExt cx="9172256" cy="2631440"/>
          </a:xfrm>
        </p:grpSpPr>
        <p:sp>
          <p:nvSpPr>
            <p:cNvPr id="6" name="TextBox 5">
              <a:extLst>
                <a:ext uri="{FF2B5EF4-FFF2-40B4-BE49-F238E27FC236}">
                  <a16:creationId xmlns:a16="http://schemas.microsoft.com/office/drawing/2014/main" id="{73A36303-B08A-048E-F805-7CEFA4A1CB0C}"/>
                </a:ext>
              </a:extLst>
            </p:cNvPr>
            <p:cNvSpPr txBox="1"/>
            <p:nvPr/>
          </p:nvSpPr>
          <p:spPr>
            <a:xfrm>
              <a:off x="1509872" y="3251198"/>
              <a:ext cx="1217000" cy="646331"/>
            </a:xfrm>
            <a:prstGeom prst="rect">
              <a:avLst/>
            </a:prstGeom>
            <a:noFill/>
          </p:spPr>
          <p:txBody>
            <a:bodyPr wrap="none" rtlCol="0">
              <a:spAutoFit/>
            </a:bodyPr>
            <a:lstStyle/>
            <a:p>
              <a:r>
                <a:rPr lang="en-GB" sz="3600" dirty="0"/>
                <a:t>input</a:t>
              </a:r>
            </a:p>
          </p:txBody>
        </p:sp>
        <p:sp>
          <p:nvSpPr>
            <p:cNvPr id="7" name="TextBox 6">
              <a:extLst>
                <a:ext uri="{FF2B5EF4-FFF2-40B4-BE49-F238E27FC236}">
                  <a16:creationId xmlns:a16="http://schemas.microsoft.com/office/drawing/2014/main" id="{0483C58B-C917-362E-05E2-D67A1CF3ECE1}"/>
                </a:ext>
              </a:extLst>
            </p:cNvPr>
            <p:cNvSpPr txBox="1"/>
            <p:nvPr/>
          </p:nvSpPr>
          <p:spPr>
            <a:xfrm>
              <a:off x="9168572" y="3251199"/>
              <a:ext cx="1513556" cy="646331"/>
            </a:xfrm>
            <a:prstGeom prst="rect">
              <a:avLst/>
            </a:prstGeom>
            <a:noFill/>
          </p:spPr>
          <p:txBody>
            <a:bodyPr wrap="none" rtlCol="0">
              <a:spAutoFit/>
            </a:bodyPr>
            <a:lstStyle/>
            <a:p>
              <a:r>
                <a:rPr lang="en-GB" sz="3600" dirty="0"/>
                <a:t>output</a:t>
              </a:r>
            </a:p>
          </p:txBody>
        </p:sp>
        <p:sp>
          <p:nvSpPr>
            <p:cNvPr id="8" name="Rectangle 7">
              <a:extLst>
                <a:ext uri="{FF2B5EF4-FFF2-40B4-BE49-F238E27FC236}">
                  <a16:creationId xmlns:a16="http://schemas.microsoft.com/office/drawing/2014/main" id="{6ECD517D-00CF-9107-F488-6A9DDFB301DC}"/>
                </a:ext>
              </a:extLst>
            </p:cNvPr>
            <p:cNvSpPr/>
            <p:nvPr/>
          </p:nvSpPr>
          <p:spPr>
            <a:xfrm>
              <a:off x="4561840" y="2306320"/>
              <a:ext cx="2611120" cy="2631440"/>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4C1C83C2-FB05-144D-BE1C-57CA5051FBAA}"/>
                </a:ext>
              </a:extLst>
            </p:cNvPr>
            <p:cNvCxnSpPr/>
            <p:nvPr/>
          </p:nvCxnSpPr>
          <p:spPr>
            <a:xfrm>
              <a:off x="3139440" y="3574364"/>
              <a:ext cx="1127760" cy="0"/>
            </a:xfrm>
            <a:prstGeom prst="straightConnector1">
              <a:avLst/>
            </a:prstGeom>
            <a:ln w="57150">
              <a:solidFill>
                <a:schemeClr val="tx1"/>
              </a:solidFill>
              <a:headEnd type="none" w="lg" len="med"/>
              <a:tailEnd type="stealth" w="lg" len="lg"/>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21EEF7D-FE13-71DA-75A2-0855BBC3CDEA}"/>
                </a:ext>
              </a:extLst>
            </p:cNvPr>
            <p:cNvCxnSpPr/>
            <p:nvPr/>
          </p:nvCxnSpPr>
          <p:spPr>
            <a:xfrm>
              <a:off x="7548880" y="3622040"/>
              <a:ext cx="1127760" cy="0"/>
            </a:xfrm>
            <a:prstGeom prst="straightConnector1">
              <a:avLst/>
            </a:prstGeom>
            <a:ln w="57150">
              <a:solidFill>
                <a:schemeClr val="tx1"/>
              </a:solidFill>
              <a:headEnd type="none" w="lg" len="med"/>
              <a:tailEnd type="stealth" w="lg" len="lg"/>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47A95AE5-6AF8-BAC5-5BC3-AE3969297964}"/>
                </a:ext>
              </a:extLst>
            </p:cNvPr>
            <p:cNvSpPr txBox="1"/>
            <p:nvPr/>
          </p:nvSpPr>
          <p:spPr>
            <a:xfrm>
              <a:off x="5088176" y="3021875"/>
              <a:ext cx="1558448" cy="1200329"/>
            </a:xfrm>
            <a:prstGeom prst="rect">
              <a:avLst/>
            </a:prstGeom>
            <a:noFill/>
          </p:spPr>
          <p:txBody>
            <a:bodyPr wrap="square" rtlCol="0">
              <a:spAutoFit/>
            </a:bodyPr>
            <a:lstStyle/>
            <a:p>
              <a:pPr algn="ctr"/>
              <a:r>
                <a:rPr lang="en-GB" sz="3600" dirty="0"/>
                <a:t>Black box</a:t>
              </a:r>
            </a:p>
          </p:txBody>
        </p:sp>
      </p:grpSp>
    </p:spTree>
    <p:extLst>
      <p:ext uri="{BB962C8B-B14F-4D97-AF65-F5344CB8AC3E}">
        <p14:creationId xmlns:p14="http://schemas.microsoft.com/office/powerpoint/2010/main" val="1407311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937B4-4F12-A250-1240-411077867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F6A53-52E9-CD35-8DD2-5DB4F745D8E5}"/>
              </a:ext>
            </a:extLst>
          </p:cNvPr>
          <p:cNvSpPr>
            <a:spLocks noGrp="1"/>
          </p:cNvSpPr>
          <p:nvPr>
            <p:ph type="title"/>
          </p:nvPr>
        </p:nvSpPr>
        <p:spPr/>
        <p:txBody>
          <a:bodyPr/>
          <a:lstStyle/>
          <a:p>
            <a:r>
              <a:rPr lang="en-GB" dirty="0"/>
              <a:t>Basics of computing concepts</a:t>
            </a:r>
          </a:p>
        </p:txBody>
      </p:sp>
      <p:pic>
        <p:nvPicPr>
          <p:cNvPr id="4" name="Picture 3">
            <a:extLst>
              <a:ext uri="{FF2B5EF4-FFF2-40B4-BE49-F238E27FC236}">
                <a16:creationId xmlns:a16="http://schemas.microsoft.com/office/drawing/2014/main" id="{A9BB6F66-2935-FEB8-DDC6-761015FDE390}"/>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83DBD062-B2BB-E157-2DB3-B8C1742E5CDA}"/>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
        <p:nvSpPr>
          <p:cNvPr id="6" name="TextBox 5">
            <a:extLst>
              <a:ext uri="{FF2B5EF4-FFF2-40B4-BE49-F238E27FC236}">
                <a16:creationId xmlns:a16="http://schemas.microsoft.com/office/drawing/2014/main" id="{8B287793-C259-B846-90C6-81841C7ED32E}"/>
              </a:ext>
            </a:extLst>
          </p:cNvPr>
          <p:cNvSpPr txBox="1"/>
          <p:nvPr/>
        </p:nvSpPr>
        <p:spPr>
          <a:xfrm>
            <a:off x="1509872" y="3251198"/>
            <a:ext cx="1217000" cy="646331"/>
          </a:xfrm>
          <a:prstGeom prst="rect">
            <a:avLst/>
          </a:prstGeom>
          <a:noFill/>
        </p:spPr>
        <p:txBody>
          <a:bodyPr wrap="none" rtlCol="0">
            <a:spAutoFit/>
          </a:bodyPr>
          <a:lstStyle/>
          <a:p>
            <a:r>
              <a:rPr lang="en-GB" sz="3600" dirty="0"/>
              <a:t>input</a:t>
            </a:r>
          </a:p>
        </p:txBody>
      </p:sp>
      <p:sp>
        <p:nvSpPr>
          <p:cNvPr id="7" name="TextBox 6">
            <a:extLst>
              <a:ext uri="{FF2B5EF4-FFF2-40B4-BE49-F238E27FC236}">
                <a16:creationId xmlns:a16="http://schemas.microsoft.com/office/drawing/2014/main" id="{677048C5-972E-CCE0-00A0-BD2FD0CC2BBE}"/>
              </a:ext>
            </a:extLst>
          </p:cNvPr>
          <p:cNvSpPr txBox="1"/>
          <p:nvPr/>
        </p:nvSpPr>
        <p:spPr>
          <a:xfrm>
            <a:off x="9168572" y="3251199"/>
            <a:ext cx="1513556" cy="646331"/>
          </a:xfrm>
          <a:prstGeom prst="rect">
            <a:avLst/>
          </a:prstGeom>
          <a:noFill/>
        </p:spPr>
        <p:txBody>
          <a:bodyPr wrap="none" rtlCol="0">
            <a:spAutoFit/>
          </a:bodyPr>
          <a:lstStyle/>
          <a:p>
            <a:r>
              <a:rPr lang="en-GB" sz="3600" dirty="0"/>
              <a:t>output</a:t>
            </a:r>
          </a:p>
        </p:txBody>
      </p:sp>
      <p:sp>
        <p:nvSpPr>
          <p:cNvPr id="8" name="Rectangle 7">
            <a:extLst>
              <a:ext uri="{FF2B5EF4-FFF2-40B4-BE49-F238E27FC236}">
                <a16:creationId xmlns:a16="http://schemas.microsoft.com/office/drawing/2014/main" id="{4BF22CAE-6B96-9827-7A6B-006A17151ECB}"/>
              </a:ext>
            </a:extLst>
          </p:cNvPr>
          <p:cNvSpPr/>
          <p:nvPr/>
        </p:nvSpPr>
        <p:spPr>
          <a:xfrm>
            <a:off x="4561840" y="2306320"/>
            <a:ext cx="2611120" cy="2631440"/>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5BA36814-43A3-84E6-EE0B-9D10685C647F}"/>
              </a:ext>
            </a:extLst>
          </p:cNvPr>
          <p:cNvCxnSpPr/>
          <p:nvPr/>
        </p:nvCxnSpPr>
        <p:spPr>
          <a:xfrm>
            <a:off x="3139440" y="3574364"/>
            <a:ext cx="1127760" cy="0"/>
          </a:xfrm>
          <a:prstGeom prst="straightConnector1">
            <a:avLst/>
          </a:prstGeom>
          <a:ln w="57150">
            <a:solidFill>
              <a:schemeClr val="tx1"/>
            </a:solidFill>
            <a:headEnd type="none" w="lg" len="med"/>
            <a:tailEnd type="stealth" w="lg" len="lg"/>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4D4BAF8-3F04-8226-E3EF-D829D40E81DE}"/>
              </a:ext>
            </a:extLst>
          </p:cNvPr>
          <p:cNvCxnSpPr/>
          <p:nvPr/>
        </p:nvCxnSpPr>
        <p:spPr>
          <a:xfrm>
            <a:off x="7548880" y="3622040"/>
            <a:ext cx="1127760" cy="0"/>
          </a:xfrm>
          <a:prstGeom prst="straightConnector1">
            <a:avLst/>
          </a:prstGeom>
          <a:ln w="57150">
            <a:solidFill>
              <a:schemeClr val="tx1"/>
            </a:solidFill>
            <a:headEnd type="none" w="lg" len="med"/>
            <a:tailEnd type="stealth" w="lg" len="lg"/>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3CCE783-EBCF-4FDE-EBE9-E6A5E462E131}"/>
              </a:ext>
            </a:extLst>
          </p:cNvPr>
          <p:cNvSpPr txBox="1"/>
          <p:nvPr/>
        </p:nvSpPr>
        <p:spPr>
          <a:xfrm>
            <a:off x="5088176" y="3021875"/>
            <a:ext cx="1558448" cy="1200329"/>
          </a:xfrm>
          <a:prstGeom prst="rect">
            <a:avLst/>
          </a:prstGeom>
          <a:noFill/>
        </p:spPr>
        <p:txBody>
          <a:bodyPr wrap="square" rtlCol="0">
            <a:spAutoFit/>
          </a:bodyPr>
          <a:lstStyle/>
          <a:p>
            <a:pPr algn="ctr"/>
            <a:r>
              <a:rPr lang="en-GB" sz="3600" dirty="0"/>
              <a:t>Black box</a:t>
            </a:r>
          </a:p>
        </p:txBody>
      </p:sp>
      <p:sp>
        <p:nvSpPr>
          <p:cNvPr id="13" name="TextBox 12">
            <a:extLst>
              <a:ext uri="{FF2B5EF4-FFF2-40B4-BE49-F238E27FC236}">
                <a16:creationId xmlns:a16="http://schemas.microsoft.com/office/drawing/2014/main" id="{C7B1E676-69A9-2075-436B-0E278C78D28B}"/>
              </a:ext>
            </a:extLst>
          </p:cNvPr>
          <p:cNvSpPr txBox="1"/>
          <p:nvPr/>
        </p:nvSpPr>
        <p:spPr>
          <a:xfrm>
            <a:off x="8367860" y="5853797"/>
            <a:ext cx="3493713" cy="646331"/>
          </a:xfrm>
          <a:prstGeom prst="rect">
            <a:avLst/>
          </a:prstGeom>
          <a:noFill/>
        </p:spPr>
        <p:txBody>
          <a:bodyPr wrap="none" rtlCol="0">
            <a:spAutoFit/>
          </a:bodyPr>
          <a:lstStyle/>
          <a:p>
            <a:r>
              <a:rPr lang="en-GB" sz="3600" dirty="0"/>
              <a:t>Problem solving!</a:t>
            </a:r>
          </a:p>
        </p:txBody>
      </p:sp>
      <p:sp>
        <p:nvSpPr>
          <p:cNvPr id="15" name="Arrow: Up 14">
            <a:extLst>
              <a:ext uri="{FF2B5EF4-FFF2-40B4-BE49-F238E27FC236}">
                <a16:creationId xmlns:a16="http://schemas.microsoft.com/office/drawing/2014/main" id="{F223B48E-A1B8-0A53-8FAD-75C8CBE9DE92}"/>
              </a:ext>
            </a:extLst>
          </p:cNvPr>
          <p:cNvSpPr/>
          <p:nvPr/>
        </p:nvSpPr>
        <p:spPr>
          <a:xfrm rot="18659595">
            <a:off x="6974840" y="4474128"/>
            <a:ext cx="985520" cy="1535795"/>
          </a:xfrm>
          <a:prstGeom prst="upArrow">
            <a:avLst/>
          </a:prstGeom>
          <a:solidFill>
            <a:schemeClr val="accent4">
              <a:lumMod val="9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2046653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DA347-69B0-8E04-8D83-B04D6E7F4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7DF39-2443-7394-1149-E75B2E745675}"/>
              </a:ext>
            </a:extLst>
          </p:cNvPr>
          <p:cNvSpPr>
            <a:spLocks noGrp="1"/>
          </p:cNvSpPr>
          <p:nvPr>
            <p:ph type="title"/>
          </p:nvPr>
        </p:nvSpPr>
        <p:spPr/>
        <p:txBody>
          <a:bodyPr/>
          <a:lstStyle/>
          <a:p>
            <a:r>
              <a:rPr lang="en-GB" dirty="0"/>
              <a:t>The language of computers</a:t>
            </a:r>
          </a:p>
        </p:txBody>
      </p:sp>
      <p:sp>
        <p:nvSpPr>
          <p:cNvPr id="3" name="Content Placeholder 2">
            <a:extLst>
              <a:ext uri="{FF2B5EF4-FFF2-40B4-BE49-F238E27FC236}">
                <a16:creationId xmlns:a16="http://schemas.microsoft.com/office/drawing/2014/main" id="{B6266CD3-DCFD-450D-3BD3-33EB07A441DB}"/>
              </a:ext>
            </a:extLst>
          </p:cNvPr>
          <p:cNvSpPr>
            <a:spLocks noGrp="1"/>
          </p:cNvSpPr>
          <p:nvPr>
            <p:ph idx="1"/>
          </p:nvPr>
        </p:nvSpPr>
        <p:spPr/>
        <p:txBody>
          <a:bodyPr/>
          <a:lstStyle/>
          <a:p>
            <a:r>
              <a:rPr lang="en-GB" dirty="0"/>
              <a:t>Unary</a:t>
            </a:r>
          </a:p>
          <a:p>
            <a:r>
              <a:rPr lang="en-GB" dirty="0"/>
              <a:t>Binary</a:t>
            </a:r>
          </a:p>
          <a:p>
            <a:pPr lvl="1"/>
            <a:r>
              <a:rPr lang="en-GB" dirty="0"/>
              <a:t>Binary digit </a:t>
            </a:r>
            <a:r>
              <a:rPr lang="en-GB" dirty="0">
                <a:sym typeface="Wingdings" panose="05000000000000000000" pitchFamily="2" charset="2"/>
              </a:rPr>
              <a:t> bit</a:t>
            </a:r>
            <a:endParaRPr lang="en-GB" dirty="0"/>
          </a:p>
          <a:p>
            <a:r>
              <a:rPr lang="en-GB" dirty="0">
                <a:sym typeface="Wingdings" panose="05000000000000000000" pitchFamily="2" charset="2"/>
              </a:rPr>
              <a:t>ASCII</a:t>
            </a:r>
          </a:p>
          <a:p>
            <a:r>
              <a:rPr lang="en-GB" dirty="0">
                <a:sym typeface="Wingdings" panose="05000000000000000000" pitchFamily="2" charset="2"/>
              </a:rPr>
              <a:t>Unicode</a:t>
            </a:r>
          </a:p>
          <a:p>
            <a:r>
              <a:rPr lang="en-GB" dirty="0">
                <a:sym typeface="Wingdings" panose="05000000000000000000" pitchFamily="2" charset="2"/>
              </a:rPr>
              <a:t>RGB</a:t>
            </a:r>
          </a:p>
          <a:p>
            <a:r>
              <a:rPr lang="en-GB" dirty="0">
                <a:sym typeface="Wingdings" panose="05000000000000000000" pitchFamily="2" charset="2"/>
              </a:rPr>
              <a:t>Algorithms</a:t>
            </a:r>
          </a:p>
          <a:p>
            <a:endParaRPr lang="en-GB" dirty="0"/>
          </a:p>
        </p:txBody>
      </p:sp>
      <p:pic>
        <p:nvPicPr>
          <p:cNvPr id="4" name="Picture 3">
            <a:extLst>
              <a:ext uri="{FF2B5EF4-FFF2-40B4-BE49-F238E27FC236}">
                <a16:creationId xmlns:a16="http://schemas.microsoft.com/office/drawing/2014/main" id="{295A1CA7-619B-63DC-63E2-04DF0FF743C4}"/>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4E70AAEA-D7A4-E71D-5979-2660616A3D68}"/>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pic>
        <p:nvPicPr>
          <p:cNvPr id="7" name="Picture 6" descr="A computer with a screen&#10;&#10;AI-generated content may be incorrect.">
            <a:extLst>
              <a:ext uri="{FF2B5EF4-FFF2-40B4-BE49-F238E27FC236}">
                <a16:creationId xmlns:a16="http://schemas.microsoft.com/office/drawing/2014/main" id="{F0A56FA7-4860-D525-1A74-2B42AB2788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75182" y="2198708"/>
            <a:ext cx="3428615" cy="2460583"/>
          </a:xfrm>
          <a:prstGeom prst="rect">
            <a:avLst/>
          </a:prstGeom>
        </p:spPr>
      </p:pic>
    </p:spTree>
    <p:extLst>
      <p:ext uri="{BB962C8B-B14F-4D97-AF65-F5344CB8AC3E}">
        <p14:creationId xmlns:p14="http://schemas.microsoft.com/office/powerpoint/2010/main" val="1444992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1ADED-814A-43DA-482A-14B1670AC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1D174-EDE9-E8B3-409D-559BC2D53E05}"/>
              </a:ext>
            </a:extLst>
          </p:cNvPr>
          <p:cNvSpPr>
            <a:spLocks noGrp="1"/>
          </p:cNvSpPr>
          <p:nvPr>
            <p:ph type="title"/>
          </p:nvPr>
        </p:nvSpPr>
        <p:spPr/>
        <p:txBody>
          <a:bodyPr/>
          <a:lstStyle/>
          <a:p>
            <a:r>
              <a:rPr lang="en-GB" dirty="0"/>
              <a:t>The Language of Computers - Binary</a:t>
            </a:r>
          </a:p>
        </p:txBody>
      </p:sp>
      <p:pic>
        <p:nvPicPr>
          <p:cNvPr id="4" name="Picture 3">
            <a:extLst>
              <a:ext uri="{FF2B5EF4-FFF2-40B4-BE49-F238E27FC236}">
                <a16:creationId xmlns:a16="http://schemas.microsoft.com/office/drawing/2014/main" id="{64DBBBDF-A18E-D921-C1AB-06BC6254B3E3}"/>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64248718-E05E-4F46-0F95-B662F99A593D}"/>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
        <p:nvSpPr>
          <p:cNvPr id="6" name="Google Shape;230;p50">
            <a:extLst>
              <a:ext uri="{FF2B5EF4-FFF2-40B4-BE49-F238E27FC236}">
                <a16:creationId xmlns:a16="http://schemas.microsoft.com/office/drawing/2014/main" id="{A3F1DF08-7D6A-2D0A-A6F5-1BFF59C20108}"/>
              </a:ext>
            </a:extLst>
          </p:cNvPr>
          <p:cNvSpPr txBox="1"/>
          <p:nvPr/>
        </p:nvSpPr>
        <p:spPr>
          <a:xfrm>
            <a:off x="-404270" y="2790825"/>
            <a:ext cx="37650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dirty="0">
                <a:latin typeface="Consolas"/>
                <a:ea typeface="Consolas"/>
                <a:cs typeface="Consolas"/>
                <a:sym typeface="Consolas"/>
              </a:rPr>
              <a:t>0</a:t>
            </a:r>
            <a:endParaRPr sz="9600" dirty="0">
              <a:latin typeface="Consolas"/>
              <a:ea typeface="Consolas"/>
              <a:cs typeface="Consolas"/>
              <a:sym typeface="Consolas"/>
            </a:endParaRPr>
          </a:p>
        </p:txBody>
      </p:sp>
      <p:pic>
        <p:nvPicPr>
          <p:cNvPr id="7" name="Google Shape;235;p51">
            <a:extLst>
              <a:ext uri="{FF2B5EF4-FFF2-40B4-BE49-F238E27FC236}">
                <a16:creationId xmlns:a16="http://schemas.microsoft.com/office/drawing/2014/main" id="{A6507840-177A-FE4E-83DA-70D7EB9AE519}"/>
              </a:ext>
            </a:extLst>
          </p:cNvPr>
          <p:cNvPicPr preferRelativeResize="0"/>
          <p:nvPr/>
        </p:nvPicPr>
        <p:blipFill>
          <a:blip r:embed="rId5">
            <a:alphaModFix/>
          </a:blip>
          <a:stretch>
            <a:fillRect/>
          </a:stretch>
        </p:blipFill>
        <p:spPr>
          <a:xfrm>
            <a:off x="2124576" y="2606623"/>
            <a:ext cx="2286000" cy="2286000"/>
          </a:xfrm>
          <a:prstGeom prst="rect">
            <a:avLst/>
          </a:prstGeom>
          <a:noFill/>
          <a:ln>
            <a:noFill/>
          </a:ln>
        </p:spPr>
      </p:pic>
      <p:sp>
        <p:nvSpPr>
          <p:cNvPr id="8" name="Google Shape;240;p52">
            <a:extLst>
              <a:ext uri="{FF2B5EF4-FFF2-40B4-BE49-F238E27FC236}">
                <a16:creationId xmlns:a16="http://schemas.microsoft.com/office/drawing/2014/main" id="{E481029A-90FE-2EDB-A08E-619E06837169}"/>
              </a:ext>
            </a:extLst>
          </p:cNvPr>
          <p:cNvSpPr txBox="1"/>
          <p:nvPr/>
        </p:nvSpPr>
        <p:spPr>
          <a:xfrm>
            <a:off x="6622976" y="2958373"/>
            <a:ext cx="37650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dirty="0">
                <a:latin typeface="Consolas"/>
                <a:ea typeface="Consolas"/>
                <a:cs typeface="Consolas"/>
                <a:sym typeface="Consolas"/>
              </a:rPr>
              <a:t>1</a:t>
            </a:r>
            <a:endParaRPr sz="9600" dirty="0">
              <a:latin typeface="Consolas"/>
              <a:ea typeface="Consolas"/>
              <a:cs typeface="Consolas"/>
              <a:sym typeface="Consolas"/>
            </a:endParaRPr>
          </a:p>
        </p:txBody>
      </p:sp>
      <p:pic>
        <p:nvPicPr>
          <p:cNvPr id="9" name="Google Shape;245;p53">
            <a:extLst>
              <a:ext uri="{FF2B5EF4-FFF2-40B4-BE49-F238E27FC236}">
                <a16:creationId xmlns:a16="http://schemas.microsoft.com/office/drawing/2014/main" id="{23643487-12E0-D264-D881-D5A93E5C72D4}"/>
              </a:ext>
            </a:extLst>
          </p:cNvPr>
          <p:cNvPicPr preferRelativeResize="0"/>
          <p:nvPr/>
        </p:nvPicPr>
        <p:blipFill>
          <a:blip r:embed="rId6">
            <a:alphaModFix/>
          </a:blip>
          <a:stretch>
            <a:fillRect/>
          </a:stretch>
        </p:blipFill>
        <p:spPr>
          <a:xfrm>
            <a:off x="9244976" y="2606623"/>
            <a:ext cx="2286000" cy="2286000"/>
          </a:xfrm>
          <a:prstGeom prst="rect">
            <a:avLst/>
          </a:prstGeom>
          <a:noFill/>
          <a:ln>
            <a:noFill/>
          </a:ln>
        </p:spPr>
      </p:pic>
    </p:spTree>
    <p:extLst>
      <p:ext uri="{BB962C8B-B14F-4D97-AF65-F5344CB8AC3E}">
        <p14:creationId xmlns:p14="http://schemas.microsoft.com/office/powerpoint/2010/main" val="918835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6D98C-1679-F861-F99D-59606414BE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A7328-8778-78C9-AF5D-ADA988FAC9B4}"/>
              </a:ext>
            </a:extLst>
          </p:cNvPr>
          <p:cNvSpPr>
            <a:spLocks noGrp="1"/>
          </p:cNvSpPr>
          <p:nvPr>
            <p:ph type="title"/>
          </p:nvPr>
        </p:nvSpPr>
        <p:spPr/>
        <p:txBody>
          <a:bodyPr/>
          <a:lstStyle/>
          <a:p>
            <a:r>
              <a:rPr lang="en-GB" dirty="0"/>
              <a:t>The Language of Computers - Binary</a:t>
            </a:r>
          </a:p>
        </p:txBody>
      </p:sp>
      <p:pic>
        <p:nvPicPr>
          <p:cNvPr id="4" name="Picture 3">
            <a:extLst>
              <a:ext uri="{FF2B5EF4-FFF2-40B4-BE49-F238E27FC236}">
                <a16:creationId xmlns:a16="http://schemas.microsoft.com/office/drawing/2014/main" id="{2DE32403-CFA5-6ACB-838D-238664DE2456}"/>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7E2CA52A-0FA4-4140-E130-42C0674EDFDB}"/>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grpSp>
        <p:nvGrpSpPr>
          <p:cNvPr id="10" name="Group 9">
            <a:extLst>
              <a:ext uri="{FF2B5EF4-FFF2-40B4-BE49-F238E27FC236}">
                <a16:creationId xmlns:a16="http://schemas.microsoft.com/office/drawing/2014/main" id="{46544B19-8FBA-D967-AF1E-08A5BC648AF1}"/>
              </a:ext>
            </a:extLst>
          </p:cNvPr>
          <p:cNvGrpSpPr/>
          <p:nvPr/>
        </p:nvGrpSpPr>
        <p:grpSpPr>
          <a:xfrm>
            <a:off x="2241167" y="2614018"/>
            <a:ext cx="7709665" cy="2286000"/>
            <a:chOff x="1806428" y="2429510"/>
            <a:chExt cx="7709665" cy="2286000"/>
          </a:xfrm>
        </p:grpSpPr>
        <p:pic>
          <p:nvPicPr>
            <p:cNvPr id="6" name="Google Shape;235;p51">
              <a:extLst>
                <a:ext uri="{FF2B5EF4-FFF2-40B4-BE49-F238E27FC236}">
                  <a16:creationId xmlns:a16="http://schemas.microsoft.com/office/drawing/2014/main" id="{06BF479F-BEB4-93DF-C3FA-97124DCAC77E}"/>
                </a:ext>
              </a:extLst>
            </p:cNvPr>
            <p:cNvPicPr preferRelativeResize="0"/>
            <p:nvPr/>
          </p:nvPicPr>
          <p:blipFill>
            <a:blip r:embed="rId5">
              <a:alphaModFix/>
            </a:blip>
            <a:stretch>
              <a:fillRect/>
            </a:stretch>
          </p:blipFill>
          <p:spPr>
            <a:xfrm>
              <a:off x="7230093" y="2429510"/>
              <a:ext cx="2286000" cy="2286000"/>
            </a:xfrm>
            <a:prstGeom prst="rect">
              <a:avLst/>
            </a:prstGeom>
            <a:noFill/>
            <a:ln>
              <a:noFill/>
            </a:ln>
          </p:spPr>
        </p:pic>
        <p:pic>
          <p:nvPicPr>
            <p:cNvPr id="7" name="Google Shape;235;p51">
              <a:extLst>
                <a:ext uri="{FF2B5EF4-FFF2-40B4-BE49-F238E27FC236}">
                  <a16:creationId xmlns:a16="http://schemas.microsoft.com/office/drawing/2014/main" id="{0F7105A3-9497-1D12-D2C3-8A8A61D6798D}"/>
                </a:ext>
              </a:extLst>
            </p:cNvPr>
            <p:cNvPicPr preferRelativeResize="0"/>
            <p:nvPr/>
          </p:nvPicPr>
          <p:blipFill>
            <a:blip r:embed="rId5">
              <a:alphaModFix/>
            </a:blip>
            <a:stretch>
              <a:fillRect/>
            </a:stretch>
          </p:blipFill>
          <p:spPr>
            <a:xfrm>
              <a:off x="4518261" y="2429510"/>
              <a:ext cx="2286000" cy="2286000"/>
            </a:xfrm>
            <a:prstGeom prst="rect">
              <a:avLst/>
            </a:prstGeom>
            <a:noFill/>
            <a:ln>
              <a:noFill/>
            </a:ln>
          </p:spPr>
        </p:pic>
        <p:pic>
          <p:nvPicPr>
            <p:cNvPr id="9" name="Google Shape;235;p51">
              <a:extLst>
                <a:ext uri="{FF2B5EF4-FFF2-40B4-BE49-F238E27FC236}">
                  <a16:creationId xmlns:a16="http://schemas.microsoft.com/office/drawing/2014/main" id="{8A792009-8098-666D-2FAB-A86D2746F1D0}"/>
                </a:ext>
              </a:extLst>
            </p:cNvPr>
            <p:cNvPicPr preferRelativeResize="0"/>
            <p:nvPr/>
          </p:nvPicPr>
          <p:blipFill>
            <a:blip r:embed="rId5">
              <a:alphaModFix/>
            </a:blip>
            <a:stretch>
              <a:fillRect/>
            </a:stretch>
          </p:blipFill>
          <p:spPr>
            <a:xfrm>
              <a:off x="1806428" y="2429510"/>
              <a:ext cx="2286000" cy="2286000"/>
            </a:xfrm>
            <a:prstGeom prst="rect">
              <a:avLst/>
            </a:prstGeom>
            <a:noFill/>
            <a:ln>
              <a:noFill/>
            </a:ln>
          </p:spPr>
        </p:pic>
      </p:grpSp>
      <p:grpSp>
        <p:nvGrpSpPr>
          <p:cNvPr id="18" name="Group 17">
            <a:extLst>
              <a:ext uri="{FF2B5EF4-FFF2-40B4-BE49-F238E27FC236}">
                <a16:creationId xmlns:a16="http://schemas.microsoft.com/office/drawing/2014/main" id="{3F5A6203-5B5F-6F0F-371D-85414123C73D}"/>
              </a:ext>
            </a:extLst>
          </p:cNvPr>
          <p:cNvGrpSpPr/>
          <p:nvPr/>
        </p:nvGrpSpPr>
        <p:grpSpPr>
          <a:xfrm>
            <a:off x="3180080" y="1673266"/>
            <a:ext cx="5814060" cy="940752"/>
            <a:chOff x="3180080" y="1673266"/>
            <a:chExt cx="5814060" cy="940752"/>
          </a:xfrm>
        </p:grpSpPr>
        <p:sp>
          <p:nvSpPr>
            <p:cNvPr id="15" name="TextBox 14">
              <a:extLst>
                <a:ext uri="{FF2B5EF4-FFF2-40B4-BE49-F238E27FC236}">
                  <a16:creationId xmlns:a16="http://schemas.microsoft.com/office/drawing/2014/main" id="{C3116E1A-45FD-D6F5-24DF-A31C943AD78F}"/>
                </a:ext>
              </a:extLst>
            </p:cNvPr>
            <p:cNvSpPr txBox="1"/>
            <p:nvPr/>
          </p:nvSpPr>
          <p:spPr>
            <a:xfrm>
              <a:off x="3180080" y="1690688"/>
              <a:ext cx="416560" cy="923330"/>
            </a:xfrm>
            <a:prstGeom prst="rect">
              <a:avLst/>
            </a:prstGeom>
            <a:noFill/>
          </p:spPr>
          <p:txBody>
            <a:bodyPr wrap="square" rtlCol="0">
              <a:spAutoFit/>
            </a:bodyPr>
            <a:lstStyle/>
            <a:p>
              <a:r>
                <a:rPr lang="en-GB" sz="5400" dirty="0"/>
                <a:t>4</a:t>
              </a:r>
            </a:p>
          </p:txBody>
        </p:sp>
        <p:sp>
          <p:nvSpPr>
            <p:cNvPr id="16" name="TextBox 15">
              <a:extLst>
                <a:ext uri="{FF2B5EF4-FFF2-40B4-BE49-F238E27FC236}">
                  <a16:creationId xmlns:a16="http://schemas.microsoft.com/office/drawing/2014/main" id="{4A495CA1-3BF0-3B8E-94A5-68CB5883D02A}"/>
                </a:ext>
              </a:extLst>
            </p:cNvPr>
            <p:cNvSpPr txBox="1"/>
            <p:nvPr/>
          </p:nvSpPr>
          <p:spPr>
            <a:xfrm>
              <a:off x="5801360" y="1690688"/>
              <a:ext cx="416560" cy="923330"/>
            </a:xfrm>
            <a:prstGeom prst="rect">
              <a:avLst/>
            </a:prstGeom>
            <a:noFill/>
          </p:spPr>
          <p:txBody>
            <a:bodyPr wrap="square" rtlCol="0">
              <a:spAutoFit/>
            </a:bodyPr>
            <a:lstStyle/>
            <a:p>
              <a:r>
                <a:rPr lang="en-GB" sz="5400" dirty="0"/>
                <a:t>2</a:t>
              </a:r>
            </a:p>
          </p:txBody>
        </p:sp>
        <p:sp>
          <p:nvSpPr>
            <p:cNvPr id="17" name="TextBox 16">
              <a:extLst>
                <a:ext uri="{FF2B5EF4-FFF2-40B4-BE49-F238E27FC236}">
                  <a16:creationId xmlns:a16="http://schemas.microsoft.com/office/drawing/2014/main" id="{68FEDE3F-6B54-16F1-F3ED-37813ACEC25C}"/>
                </a:ext>
              </a:extLst>
            </p:cNvPr>
            <p:cNvSpPr txBox="1"/>
            <p:nvPr/>
          </p:nvSpPr>
          <p:spPr>
            <a:xfrm>
              <a:off x="8577580" y="1673266"/>
              <a:ext cx="416560" cy="923330"/>
            </a:xfrm>
            <a:prstGeom prst="rect">
              <a:avLst/>
            </a:prstGeom>
            <a:noFill/>
          </p:spPr>
          <p:txBody>
            <a:bodyPr wrap="square" rtlCol="0">
              <a:spAutoFit/>
            </a:bodyPr>
            <a:lstStyle/>
            <a:p>
              <a:r>
                <a:rPr lang="en-GB" sz="5400" dirty="0"/>
                <a:t>1</a:t>
              </a:r>
            </a:p>
          </p:txBody>
        </p:sp>
      </p:grpSp>
    </p:spTree>
    <p:extLst>
      <p:ext uri="{BB962C8B-B14F-4D97-AF65-F5344CB8AC3E}">
        <p14:creationId xmlns:p14="http://schemas.microsoft.com/office/powerpoint/2010/main" val="2182280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38BAE-58EF-A95C-8637-3040A178A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3ECDC-9A74-5C5F-534C-2F454783418A}"/>
              </a:ext>
            </a:extLst>
          </p:cNvPr>
          <p:cNvSpPr>
            <a:spLocks noGrp="1"/>
          </p:cNvSpPr>
          <p:nvPr>
            <p:ph type="title"/>
          </p:nvPr>
        </p:nvSpPr>
        <p:spPr/>
        <p:txBody>
          <a:bodyPr/>
          <a:lstStyle/>
          <a:p>
            <a:r>
              <a:rPr lang="en-GB" dirty="0"/>
              <a:t>The Language of Computers - Binary</a:t>
            </a:r>
          </a:p>
        </p:txBody>
      </p:sp>
      <p:pic>
        <p:nvPicPr>
          <p:cNvPr id="4" name="Picture 3">
            <a:extLst>
              <a:ext uri="{FF2B5EF4-FFF2-40B4-BE49-F238E27FC236}">
                <a16:creationId xmlns:a16="http://schemas.microsoft.com/office/drawing/2014/main" id="{8DC55495-27F0-FE38-408D-E8EB58371B6B}"/>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144758F5-1AFD-0A40-D098-2CA2CF2F084C}"/>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grpSp>
        <p:nvGrpSpPr>
          <p:cNvPr id="10" name="Group 9">
            <a:extLst>
              <a:ext uri="{FF2B5EF4-FFF2-40B4-BE49-F238E27FC236}">
                <a16:creationId xmlns:a16="http://schemas.microsoft.com/office/drawing/2014/main" id="{68DC39A4-EB64-D599-676C-3495819D07FE}"/>
              </a:ext>
            </a:extLst>
          </p:cNvPr>
          <p:cNvGrpSpPr/>
          <p:nvPr/>
        </p:nvGrpSpPr>
        <p:grpSpPr>
          <a:xfrm>
            <a:off x="2291967" y="2761737"/>
            <a:ext cx="7709665" cy="2286000"/>
            <a:chOff x="1806428" y="2429510"/>
            <a:chExt cx="7709665" cy="2286000"/>
          </a:xfrm>
        </p:grpSpPr>
        <p:pic>
          <p:nvPicPr>
            <p:cNvPr id="6" name="Google Shape;235;p51">
              <a:extLst>
                <a:ext uri="{FF2B5EF4-FFF2-40B4-BE49-F238E27FC236}">
                  <a16:creationId xmlns:a16="http://schemas.microsoft.com/office/drawing/2014/main" id="{9FFF1EF0-DF4E-D81E-45A1-F16E74711766}"/>
                </a:ext>
              </a:extLst>
            </p:cNvPr>
            <p:cNvPicPr preferRelativeResize="0"/>
            <p:nvPr/>
          </p:nvPicPr>
          <p:blipFill>
            <a:blip r:embed="rId5">
              <a:alphaModFix/>
            </a:blip>
            <a:stretch>
              <a:fillRect/>
            </a:stretch>
          </p:blipFill>
          <p:spPr>
            <a:xfrm>
              <a:off x="7230093" y="2429510"/>
              <a:ext cx="2286000" cy="2286000"/>
            </a:xfrm>
            <a:prstGeom prst="rect">
              <a:avLst/>
            </a:prstGeom>
            <a:noFill/>
            <a:ln>
              <a:noFill/>
            </a:ln>
          </p:spPr>
        </p:pic>
        <p:pic>
          <p:nvPicPr>
            <p:cNvPr id="7" name="Google Shape;235;p51">
              <a:extLst>
                <a:ext uri="{FF2B5EF4-FFF2-40B4-BE49-F238E27FC236}">
                  <a16:creationId xmlns:a16="http://schemas.microsoft.com/office/drawing/2014/main" id="{AC026894-9EB1-DD8D-F201-A305700FBECD}"/>
                </a:ext>
              </a:extLst>
            </p:cNvPr>
            <p:cNvPicPr preferRelativeResize="0"/>
            <p:nvPr/>
          </p:nvPicPr>
          <p:blipFill>
            <a:blip r:embed="rId5">
              <a:alphaModFix/>
            </a:blip>
            <a:stretch>
              <a:fillRect/>
            </a:stretch>
          </p:blipFill>
          <p:spPr>
            <a:xfrm>
              <a:off x="4518261" y="2429510"/>
              <a:ext cx="2286000" cy="2286000"/>
            </a:xfrm>
            <a:prstGeom prst="rect">
              <a:avLst/>
            </a:prstGeom>
            <a:noFill/>
            <a:ln>
              <a:noFill/>
            </a:ln>
          </p:spPr>
        </p:pic>
        <p:pic>
          <p:nvPicPr>
            <p:cNvPr id="9" name="Google Shape;235;p51">
              <a:extLst>
                <a:ext uri="{FF2B5EF4-FFF2-40B4-BE49-F238E27FC236}">
                  <a16:creationId xmlns:a16="http://schemas.microsoft.com/office/drawing/2014/main" id="{47880582-6499-0F05-5844-3FCFED8616A9}"/>
                </a:ext>
              </a:extLst>
            </p:cNvPr>
            <p:cNvPicPr preferRelativeResize="0"/>
            <p:nvPr/>
          </p:nvPicPr>
          <p:blipFill>
            <a:blip r:embed="rId5">
              <a:alphaModFix/>
            </a:blip>
            <a:stretch>
              <a:fillRect/>
            </a:stretch>
          </p:blipFill>
          <p:spPr>
            <a:xfrm>
              <a:off x="1806428" y="2429510"/>
              <a:ext cx="2286000" cy="2286000"/>
            </a:xfrm>
            <a:prstGeom prst="rect">
              <a:avLst/>
            </a:prstGeom>
            <a:noFill/>
            <a:ln>
              <a:noFill/>
            </a:ln>
          </p:spPr>
        </p:pic>
      </p:grpSp>
      <p:pic>
        <p:nvPicPr>
          <p:cNvPr id="3" name="Google Shape;245;p53">
            <a:extLst>
              <a:ext uri="{FF2B5EF4-FFF2-40B4-BE49-F238E27FC236}">
                <a16:creationId xmlns:a16="http://schemas.microsoft.com/office/drawing/2014/main" id="{7F8A3C98-139C-9B22-6EC9-EF70B65BDD17}"/>
              </a:ext>
            </a:extLst>
          </p:cNvPr>
          <p:cNvPicPr preferRelativeResize="0"/>
          <p:nvPr/>
        </p:nvPicPr>
        <p:blipFill>
          <a:blip r:embed="rId6">
            <a:alphaModFix/>
          </a:blip>
          <a:stretch>
            <a:fillRect/>
          </a:stretch>
        </p:blipFill>
        <p:spPr>
          <a:xfrm>
            <a:off x="7709858" y="2761737"/>
            <a:ext cx="2286000" cy="2286000"/>
          </a:xfrm>
          <a:prstGeom prst="rect">
            <a:avLst/>
          </a:prstGeom>
          <a:noFill/>
          <a:ln>
            <a:noFill/>
          </a:ln>
        </p:spPr>
      </p:pic>
      <p:grpSp>
        <p:nvGrpSpPr>
          <p:cNvPr id="8" name="Group 7">
            <a:extLst>
              <a:ext uri="{FF2B5EF4-FFF2-40B4-BE49-F238E27FC236}">
                <a16:creationId xmlns:a16="http://schemas.microsoft.com/office/drawing/2014/main" id="{888E7379-EE05-94EF-DA22-1BF0AFCBF896}"/>
              </a:ext>
            </a:extLst>
          </p:cNvPr>
          <p:cNvGrpSpPr/>
          <p:nvPr/>
        </p:nvGrpSpPr>
        <p:grpSpPr>
          <a:xfrm>
            <a:off x="3180080" y="1673266"/>
            <a:ext cx="5814060" cy="940752"/>
            <a:chOff x="3180080" y="1673266"/>
            <a:chExt cx="5814060" cy="940752"/>
          </a:xfrm>
        </p:grpSpPr>
        <p:sp>
          <p:nvSpPr>
            <p:cNvPr id="11" name="TextBox 10">
              <a:extLst>
                <a:ext uri="{FF2B5EF4-FFF2-40B4-BE49-F238E27FC236}">
                  <a16:creationId xmlns:a16="http://schemas.microsoft.com/office/drawing/2014/main" id="{88B28408-3749-D0B5-C200-48B80B8290B8}"/>
                </a:ext>
              </a:extLst>
            </p:cNvPr>
            <p:cNvSpPr txBox="1"/>
            <p:nvPr/>
          </p:nvSpPr>
          <p:spPr>
            <a:xfrm>
              <a:off x="3180080" y="1690688"/>
              <a:ext cx="416560" cy="923330"/>
            </a:xfrm>
            <a:prstGeom prst="rect">
              <a:avLst/>
            </a:prstGeom>
            <a:noFill/>
          </p:spPr>
          <p:txBody>
            <a:bodyPr wrap="square" rtlCol="0">
              <a:spAutoFit/>
            </a:bodyPr>
            <a:lstStyle/>
            <a:p>
              <a:r>
                <a:rPr lang="en-GB" sz="5400" dirty="0"/>
                <a:t>4</a:t>
              </a:r>
            </a:p>
          </p:txBody>
        </p:sp>
        <p:sp>
          <p:nvSpPr>
            <p:cNvPr id="12" name="TextBox 11">
              <a:extLst>
                <a:ext uri="{FF2B5EF4-FFF2-40B4-BE49-F238E27FC236}">
                  <a16:creationId xmlns:a16="http://schemas.microsoft.com/office/drawing/2014/main" id="{671F0846-7BC8-091B-A225-E7BCCA973710}"/>
                </a:ext>
              </a:extLst>
            </p:cNvPr>
            <p:cNvSpPr txBox="1"/>
            <p:nvPr/>
          </p:nvSpPr>
          <p:spPr>
            <a:xfrm>
              <a:off x="5801360" y="1690688"/>
              <a:ext cx="416560" cy="923330"/>
            </a:xfrm>
            <a:prstGeom prst="rect">
              <a:avLst/>
            </a:prstGeom>
            <a:noFill/>
          </p:spPr>
          <p:txBody>
            <a:bodyPr wrap="square" rtlCol="0">
              <a:spAutoFit/>
            </a:bodyPr>
            <a:lstStyle/>
            <a:p>
              <a:r>
                <a:rPr lang="en-GB" sz="5400" dirty="0"/>
                <a:t>2</a:t>
              </a:r>
            </a:p>
          </p:txBody>
        </p:sp>
        <p:sp>
          <p:nvSpPr>
            <p:cNvPr id="13" name="TextBox 12">
              <a:extLst>
                <a:ext uri="{FF2B5EF4-FFF2-40B4-BE49-F238E27FC236}">
                  <a16:creationId xmlns:a16="http://schemas.microsoft.com/office/drawing/2014/main" id="{1C7854F9-ACA2-4C63-75CE-1CE89A91DB75}"/>
                </a:ext>
              </a:extLst>
            </p:cNvPr>
            <p:cNvSpPr txBox="1"/>
            <p:nvPr/>
          </p:nvSpPr>
          <p:spPr>
            <a:xfrm>
              <a:off x="8577580" y="1673266"/>
              <a:ext cx="416560" cy="923330"/>
            </a:xfrm>
            <a:prstGeom prst="rect">
              <a:avLst/>
            </a:prstGeom>
            <a:noFill/>
          </p:spPr>
          <p:txBody>
            <a:bodyPr wrap="square" rtlCol="0">
              <a:spAutoFit/>
            </a:bodyPr>
            <a:lstStyle/>
            <a:p>
              <a:r>
                <a:rPr lang="en-GB" sz="5400" dirty="0"/>
                <a:t>1</a:t>
              </a:r>
            </a:p>
          </p:txBody>
        </p:sp>
      </p:grpSp>
    </p:spTree>
    <p:extLst>
      <p:ext uri="{BB962C8B-B14F-4D97-AF65-F5344CB8AC3E}">
        <p14:creationId xmlns:p14="http://schemas.microsoft.com/office/powerpoint/2010/main" val="2821495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792A-41DD-04A0-7DE2-3684B642A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5C3CC-CF25-7F6A-7BD5-C3492CC4E28F}"/>
              </a:ext>
            </a:extLst>
          </p:cNvPr>
          <p:cNvSpPr>
            <a:spLocks noGrp="1"/>
          </p:cNvSpPr>
          <p:nvPr>
            <p:ph type="title"/>
          </p:nvPr>
        </p:nvSpPr>
        <p:spPr/>
        <p:txBody>
          <a:bodyPr/>
          <a:lstStyle/>
          <a:p>
            <a:r>
              <a:rPr lang="en-GB" dirty="0"/>
              <a:t>The Language of Computers - Binary</a:t>
            </a:r>
          </a:p>
        </p:txBody>
      </p:sp>
      <p:pic>
        <p:nvPicPr>
          <p:cNvPr id="4" name="Picture 3">
            <a:extLst>
              <a:ext uri="{FF2B5EF4-FFF2-40B4-BE49-F238E27FC236}">
                <a16:creationId xmlns:a16="http://schemas.microsoft.com/office/drawing/2014/main" id="{76E3B992-FFE7-370A-239D-9C3247813E45}"/>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636C458D-A3E1-76E5-39E2-AD5A511AD9A3}"/>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grpSp>
        <p:nvGrpSpPr>
          <p:cNvPr id="10" name="Group 9">
            <a:extLst>
              <a:ext uri="{FF2B5EF4-FFF2-40B4-BE49-F238E27FC236}">
                <a16:creationId xmlns:a16="http://schemas.microsoft.com/office/drawing/2014/main" id="{1A9C1028-E317-AA22-52CB-D4B032B40D68}"/>
              </a:ext>
            </a:extLst>
          </p:cNvPr>
          <p:cNvGrpSpPr/>
          <p:nvPr/>
        </p:nvGrpSpPr>
        <p:grpSpPr>
          <a:xfrm>
            <a:off x="2291967" y="2761737"/>
            <a:ext cx="7709665" cy="2286000"/>
            <a:chOff x="1806428" y="2429510"/>
            <a:chExt cx="7709665" cy="2286000"/>
          </a:xfrm>
        </p:grpSpPr>
        <p:pic>
          <p:nvPicPr>
            <p:cNvPr id="6" name="Google Shape;235;p51">
              <a:extLst>
                <a:ext uri="{FF2B5EF4-FFF2-40B4-BE49-F238E27FC236}">
                  <a16:creationId xmlns:a16="http://schemas.microsoft.com/office/drawing/2014/main" id="{7B502E95-AB23-301F-ECE8-8775D239A628}"/>
                </a:ext>
              </a:extLst>
            </p:cNvPr>
            <p:cNvPicPr preferRelativeResize="0"/>
            <p:nvPr/>
          </p:nvPicPr>
          <p:blipFill>
            <a:blip r:embed="rId5">
              <a:alphaModFix/>
            </a:blip>
            <a:stretch>
              <a:fillRect/>
            </a:stretch>
          </p:blipFill>
          <p:spPr>
            <a:xfrm>
              <a:off x="7230093" y="2429510"/>
              <a:ext cx="2286000" cy="2286000"/>
            </a:xfrm>
            <a:prstGeom prst="rect">
              <a:avLst/>
            </a:prstGeom>
            <a:noFill/>
            <a:ln>
              <a:noFill/>
            </a:ln>
          </p:spPr>
        </p:pic>
        <p:pic>
          <p:nvPicPr>
            <p:cNvPr id="7" name="Google Shape;235;p51">
              <a:extLst>
                <a:ext uri="{FF2B5EF4-FFF2-40B4-BE49-F238E27FC236}">
                  <a16:creationId xmlns:a16="http://schemas.microsoft.com/office/drawing/2014/main" id="{F4BB3296-038F-EA77-A9D7-058B3E43F2B3}"/>
                </a:ext>
              </a:extLst>
            </p:cNvPr>
            <p:cNvPicPr preferRelativeResize="0"/>
            <p:nvPr/>
          </p:nvPicPr>
          <p:blipFill>
            <a:blip r:embed="rId5">
              <a:alphaModFix/>
            </a:blip>
            <a:stretch>
              <a:fillRect/>
            </a:stretch>
          </p:blipFill>
          <p:spPr>
            <a:xfrm>
              <a:off x="4518261" y="2429510"/>
              <a:ext cx="2286000" cy="2286000"/>
            </a:xfrm>
            <a:prstGeom prst="rect">
              <a:avLst/>
            </a:prstGeom>
            <a:noFill/>
            <a:ln>
              <a:noFill/>
            </a:ln>
          </p:spPr>
        </p:pic>
        <p:pic>
          <p:nvPicPr>
            <p:cNvPr id="9" name="Google Shape;235;p51">
              <a:extLst>
                <a:ext uri="{FF2B5EF4-FFF2-40B4-BE49-F238E27FC236}">
                  <a16:creationId xmlns:a16="http://schemas.microsoft.com/office/drawing/2014/main" id="{F2207168-7214-61F2-978D-771DBC63E111}"/>
                </a:ext>
              </a:extLst>
            </p:cNvPr>
            <p:cNvPicPr preferRelativeResize="0"/>
            <p:nvPr/>
          </p:nvPicPr>
          <p:blipFill>
            <a:blip r:embed="rId5">
              <a:alphaModFix/>
            </a:blip>
            <a:stretch>
              <a:fillRect/>
            </a:stretch>
          </p:blipFill>
          <p:spPr>
            <a:xfrm>
              <a:off x="1806428" y="2429510"/>
              <a:ext cx="2286000" cy="2286000"/>
            </a:xfrm>
            <a:prstGeom prst="rect">
              <a:avLst/>
            </a:prstGeom>
            <a:noFill/>
            <a:ln>
              <a:noFill/>
            </a:ln>
          </p:spPr>
        </p:pic>
      </p:grpSp>
      <p:pic>
        <p:nvPicPr>
          <p:cNvPr id="3" name="Google Shape;245;p53">
            <a:extLst>
              <a:ext uri="{FF2B5EF4-FFF2-40B4-BE49-F238E27FC236}">
                <a16:creationId xmlns:a16="http://schemas.microsoft.com/office/drawing/2014/main" id="{6350AE53-D16D-974E-25CA-A95B728AD893}"/>
              </a:ext>
            </a:extLst>
          </p:cNvPr>
          <p:cNvPicPr preferRelativeResize="0"/>
          <p:nvPr/>
        </p:nvPicPr>
        <p:blipFill>
          <a:blip r:embed="rId6">
            <a:alphaModFix/>
          </a:blip>
          <a:stretch>
            <a:fillRect/>
          </a:stretch>
        </p:blipFill>
        <p:spPr>
          <a:xfrm>
            <a:off x="5004273" y="2761737"/>
            <a:ext cx="2286000" cy="2286000"/>
          </a:xfrm>
          <a:prstGeom prst="rect">
            <a:avLst/>
          </a:prstGeom>
          <a:noFill/>
          <a:ln>
            <a:noFill/>
          </a:ln>
        </p:spPr>
      </p:pic>
      <p:grpSp>
        <p:nvGrpSpPr>
          <p:cNvPr id="8" name="Group 7">
            <a:extLst>
              <a:ext uri="{FF2B5EF4-FFF2-40B4-BE49-F238E27FC236}">
                <a16:creationId xmlns:a16="http://schemas.microsoft.com/office/drawing/2014/main" id="{3FF108FB-D5E2-C313-5F51-143FE6CAB63E}"/>
              </a:ext>
            </a:extLst>
          </p:cNvPr>
          <p:cNvGrpSpPr/>
          <p:nvPr/>
        </p:nvGrpSpPr>
        <p:grpSpPr>
          <a:xfrm>
            <a:off x="3180080" y="1673266"/>
            <a:ext cx="5814060" cy="940752"/>
            <a:chOff x="3180080" y="1673266"/>
            <a:chExt cx="5814060" cy="940752"/>
          </a:xfrm>
        </p:grpSpPr>
        <p:sp>
          <p:nvSpPr>
            <p:cNvPr id="11" name="TextBox 10">
              <a:extLst>
                <a:ext uri="{FF2B5EF4-FFF2-40B4-BE49-F238E27FC236}">
                  <a16:creationId xmlns:a16="http://schemas.microsoft.com/office/drawing/2014/main" id="{2CB215DC-6381-34CE-332B-DCE83DB5A213}"/>
                </a:ext>
              </a:extLst>
            </p:cNvPr>
            <p:cNvSpPr txBox="1"/>
            <p:nvPr/>
          </p:nvSpPr>
          <p:spPr>
            <a:xfrm>
              <a:off x="3180080" y="1690688"/>
              <a:ext cx="416560" cy="923330"/>
            </a:xfrm>
            <a:prstGeom prst="rect">
              <a:avLst/>
            </a:prstGeom>
            <a:noFill/>
          </p:spPr>
          <p:txBody>
            <a:bodyPr wrap="square" rtlCol="0">
              <a:spAutoFit/>
            </a:bodyPr>
            <a:lstStyle/>
            <a:p>
              <a:r>
                <a:rPr lang="en-GB" sz="5400" dirty="0"/>
                <a:t>4</a:t>
              </a:r>
            </a:p>
          </p:txBody>
        </p:sp>
        <p:sp>
          <p:nvSpPr>
            <p:cNvPr id="12" name="TextBox 11">
              <a:extLst>
                <a:ext uri="{FF2B5EF4-FFF2-40B4-BE49-F238E27FC236}">
                  <a16:creationId xmlns:a16="http://schemas.microsoft.com/office/drawing/2014/main" id="{855B4369-40B6-5858-A0FD-CC050F4ADBE9}"/>
                </a:ext>
              </a:extLst>
            </p:cNvPr>
            <p:cNvSpPr txBox="1"/>
            <p:nvPr/>
          </p:nvSpPr>
          <p:spPr>
            <a:xfrm>
              <a:off x="5801360" y="1690688"/>
              <a:ext cx="416560" cy="923330"/>
            </a:xfrm>
            <a:prstGeom prst="rect">
              <a:avLst/>
            </a:prstGeom>
            <a:noFill/>
          </p:spPr>
          <p:txBody>
            <a:bodyPr wrap="square" rtlCol="0">
              <a:spAutoFit/>
            </a:bodyPr>
            <a:lstStyle/>
            <a:p>
              <a:r>
                <a:rPr lang="en-GB" sz="5400" dirty="0"/>
                <a:t>2</a:t>
              </a:r>
            </a:p>
          </p:txBody>
        </p:sp>
        <p:sp>
          <p:nvSpPr>
            <p:cNvPr id="13" name="TextBox 12">
              <a:extLst>
                <a:ext uri="{FF2B5EF4-FFF2-40B4-BE49-F238E27FC236}">
                  <a16:creationId xmlns:a16="http://schemas.microsoft.com/office/drawing/2014/main" id="{467CCFD0-6106-A443-9354-87D3DCC0FB4E}"/>
                </a:ext>
              </a:extLst>
            </p:cNvPr>
            <p:cNvSpPr txBox="1"/>
            <p:nvPr/>
          </p:nvSpPr>
          <p:spPr>
            <a:xfrm>
              <a:off x="8577580" y="1673266"/>
              <a:ext cx="416560" cy="923330"/>
            </a:xfrm>
            <a:prstGeom prst="rect">
              <a:avLst/>
            </a:prstGeom>
            <a:noFill/>
          </p:spPr>
          <p:txBody>
            <a:bodyPr wrap="square" rtlCol="0">
              <a:spAutoFit/>
            </a:bodyPr>
            <a:lstStyle/>
            <a:p>
              <a:r>
                <a:rPr lang="en-GB" sz="5400" dirty="0"/>
                <a:t>1</a:t>
              </a:r>
            </a:p>
          </p:txBody>
        </p:sp>
      </p:grpSp>
    </p:spTree>
    <p:extLst>
      <p:ext uri="{BB962C8B-B14F-4D97-AF65-F5344CB8AC3E}">
        <p14:creationId xmlns:p14="http://schemas.microsoft.com/office/powerpoint/2010/main" val="656249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B14D5-BA7C-BEBB-1174-605437B56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A3648-828A-2997-4A1D-910BC54A6A26}"/>
              </a:ext>
            </a:extLst>
          </p:cNvPr>
          <p:cNvSpPr>
            <a:spLocks noGrp="1"/>
          </p:cNvSpPr>
          <p:nvPr>
            <p:ph type="title"/>
          </p:nvPr>
        </p:nvSpPr>
        <p:spPr/>
        <p:txBody>
          <a:bodyPr/>
          <a:lstStyle/>
          <a:p>
            <a:r>
              <a:rPr lang="en-GB" dirty="0"/>
              <a:t>The Language of Computers - Binary</a:t>
            </a:r>
          </a:p>
        </p:txBody>
      </p:sp>
      <p:pic>
        <p:nvPicPr>
          <p:cNvPr id="4" name="Picture 3">
            <a:extLst>
              <a:ext uri="{FF2B5EF4-FFF2-40B4-BE49-F238E27FC236}">
                <a16:creationId xmlns:a16="http://schemas.microsoft.com/office/drawing/2014/main" id="{41342A43-9EC8-A5F9-1742-8DFFEEA51C6D}"/>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0991EE0F-FBA6-7D59-44E2-2D1F3C610523}"/>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grpSp>
        <p:nvGrpSpPr>
          <p:cNvPr id="10" name="Group 9">
            <a:extLst>
              <a:ext uri="{FF2B5EF4-FFF2-40B4-BE49-F238E27FC236}">
                <a16:creationId xmlns:a16="http://schemas.microsoft.com/office/drawing/2014/main" id="{5E5D731A-A524-2633-240B-C6CA82D89628}"/>
              </a:ext>
            </a:extLst>
          </p:cNvPr>
          <p:cNvGrpSpPr/>
          <p:nvPr/>
        </p:nvGrpSpPr>
        <p:grpSpPr>
          <a:xfrm>
            <a:off x="2291967" y="2761737"/>
            <a:ext cx="7709665" cy="2286000"/>
            <a:chOff x="1806428" y="2429510"/>
            <a:chExt cx="7709665" cy="2286000"/>
          </a:xfrm>
        </p:grpSpPr>
        <p:pic>
          <p:nvPicPr>
            <p:cNvPr id="6" name="Google Shape;235;p51">
              <a:extLst>
                <a:ext uri="{FF2B5EF4-FFF2-40B4-BE49-F238E27FC236}">
                  <a16:creationId xmlns:a16="http://schemas.microsoft.com/office/drawing/2014/main" id="{BCAE08C1-F486-B399-6334-3E69F94E40C3}"/>
                </a:ext>
              </a:extLst>
            </p:cNvPr>
            <p:cNvPicPr preferRelativeResize="0"/>
            <p:nvPr/>
          </p:nvPicPr>
          <p:blipFill>
            <a:blip r:embed="rId5">
              <a:alphaModFix/>
            </a:blip>
            <a:stretch>
              <a:fillRect/>
            </a:stretch>
          </p:blipFill>
          <p:spPr>
            <a:xfrm>
              <a:off x="7230093" y="2429510"/>
              <a:ext cx="2286000" cy="2286000"/>
            </a:xfrm>
            <a:prstGeom prst="rect">
              <a:avLst/>
            </a:prstGeom>
            <a:noFill/>
            <a:ln>
              <a:noFill/>
            </a:ln>
          </p:spPr>
        </p:pic>
        <p:pic>
          <p:nvPicPr>
            <p:cNvPr id="7" name="Google Shape;235;p51">
              <a:extLst>
                <a:ext uri="{FF2B5EF4-FFF2-40B4-BE49-F238E27FC236}">
                  <a16:creationId xmlns:a16="http://schemas.microsoft.com/office/drawing/2014/main" id="{B449EA37-31F8-90EE-8136-B37F3FE393C5}"/>
                </a:ext>
              </a:extLst>
            </p:cNvPr>
            <p:cNvPicPr preferRelativeResize="0"/>
            <p:nvPr/>
          </p:nvPicPr>
          <p:blipFill>
            <a:blip r:embed="rId5">
              <a:alphaModFix/>
            </a:blip>
            <a:stretch>
              <a:fillRect/>
            </a:stretch>
          </p:blipFill>
          <p:spPr>
            <a:xfrm>
              <a:off x="4518261" y="2429510"/>
              <a:ext cx="2286000" cy="2286000"/>
            </a:xfrm>
            <a:prstGeom prst="rect">
              <a:avLst/>
            </a:prstGeom>
            <a:noFill/>
            <a:ln>
              <a:noFill/>
            </a:ln>
          </p:spPr>
        </p:pic>
        <p:pic>
          <p:nvPicPr>
            <p:cNvPr id="9" name="Google Shape;235;p51">
              <a:extLst>
                <a:ext uri="{FF2B5EF4-FFF2-40B4-BE49-F238E27FC236}">
                  <a16:creationId xmlns:a16="http://schemas.microsoft.com/office/drawing/2014/main" id="{46A7DED5-CC92-7749-08F9-922F77D1DB1C}"/>
                </a:ext>
              </a:extLst>
            </p:cNvPr>
            <p:cNvPicPr preferRelativeResize="0"/>
            <p:nvPr/>
          </p:nvPicPr>
          <p:blipFill>
            <a:blip r:embed="rId5">
              <a:alphaModFix/>
            </a:blip>
            <a:stretch>
              <a:fillRect/>
            </a:stretch>
          </p:blipFill>
          <p:spPr>
            <a:xfrm>
              <a:off x="1806428" y="2429510"/>
              <a:ext cx="2286000" cy="2286000"/>
            </a:xfrm>
            <a:prstGeom prst="rect">
              <a:avLst/>
            </a:prstGeom>
            <a:noFill/>
            <a:ln>
              <a:noFill/>
            </a:ln>
          </p:spPr>
        </p:pic>
      </p:grpSp>
      <p:pic>
        <p:nvPicPr>
          <p:cNvPr id="3" name="Google Shape;245;p53">
            <a:extLst>
              <a:ext uri="{FF2B5EF4-FFF2-40B4-BE49-F238E27FC236}">
                <a16:creationId xmlns:a16="http://schemas.microsoft.com/office/drawing/2014/main" id="{C1BF2729-5DC7-EAB1-F387-E54C49751E71}"/>
              </a:ext>
            </a:extLst>
          </p:cNvPr>
          <p:cNvPicPr preferRelativeResize="0"/>
          <p:nvPr/>
        </p:nvPicPr>
        <p:blipFill>
          <a:blip r:embed="rId6">
            <a:alphaModFix/>
          </a:blip>
          <a:stretch>
            <a:fillRect/>
          </a:stretch>
        </p:blipFill>
        <p:spPr>
          <a:xfrm>
            <a:off x="5004273" y="2772370"/>
            <a:ext cx="2286000" cy="2286000"/>
          </a:xfrm>
          <a:prstGeom prst="rect">
            <a:avLst/>
          </a:prstGeom>
          <a:noFill/>
          <a:ln>
            <a:noFill/>
          </a:ln>
        </p:spPr>
      </p:pic>
      <p:grpSp>
        <p:nvGrpSpPr>
          <p:cNvPr id="8" name="Group 7">
            <a:extLst>
              <a:ext uri="{FF2B5EF4-FFF2-40B4-BE49-F238E27FC236}">
                <a16:creationId xmlns:a16="http://schemas.microsoft.com/office/drawing/2014/main" id="{0C28C31D-E712-D23A-318C-25A1C79ABEE7}"/>
              </a:ext>
            </a:extLst>
          </p:cNvPr>
          <p:cNvGrpSpPr/>
          <p:nvPr/>
        </p:nvGrpSpPr>
        <p:grpSpPr>
          <a:xfrm>
            <a:off x="3180080" y="1673266"/>
            <a:ext cx="5814060" cy="940752"/>
            <a:chOff x="3180080" y="1673266"/>
            <a:chExt cx="5814060" cy="940752"/>
          </a:xfrm>
        </p:grpSpPr>
        <p:sp>
          <p:nvSpPr>
            <p:cNvPr id="11" name="TextBox 10">
              <a:extLst>
                <a:ext uri="{FF2B5EF4-FFF2-40B4-BE49-F238E27FC236}">
                  <a16:creationId xmlns:a16="http://schemas.microsoft.com/office/drawing/2014/main" id="{4CEC8B85-E37D-FB9C-AA4D-B6FD53941A74}"/>
                </a:ext>
              </a:extLst>
            </p:cNvPr>
            <p:cNvSpPr txBox="1"/>
            <p:nvPr/>
          </p:nvSpPr>
          <p:spPr>
            <a:xfrm>
              <a:off x="3180080" y="1690688"/>
              <a:ext cx="416560" cy="923330"/>
            </a:xfrm>
            <a:prstGeom prst="rect">
              <a:avLst/>
            </a:prstGeom>
            <a:noFill/>
          </p:spPr>
          <p:txBody>
            <a:bodyPr wrap="square" rtlCol="0">
              <a:spAutoFit/>
            </a:bodyPr>
            <a:lstStyle/>
            <a:p>
              <a:r>
                <a:rPr lang="en-GB" sz="5400" dirty="0"/>
                <a:t>4</a:t>
              </a:r>
            </a:p>
          </p:txBody>
        </p:sp>
        <p:sp>
          <p:nvSpPr>
            <p:cNvPr id="12" name="TextBox 11">
              <a:extLst>
                <a:ext uri="{FF2B5EF4-FFF2-40B4-BE49-F238E27FC236}">
                  <a16:creationId xmlns:a16="http://schemas.microsoft.com/office/drawing/2014/main" id="{F30C6554-361C-318A-037A-0C7D7FF59D5B}"/>
                </a:ext>
              </a:extLst>
            </p:cNvPr>
            <p:cNvSpPr txBox="1"/>
            <p:nvPr/>
          </p:nvSpPr>
          <p:spPr>
            <a:xfrm>
              <a:off x="5801360" y="1690688"/>
              <a:ext cx="416560" cy="923330"/>
            </a:xfrm>
            <a:prstGeom prst="rect">
              <a:avLst/>
            </a:prstGeom>
            <a:noFill/>
          </p:spPr>
          <p:txBody>
            <a:bodyPr wrap="square" rtlCol="0">
              <a:spAutoFit/>
            </a:bodyPr>
            <a:lstStyle/>
            <a:p>
              <a:r>
                <a:rPr lang="en-GB" sz="5400" dirty="0"/>
                <a:t>2</a:t>
              </a:r>
            </a:p>
          </p:txBody>
        </p:sp>
        <p:sp>
          <p:nvSpPr>
            <p:cNvPr id="13" name="TextBox 12">
              <a:extLst>
                <a:ext uri="{FF2B5EF4-FFF2-40B4-BE49-F238E27FC236}">
                  <a16:creationId xmlns:a16="http://schemas.microsoft.com/office/drawing/2014/main" id="{01503EDA-9153-7079-ED88-3EB54022CDD2}"/>
                </a:ext>
              </a:extLst>
            </p:cNvPr>
            <p:cNvSpPr txBox="1"/>
            <p:nvPr/>
          </p:nvSpPr>
          <p:spPr>
            <a:xfrm>
              <a:off x="8577580" y="1673266"/>
              <a:ext cx="416560" cy="923330"/>
            </a:xfrm>
            <a:prstGeom prst="rect">
              <a:avLst/>
            </a:prstGeom>
            <a:noFill/>
          </p:spPr>
          <p:txBody>
            <a:bodyPr wrap="square" rtlCol="0">
              <a:spAutoFit/>
            </a:bodyPr>
            <a:lstStyle/>
            <a:p>
              <a:r>
                <a:rPr lang="en-GB" sz="5400" dirty="0"/>
                <a:t>1</a:t>
              </a:r>
            </a:p>
          </p:txBody>
        </p:sp>
      </p:grpSp>
      <p:pic>
        <p:nvPicPr>
          <p:cNvPr id="14" name="Google Shape;245;p53">
            <a:extLst>
              <a:ext uri="{FF2B5EF4-FFF2-40B4-BE49-F238E27FC236}">
                <a16:creationId xmlns:a16="http://schemas.microsoft.com/office/drawing/2014/main" id="{76C84E3C-4C6D-DD20-DDA9-4F37ECC456EC}"/>
              </a:ext>
            </a:extLst>
          </p:cNvPr>
          <p:cNvPicPr preferRelativeResize="0"/>
          <p:nvPr/>
        </p:nvPicPr>
        <p:blipFill>
          <a:blip r:embed="rId6">
            <a:alphaModFix/>
          </a:blip>
          <a:stretch>
            <a:fillRect/>
          </a:stretch>
        </p:blipFill>
        <p:spPr>
          <a:xfrm>
            <a:off x="7715632" y="2755265"/>
            <a:ext cx="2286000" cy="2286000"/>
          </a:xfrm>
          <a:prstGeom prst="rect">
            <a:avLst/>
          </a:prstGeom>
          <a:noFill/>
          <a:ln>
            <a:noFill/>
          </a:ln>
        </p:spPr>
      </p:pic>
    </p:spTree>
    <p:extLst>
      <p:ext uri="{BB962C8B-B14F-4D97-AF65-F5344CB8AC3E}">
        <p14:creationId xmlns:p14="http://schemas.microsoft.com/office/powerpoint/2010/main" val="3868420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B13FB-E9F5-39F3-FC76-B1B87EA87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E0E3E-A44A-0B9A-D98D-447B021001FD}"/>
              </a:ext>
            </a:extLst>
          </p:cNvPr>
          <p:cNvSpPr>
            <a:spLocks noGrp="1"/>
          </p:cNvSpPr>
          <p:nvPr>
            <p:ph type="title"/>
          </p:nvPr>
        </p:nvSpPr>
        <p:spPr/>
        <p:txBody>
          <a:bodyPr/>
          <a:lstStyle/>
          <a:p>
            <a:r>
              <a:rPr lang="en-GB" dirty="0"/>
              <a:t>The Language of Computers - Binary</a:t>
            </a:r>
          </a:p>
        </p:txBody>
      </p:sp>
      <p:pic>
        <p:nvPicPr>
          <p:cNvPr id="4" name="Picture 3">
            <a:extLst>
              <a:ext uri="{FF2B5EF4-FFF2-40B4-BE49-F238E27FC236}">
                <a16:creationId xmlns:a16="http://schemas.microsoft.com/office/drawing/2014/main" id="{6A55E077-3A82-D6DA-3F87-E56F4C5AEEEA}"/>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87041965-E683-09DC-CFAA-421BED7C2466}"/>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grpSp>
        <p:nvGrpSpPr>
          <p:cNvPr id="10" name="Group 9">
            <a:extLst>
              <a:ext uri="{FF2B5EF4-FFF2-40B4-BE49-F238E27FC236}">
                <a16:creationId xmlns:a16="http://schemas.microsoft.com/office/drawing/2014/main" id="{7BB2C6B9-255F-E30E-E291-E5DF0FE7A1EA}"/>
              </a:ext>
            </a:extLst>
          </p:cNvPr>
          <p:cNvGrpSpPr/>
          <p:nvPr/>
        </p:nvGrpSpPr>
        <p:grpSpPr>
          <a:xfrm>
            <a:off x="2291967" y="2761737"/>
            <a:ext cx="7709665" cy="2286000"/>
            <a:chOff x="1806428" y="2429510"/>
            <a:chExt cx="7709665" cy="2286000"/>
          </a:xfrm>
        </p:grpSpPr>
        <p:pic>
          <p:nvPicPr>
            <p:cNvPr id="6" name="Google Shape;235;p51">
              <a:extLst>
                <a:ext uri="{FF2B5EF4-FFF2-40B4-BE49-F238E27FC236}">
                  <a16:creationId xmlns:a16="http://schemas.microsoft.com/office/drawing/2014/main" id="{841D956D-392D-C7B9-286D-28A3BA1589AE}"/>
                </a:ext>
              </a:extLst>
            </p:cNvPr>
            <p:cNvPicPr preferRelativeResize="0"/>
            <p:nvPr/>
          </p:nvPicPr>
          <p:blipFill>
            <a:blip r:embed="rId5">
              <a:alphaModFix/>
            </a:blip>
            <a:stretch>
              <a:fillRect/>
            </a:stretch>
          </p:blipFill>
          <p:spPr>
            <a:xfrm>
              <a:off x="7230093" y="2429510"/>
              <a:ext cx="2286000" cy="2286000"/>
            </a:xfrm>
            <a:prstGeom prst="rect">
              <a:avLst/>
            </a:prstGeom>
            <a:noFill/>
            <a:ln>
              <a:noFill/>
            </a:ln>
          </p:spPr>
        </p:pic>
        <p:pic>
          <p:nvPicPr>
            <p:cNvPr id="7" name="Google Shape;235;p51">
              <a:extLst>
                <a:ext uri="{FF2B5EF4-FFF2-40B4-BE49-F238E27FC236}">
                  <a16:creationId xmlns:a16="http://schemas.microsoft.com/office/drawing/2014/main" id="{A6EC3BCA-942A-F472-A5EA-FB0453D44900}"/>
                </a:ext>
              </a:extLst>
            </p:cNvPr>
            <p:cNvPicPr preferRelativeResize="0"/>
            <p:nvPr/>
          </p:nvPicPr>
          <p:blipFill>
            <a:blip r:embed="rId5">
              <a:alphaModFix/>
            </a:blip>
            <a:stretch>
              <a:fillRect/>
            </a:stretch>
          </p:blipFill>
          <p:spPr>
            <a:xfrm>
              <a:off x="4518261" y="2429510"/>
              <a:ext cx="2286000" cy="2286000"/>
            </a:xfrm>
            <a:prstGeom prst="rect">
              <a:avLst/>
            </a:prstGeom>
            <a:noFill/>
            <a:ln>
              <a:noFill/>
            </a:ln>
          </p:spPr>
        </p:pic>
        <p:pic>
          <p:nvPicPr>
            <p:cNvPr id="9" name="Google Shape;235;p51">
              <a:extLst>
                <a:ext uri="{FF2B5EF4-FFF2-40B4-BE49-F238E27FC236}">
                  <a16:creationId xmlns:a16="http://schemas.microsoft.com/office/drawing/2014/main" id="{AD1C81B3-585C-60BB-D88C-E5F3BFA6E77B}"/>
                </a:ext>
              </a:extLst>
            </p:cNvPr>
            <p:cNvPicPr preferRelativeResize="0"/>
            <p:nvPr/>
          </p:nvPicPr>
          <p:blipFill>
            <a:blip r:embed="rId5">
              <a:alphaModFix/>
            </a:blip>
            <a:stretch>
              <a:fillRect/>
            </a:stretch>
          </p:blipFill>
          <p:spPr>
            <a:xfrm>
              <a:off x="1806428" y="2429510"/>
              <a:ext cx="2286000" cy="2286000"/>
            </a:xfrm>
            <a:prstGeom prst="rect">
              <a:avLst/>
            </a:prstGeom>
            <a:noFill/>
            <a:ln>
              <a:noFill/>
            </a:ln>
          </p:spPr>
        </p:pic>
      </p:grpSp>
      <p:pic>
        <p:nvPicPr>
          <p:cNvPr id="3" name="Google Shape;245;p53">
            <a:extLst>
              <a:ext uri="{FF2B5EF4-FFF2-40B4-BE49-F238E27FC236}">
                <a16:creationId xmlns:a16="http://schemas.microsoft.com/office/drawing/2014/main" id="{86CF4B4E-4276-0883-161D-4AA2F626D016}"/>
              </a:ext>
            </a:extLst>
          </p:cNvPr>
          <p:cNvPicPr preferRelativeResize="0"/>
          <p:nvPr/>
        </p:nvPicPr>
        <p:blipFill>
          <a:blip r:embed="rId6">
            <a:alphaModFix/>
          </a:blip>
          <a:stretch>
            <a:fillRect/>
          </a:stretch>
        </p:blipFill>
        <p:spPr>
          <a:xfrm>
            <a:off x="2291967" y="2755265"/>
            <a:ext cx="2286000" cy="2286000"/>
          </a:xfrm>
          <a:prstGeom prst="rect">
            <a:avLst/>
          </a:prstGeom>
          <a:noFill/>
          <a:ln>
            <a:noFill/>
          </a:ln>
        </p:spPr>
      </p:pic>
      <p:grpSp>
        <p:nvGrpSpPr>
          <p:cNvPr id="8" name="Group 7">
            <a:extLst>
              <a:ext uri="{FF2B5EF4-FFF2-40B4-BE49-F238E27FC236}">
                <a16:creationId xmlns:a16="http://schemas.microsoft.com/office/drawing/2014/main" id="{36CA6DD9-4482-5C53-A94E-22310D044841}"/>
              </a:ext>
            </a:extLst>
          </p:cNvPr>
          <p:cNvGrpSpPr/>
          <p:nvPr/>
        </p:nvGrpSpPr>
        <p:grpSpPr>
          <a:xfrm>
            <a:off x="3180080" y="1673266"/>
            <a:ext cx="5814060" cy="940752"/>
            <a:chOff x="3180080" y="1673266"/>
            <a:chExt cx="5814060" cy="940752"/>
          </a:xfrm>
        </p:grpSpPr>
        <p:sp>
          <p:nvSpPr>
            <p:cNvPr id="11" name="TextBox 10">
              <a:extLst>
                <a:ext uri="{FF2B5EF4-FFF2-40B4-BE49-F238E27FC236}">
                  <a16:creationId xmlns:a16="http://schemas.microsoft.com/office/drawing/2014/main" id="{88FD61B1-C785-D5B8-CCA1-911B20795D7E}"/>
                </a:ext>
              </a:extLst>
            </p:cNvPr>
            <p:cNvSpPr txBox="1"/>
            <p:nvPr/>
          </p:nvSpPr>
          <p:spPr>
            <a:xfrm>
              <a:off x="3180080" y="1690688"/>
              <a:ext cx="416560" cy="923330"/>
            </a:xfrm>
            <a:prstGeom prst="rect">
              <a:avLst/>
            </a:prstGeom>
            <a:noFill/>
          </p:spPr>
          <p:txBody>
            <a:bodyPr wrap="square" rtlCol="0">
              <a:spAutoFit/>
            </a:bodyPr>
            <a:lstStyle/>
            <a:p>
              <a:r>
                <a:rPr lang="en-GB" sz="5400" dirty="0"/>
                <a:t>4</a:t>
              </a:r>
            </a:p>
          </p:txBody>
        </p:sp>
        <p:sp>
          <p:nvSpPr>
            <p:cNvPr id="12" name="TextBox 11">
              <a:extLst>
                <a:ext uri="{FF2B5EF4-FFF2-40B4-BE49-F238E27FC236}">
                  <a16:creationId xmlns:a16="http://schemas.microsoft.com/office/drawing/2014/main" id="{C5543F93-4172-1B3C-4BCA-4B463A177870}"/>
                </a:ext>
              </a:extLst>
            </p:cNvPr>
            <p:cNvSpPr txBox="1"/>
            <p:nvPr/>
          </p:nvSpPr>
          <p:spPr>
            <a:xfrm>
              <a:off x="5801360" y="1690688"/>
              <a:ext cx="416560" cy="923330"/>
            </a:xfrm>
            <a:prstGeom prst="rect">
              <a:avLst/>
            </a:prstGeom>
            <a:noFill/>
          </p:spPr>
          <p:txBody>
            <a:bodyPr wrap="square" rtlCol="0">
              <a:spAutoFit/>
            </a:bodyPr>
            <a:lstStyle/>
            <a:p>
              <a:r>
                <a:rPr lang="en-GB" sz="5400" dirty="0"/>
                <a:t>2</a:t>
              </a:r>
            </a:p>
          </p:txBody>
        </p:sp>
        <p:sp>
          <p:nvSpPr>
            <p:cNvPr id="13" name="TextBox 12">
              <a:extLst>
                <a:ext uri="{FF2B5EF4-FFF2-40B4-BE49-F238E27FC236}">
                  <a16:creationId xmlns:a16="http://schemas.microsoft.com/office/drawing/2014/main" id="{5468EBC5-7CF3-94BC-8022-1770189EF520}"/>
                </a:ext>
              </a:extLst>
            </p:cNvPr>
            <p:cNvSpPr txBox="1"/>
            <p:nvPr/>
          </p:nvSpPr>
          <p:spPr>
            <a:xfrm>
              <a:off x="8577580" y="1673266"/>
              <a:ext cx="416560" cy="923330"/>
            </a:xfrm>
            <a:prstGeom prst="rect">
              <a:avLst/>
            </a:prstGeom>
            <a:noFill/>
          </p:spPr>
          <p:txBody>
            <a:bodyPr wrap="square" rtlCol="0">
              <a:spAutoFit/>
            </a:bodyPr>
            <a:lstStyle/>
            <a:p>
              <a:r>
                <a:rPr lang="en-GB" sz="5400" dirty="0"/>
                <a:t>1</a:t>
              </a:r>
            </a:p>
          </p:txBody>
        </p:sp>
      </p:grpSp>
    </p:spTree>
    <p:extLst>
      <p:ext uri="{BB962C8B-B14F-4D97-AF65-F5344CB8AC3E}">
        <p14:creationId xmlns:p14="http://schemas.microsoft.com/office/powerpoint/2010/main" val="24544151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E7210-2BA9-3B92-C952-9EB7D6C36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AA6EE-3439-6230-FDA4-AA0B96B818D2}"/>
              </a:ext>
            </a:extLst>
          </p:cNvPr>
          <p:cNvSpPr>
            <a:spLocks noGrp="1"/>
          </p:cNvSpPr>
          <p:nvPr>
            <p:ph type="title"/>
          </p:nvPr>
        </p:nvSpPr>
        <p:spPr/>
        <p:txBody>
          <a:bodyPr/>
          <a:lstStyle/>
          <a:p>
            <a:r>
              <a:rPr lang="en-GB" dirty="0"/>
              <a:t>The Language of Computers - Binary</a:t>
            </a:r>
          </a:p>
        </p:txBody>
      </p:sp>
      <p:pic>
        <p:nvPicPr>
          <p:cNvPr id="4" name="Picture 3">
            <a:extLst>
              <a:ext uri="{FF2B5EF4-FFF2-40B4-BE49-F238E27FC236}">
                <a16:creationId xmlns:a16="http://schemas.microsoft.com/office/drawing/2014/main" id="{AD810596-7E28-ABAD-2383-3741D086345E}"/>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FE2B9A14-71E6-0EC1-8B63-2898708CE08E}"/>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grpSp>
        <p:nvGrpSpPr>
          <p:cNvPr id="10" name="Group 9">
            <a:extLst>
              <a:ext uri="{FF2B5EF4-FFF2-40B4-BE49-F238E27FC236}">
                <a16:creationId xmlns:a16="http://schemas.microsoft.com/office/drawing/2014/main" id="{C8A3C909-3D8D-670A-C250-19F73C337165}"/>
              </a:ext>
            </a:extLst>
          </p:cNvPr>
          <p:cNvGrpSpPr>
            <a:grpSpLocks noChangeAspect="1"/>
          </p:cNvGrpSpPr>
          <p:nvPr/>
        </p:nvGrpSpPr>
        <p:grpSpPr>
          <a:xfrm>
            <a:off x="636420" y="2307271"/>
            <a:ext cx="3451559" cy="1023425"/>
            <a:chOff x="1806428" y="2429510"/>
            <a:chExt cx="7709665" cy="2286000"/>
          </a:xfrm>
        </p:grpSpPr>
        <p:pic>
          <p:nvPicPr>
            <p:cNvPr id="6" name="Google Shape;235;p51">
              <a:extLst>
                <a:ext uri="{FF2B5EF4-FFF2-40B4-BE49-F238E27FC236}">
                  <a16:creationId xmlns:a16="http://schemas.microsoft.com/office/drawing/2014/main" id="{8F4043D9-4AE9-C284-D129-F26EF64F3692}"/>
                </a:ext>
              </a:extLst>
            </p:cNvPr>
            <p:cNvPicPr preferRelativeResize="0">
              <a:picLocks noChangeAspect="1"/>
            </p:cNvPicPr>
            <p:nvPr/>
          </p:nvPicPr>
          <p:blipFill>
            <a:blip r:embed="rId5">
              <a:alphaModFix/>
            </a:blip>
            <a:stretch>
              <a:fillRect/>
            </a:stretch>
          </p:blipFill>
          <p:spPr>
            <a:xfrm>
              <a:off x="7230093" y="2429510"/>
              <a:ext cx="2286000" cy="2286000"/>
            </a:xfrm>
            <a:prstGeom prst="rect">
              <a:avLst/>
            </a:prstGeom>
            <a:noFill/>
            <a:ln>
              <a:noFill/>
            </a:ln>
          </p:spPr>
        </p:pic>
        <p:pic>
          <p:nvPicPr>
            <p:cNvPr id="7" name="Google Shape;235;p51">
              <a:extLst>
                <a:ext uri="{FF2B5EF4-FFF2-40B4-BE49-F238E27FC236}">
                  <a16:creationId xmlns:a16="http://schemas.microsoft.com/office/drawing/2014/main" id="{569B3D6E-FF62-1A28-AAE2-ECDD8015B185}"/>
                </a:ext>
              </a:extLst>
            </p:cNvPr>
            <p:cNvPicPr preferRelativeResize="0">
              <a:picLocks noChangeAspect="1"/>
            </p:cNvPicPr>
            <p:nvPr/>
          </p:nvPicPr>
          <p:blipFill>
            <a:blip r:embed="rId5">
              <a:alphaModFix/>
            </a:blip>
            <a:stretch>
              <a:fillRect/>
            </a:stretch>
          </p:blipFill>
          <p:spPr>
            <a:xfrm>
              <a:off x="4518261" y="2429510"/>
              <a:ext cx="2286000" cy="2286000"/>
            </a:xfrm>
            <a:prstGeom prst="rect">
              <a:avLst/>
            </a:prstGeom>
            <a:noFill/>
            <a:ln>
              <a:noFill/>
            </a:ln>
          </p:spPr>
        </p:pic>
        <p:pic>
          <p:nvPicPr>
            <p:cNvPr id="9" name="Google Shape;235;p51">
              <a:extLst>
                <a:ext uri="{FF2B5EF4-FFF2-40B4-BE49-F238E27FC236}">
                  <a16:creationId xmlns:a16="http://schemas.microsoft.com/office/drawing/2014/main" id="{3331D36B-4DB0-137F-CC07-9347E05F0319}"/>
                </a:ext>
              </a:extLst>
            </p:cNvPr>
            <p:cNvPicPr preferRelativeResize="0"/>
            <p:nvPr/>
          </p:nvPicPr>
          <p:blipFill>
            <a:blip r:embed="rId5">
              <a:alphaModFix/>
            </a:blip>
            <a:stretch>
              <a:fillRect/>
            </a:stretch>
          </p:blipFill>
          <p:spPr>
            <a:xfrm>
              <a:off x="1806428" y="2429510"/>
              <a:ext cx="2286000" cy="2286000"/>
            </a:xfrm>
            <a:prstGeom prst="rect">
              <a:avLst/>
            </a:prstGeom>
            <a:noFill/>
            <a:ln>
              <a:noFill/>
            </a:ln>
          </p:spPr>
        </p:pic>
      </p:grpSp>
      <p:pic>
        <p:nvPicPr>
          <p:cNvPr id="3" name="Google Shape;245;p53">
            <a:extLst>
              <a:ext uri="{FF2B5EF4-FFF2-40B4-BE49-F238E27FC236}">
                <a16:creationId xmlns:a16="http://schemas.microsoft.com/office/drawing/2014/main" id="{32742093-81E9-D481-6D54-1C3A52DCEDE1}"/>
              </a:ext>
            </a:extLst>
          </p:cNvPr>
          <p:cNvPicPr preferRelativeResize="0">
            <a:picLocks noChangeAspect="1"/>
          </p:cNvPicPr>
          <p:nvPr/>
        </p:nvPicPr>
        <p:blipFill>
          <a:blip r:embed="rId6">
            <a:alphaModFix/>
          </a:blip>
          <a:stretch>
            <a:fillRect/>
          </a:stretch>
        </p:blipFill>
        <p:spPr>
          <a:xfrm>
            <a:off x="636419" y="2309818"/>
            <a:ext cx="1023426" cy="1023426"/>
          </a:xfrm>
          <a:prstGeom prst="rect">
            <a:avLst/>
          </a:prstGeom>
          <a:noFill/>
          <a:ln>
            <a:noFill/>
          </a:ln>
        </p:spPr>
      </p:pic>
      <p:grpSp>
        <p:nvGrpSpPr>
          <p:cNvPr id="8" name="Group 7">
            <a:extLst>
              <a:ext uri="{FF2B5EF4-FFF2-40B4-BE49-F238E27FC236}">
                <a16:creationId xmlns:a16="http://schemas.microsoft.com/office/drawing/2014/main" id="{1FC314D7-648F-75F6-8F38-94730725D732}"/>
              </a:ext>
            </a:extLst>
          </p:cNvPr>
          <p:cNvGrpSpPr/>
          <p:nvPr/>
        </p:nvGrpSpPr>
        <p:grpSpPr>
          <a:xfrm>
            <a:off x="946848" y="1737369"/>
            <a:ext cx="2837698" cy="523220"/>
            <a:chOff x="946848" y="1737369"/>
            <a:chExt cx="2837698" cy="523220"/>
          </a:xfrm>
        </p:grpSpPr>
        <p:sp>
          <p:nvSpPr>
            <p:cNvPr id="11" name="TextBox 10">
              <a:extLst>
                <a:ext uri="{FF2B5EF4-FFF2-40B4-BE49-F238E27FC236}">
                  <a16:creationId xmlns:a16="http://schemas.microsoft.com/office/drawing/2014/main" id="{02E71A4E-0700-9EF1-CD85-782ECF5FA166}"/>
                </a:ext>
              </a:extLst>
            </p:cNvPr>
            <p:cNvSpPr txBox="1"/>
            <p:nvPr/>
          </p:nvSpPr>
          <p:spPr>
            <a:xfrm>
              <a:off x="946848" y="1737369"/>
              <a:ext cx="416560" cy="523220"/>
            </a:xfrm>
            <a:prstGeom prst="rect">
              <a:avLst/>
            </a:prstGeom>
            <a:noFill/>
          </p:spPr>
          <p:txBody>
            <a:bodyPr wrap="square" rtlCol="0">
              <a:spAutoFit/>
            </a:bodyPr>
            <a:lstStyle/>
            <a:p>
              <a:r>
                <a:rPr lang="en-GB" sz="2800" dirty="0"/>
                <a:t>4</a:t>
              </a:r>
              <a:endParaRPr lang="en-GB" sz="5400" dirty="0"/>
            </a:p>
          </p:txBody>
        </p:sp>
        <p:sp>
          <p:nvSpPr>
            <p:cNvPr id="12" name="TextBox 11">
              <a:extLst>
                <a:ext uri="{FF2B5EF4-FFF2-40B4-BE49-F238E27FC236}">
                  <a16:creationId xmlns:a16="http://schemas.microsoft.com/office/drawing/2014/main" id="{E70BF150-CE0C-CC0F-5A6D-5FA16FD9A89E}"/>
                </a:ext>
              </a:extLst>
            </p:cNvPr>
            <p:cNvSpPr txBox="1"/>
            <p:nvPr/>
          </p:nvSpPr>
          <p:spPr>
            <a:xfrm>
              <a:off x="2153919" y="1737369"/>
              <a:ext cx="416560" cy="523220"/>
            </a:xfrm>
            <a:prstGeom prst="rect">
              <a:avLst/>
            </a:prstGeom>
            <a:noFill/>
          </p:spPr>
          <p:txBody>
            <a:bodyPr wrap="square" rtlCol="0">
              <a:spAutoFit/>
            </a:bodyPr>
            <a:lstStyle/>
            <a:p>
              <a:r>
                <a:rPr lang="en-GB" sz="2800" dirty="0"/>
                <a:t>2</a:t>
              </a:r>
            </a:p>
          </p:txBody>
        </p:sp>
        <p:sp>
          <p:nvSpPr>
            <p:cNvPr id="13" name="TextBox 12">
              <a:extLst>
                <a:ext uri="{FF2B5EF4-FFF2-40B4-BE49-F238E27FC236}">
                  <a16:creationId xmlns:a16="http://schemas.microsoft.com/office/drawing/2014/main" id="{888CF7CF-EF39-3813-E5D7-00645FB1C60B}"/>
                </a:ext>
              </a:extLst>
            </p:cNvPr>
            <p:cNvSpPr txBox="1"/>
            <p:nvPr/>
          </p:nvSpPr>
          <p:spPr>
            <a:xfrm>
              <a:off x="3367986" y="1737369"/>
              <a:ext cx="416560" cy="523220"/>
            </a:xfrm>
            <a:prstGeom prst="rect">
              <a:avLst/>
            </a:prstGeom>
            <a:noFill/>
          </p:spPr>
          <p:txBody>
            <a:bodyPr wrap="square" rtlCol="0">
              <a:spAutoFit/>
            </a:bodyPr>
            <a:lstStyle/>
            <a:p>
              <a:r>
                <a:rPr lang="en-GB" sz="2800" dirty="0"/>
                <a:t>1</a:t>
              </a:r>
            </a:p>
          </p:txBody>
        </p:sp>
      </p:grpSp>
      <p:grpSp>
        <p:nvGrpSpPr>
          <p:cNvPr id="14" name="Group 13">
            <a:extLst>
              <a:ext uri="{FF2B5EF4-FFF2-40B4-BE49-F238E27FC236}">
                <a16:creationId xmlns:a16="http://schemas.microsoft.com/office/drawing/2014/main" id="{58C1AA40-EC3C-8519-BB30-197677AB2DB8}"/>
              </a:ext>
            </a:extLst>
          </p:cNvPr>
          <p:cNvGrpSpPr>
            <a:grpSpLocks noChangeAspect="1"/>
          </p:cNvGrpSpPr>
          <p:nvPr/>
        </p:nvGrpSpPr>
        <p:grpSpPr>
          <a:xfrm>
            <a:off x="7443620" y="2307271"/>
            <a:ext cx="3451559" cy="1023425"/>
            <a:chOff x="1806428" y="2429510"/>
            <a:chExt cx="7709665" cy="2286000"/>
          </a:xfrm>
        </p:grpSpPr>
        <p:pic>
          <p:nvPicPr>
            <p:cNvPr id="15" name="Google Shape;235;p51">
              <a:extLst>
                <a:ext uri="{FF2B5EF4-FFF2-40B4-BE49-F238E27FC236}">
                  <a16:creationId xmlns:a16="http://schemas.microsoft.com/office/drawing/2014/main" id="{2C0BA5E8-C545-1E55-C505-A9E4D3E45DE9}"/>
                </a:ext>
              </a:extLst>
            </p:cNvPr>
            <p:cNvPicPr preferRelativeResize="0">
              <a:picLocks noChangeAspect="1"/>
            </p:cNvPicPr>
            <p:nvPr/>
          </p:nvPicPr>
          <p:blipFill>
            <a:blip r:embed="rId5">
              <a:alphaModFix/>
            </a:blip>
            <a:stretch>
              <a:fillRect/>
            </a:stretch>
          </p:blipFill>
          <p:spPr>
            <a:xfrm>
              <a:off x="7230093" y="2429510"/>
              <a:ext cx="2286000" cy="2286000"/>
            </a:xfrm>
            <a:prstGeom prst="rect">
              <a:avLst/>
            </a:prstGeom>
            <a:noFill/>
            <a:ln>
              <a:noFill/>
            </a:ln>
          </p:spPr>
        </p:pic>
        <p:pic>
          <p:nvPicPr>
            <p:cNvPr id="16" name="Google Shape;235;p51">
              <a:extLst>
                <a:ext uri="{FF2B5EF4-FFF2-40B4-BE49-F238E27FC236}">
                  <a16:creationId xmlns:a16="http://schemas.microsoft.com/office/drawing/2014/main" id="{EBCCD15A-AB4B-D77C-2138-4DC68413D163}"/>
                </a:ext>
              </a:extLst>
            </p:cNvPr>
            <p:cNvPicPr preferRelativeResize="0">
              <a:picLocks noChangeAspect="1"/>
            </p:cNvPicPr>
            <p:nvPr/>
          </p:nvPicPr>
          <p:blipFill>
            <a:blip r:embed="rId5">
              <a:alphaModFix/>
            </a:blip>
            <a:stretch>
              <a:fillRect/>
            </a:stretch>
          </p:blipFill>
          <p:spPr>
            <a:xfrm>
              <a:off x="4518261" y="2429510"/>
              <a:ext cx="2286000" cy="2286000"/>
            </a:xfrm>
            <a:prstGeom prst="rect">
              <a:avLst/>
            </a:prstGeom>
            <a:noFill/>
            <a:ln>
              <a:noFill/>
            </a:ln>
          </p:spPr>
        </p:pic>
        <p:pic>
          <p:nvPicPr>
            <p:cNvPr id="17" name="Google Shape;235;p51">
              <a:extLst>
                <a:ext uri="{FF2B5EF4-FFF2-40B4-BE49-F238E27FC236}">
                  <a16:creationId xmlns:a16="http://schemas.microsoft.com/office/drawing/2014/main" id="{6A6CEC90-4291-4B74-6A4E-FBF3C91227FB}"/>
                </a:ext>
              </a:extLst>
            </p:cNvPr>
            <p:cNvPicPr preferRelativeResize="0"/>
            <p:nvPr/>
          </p:nvPicPr>
          <p:blipFill>
            <a:blip r:embed="rId5">
              <a:alphaModFix/>
            </a:blip>
            <a:stretch>
              <a:fillRect/>
            </a:stretch>
          </p:blipFill>
          <p:spPr>
            <a:xfrm>
              <a:off x="1806428" y="2429510"/>
              <a:ext cx="2286000" cy="2286000"/>
            </a:xfrm>
            <a:prstGeom prst="rect">
              <a:avLst/>
            </a:prstGeom>
            <a:noFill/>
            <a:ln>
              <a:noFill/>
            </a:ln>
          </p:spPr>
        </p:pic>
      </p:grpSp>
      <p:grpSp>
        <p:nvGrpSpPr>
          <p:cNvPr id="18" name="Group 17">
            <a:extLst>
              <a:ext uri="{FF2B5EF4-FFF2-40B4-BE49-F238E27FC236}">
                <a16:creationId xmlns:a16="http://schemas.microsoft.com/office/drawing/2014/main" id="{0505FC96-12ED-E1AD-97CB-4270C4CD11D4}"/>
              </a:ext>
            </a:extLst>
          </p:cNvPr>
          <p:cNvGrpSpPr/>
          <p:nvPr/>
        </p:nvGrpSpPr>
        <p:grpSpPr>
          <a:xfrm>
            <a:off x="7754048" y="1737369"/>
            <a:ext cx="2837698" cy="523220"/>
            <a:chOff x="946848" y="1737369"/>
            <a:chExt cx="2837698" cy="523220"/>
          </a:xfrm>
        </p:grpSpPr>
        <p:sp>
          <p:nvSpPr>
            <p:cNvPr id="19" name="TextBox 18">
              <a:extLst>
                <a:ext uri="{FF2B5EF4-FFF2-40B4-BE49-F238E27FC236}">
                  <a16:creationId xmlns:a16="http://schemas.microsoft.com/office/drawing/2014/main" id="{6E4F9B99-1F4D-E3AD-DBD4-FB4F447466B4}"/>
                </a:ext>
              </a:extLst>
            </p:cNvPr>
            <p:cNvSpPr txBox="1"/>
            <p:nvPr/>
          </p:nvSpPr>
          <p:spPr>
            <a:xfrm>
              <a:off x="946848" y="1737369"/>
              <a:ext cx="416560" cy="523220"/>
            </a:xfrm>
            <a:prstGeom prst="rect">
              <a:avLst/>
            </a:prstGeom>
            <a:noFill/>
          </p:spPr>
          <p:txBody>
            <a:bodyPr wrap="square" rtlCol="0">
              <a:spAutoFit/>
            </a:bodyPr>
            <a:lstStyle/>
            <a:p>
              <a:r>
                <a:rPr lang="en-GB" sz="2800" dirty="0"/>
                <a:t>4</a:t>
              </a:r>
              <a:endParaRPr lang="en-GB" sz="5400" dirty="0"/>
            </a:p>
          </p:txBody>
        </p:sp>
        <p:sp>
          <p:nvSpPr>
            <p:cNvPr id="20" name="TextBox 19">
              <a:extLst>
                <a:ext uri="{FF2B5EF4-FFF2-40B4-BE49-F238E27FC236}">
                  <a16:creationId xmlns:a16="http://schemas.microsoft.com/office/drawing/2014/main" id="{C6D57095-80A8-BF07-5AEB-CEE17E3E4AD5}"/>
                </a:ext>
              </a:extLst>
            </p:cNvPr>
            <p:cNvSpPr txBox="1"/>
            <p:nvPr/>
          </p:nvSpPr>
          <p:spPr>
            <a:xfrm>
              <a:off x="2153919" y="1737369"/>
              <a:ext cx="416560" cy="523220"/>
            </a:xfrm>
            <a:prstGeom prst="rect">
              <a:avLst/>
            </a:prstGeom>
            <a:noFill/>
          </p:spPr>
          <p:txBody>
            <a:bodyPr wrap="square" rtlCol="0">
              <a:spAutoFit/>
            </a:bodyPr>
            <a:lstStyle/>
            <a:p>
              <a:r>
                <a:rPr lang="en-GB" sz="2800" dirty="0"/>
                <a:t>2</a:t>
              </a:r>
            </a:p>
          </p:txBody>
        </p:sp>
        <p:sp>
          <p:nvSpPr>
            <p:cNvPr id="21" name="TextBox 20">
              <a:extLst>
                <a:ext uri="{FF2B5EF4-FFF2-40B4-BE49-F238E27FC236}">
                  <a16:creationId xmlns:a16="http://schemas.microsoft.com/office/drawing/2014/main" id="{6CBB4B1C-4ABF-F533-19CD-D2E627C260DC}"/>
                </a:ext>
              </a:extLst>
            </p:cNvPr>
            <p:cNvSpPr txBox="1"/>
            <p:nvPr/>
          </p:nvSpPr>
          <p:spPr>
            <a:xfrm>
              <a:off x="3367986" y="1737369"/>
              <a:ext cx="416560" cy="523220"/>
            </a:xfrm>
            <a:prstGeom prst="rect">
              <a:avLst/>
            </a:prstGeom>
            <a:noFill/>
          </p:spPr>
          <p:txBody>
            <a:bodyPr wrap="square" rtlCol="0">
              <a:spAutoFit/>
            </a:bodyPr>
            <a:lstStyle/>
            <a:p>
              <a:r>
                <a:rPr lang="en-GB" sz="2800" dirty="0"/>
                <a:t>1</a:t>
              </a:r>
            </a:p>
          </p:txBody>
        </p:sp>
      </p:grpSp>
      <p:grpSp>
        <p:nvGrpSpPr>
          <p:cNvPr id="22" name="Group 21">
            <a:extLst>
              <a:ext uri="{FF2B5EF4-FFF2-40B4-BE49-F238E27FC236}">
                <a16:creationId xmlns:a16="http://schemas.microsoft.com/office/drawing/2014/main" id="{86C9615C-9411-5621-8C44-505415F33540}"/>
              </a:ext>
            </a:extLst>
          </p:cNvPr>
          <p:cNvGrpSpPr>
            <a:grpSpLocks noChangeAspect="1"/>
          </p:cNvGrpSpPr>
          <p:nvPr/>
        </p:nvGrpSpPr>
        <p:grpSpPr>
          <a:xfrm>
            <a:off x="4096773" y="4865005"/>
            <a:ext cx="3451559" cy="1023425"/>
            <a:chOff x="1806428" y="2429510"/>
            <a:chExt cx="7709665" cy="2286000"/>
          </a:xfrm>
        </p:grpSpPr>
        <p:pic>
          <p:nvPicPr>
            <p:cNvPr id="23" name="Google Shape;235;p51">
              <a:extLst>
                <a:ext uri="{FF2B5EF4-FFF2-40B4-BE49-F238E27FC236}">
                  <a16:creationId xmlns:a16="http://schemas.microsoft.com/office/drawing/2014/main" id="{47F739AB-46E2-322E-2E81-68C18D812BA8}"/>
                </a:ext>
              </a:extLst>
            </p:cNvPr>
            <p:cNvPicPr preferRelativeResize="0">
              <a:picLocks noChangeAspect="1"/>
            </p:cNvPicPr>
            <p:nvPr/>
          </p:nvPicPr>
          <p:blipFill>
            <a:blip r:embed="rId5">
              <a:alphaModFix/>
            </a:blip>
            <a:stretch>
              <a:fillRect/>
            </a:stretch>
          </p:blipFill>
          <p:spPr>
            <a:xfrm>
              <a:off x="7230093" y="2429510"/>
              <a:ext cx="2286000" cy="2286000"/>
            </a:xfrm>
            <a:prstGeom prst="rect">
              <a:avLst/>
            </a:prstGeom>
            <a:noFill/>
            <a:ln>
              <a:noFill/>
            </a:ln>
          </p:spPr>
        </p:pic>
        <p:pic>
          <p:nvPicPr>
            <p:cNvPr id="24" name="Google Shape;235;p51">
              <a:extLst>
                <a:ext uri="{FF2B5EF4-FFF2-40B4-BE49-F238E27FC236}">
                  <a16:creationId xmlns:a16="http://schemas.microsoft.com/office/drawing/2014/main" id="{8143152D-ABDF-C115-BC46-DFAA53E490D4}"/>
                </a:ext>
              </a:extLst>
            </p:cNvPr>
            <p:cNvPicPr preferRelativeResize="0">
              <a:picLocks noChangeAspect="1"/>
            </p:cNvPicPr>
            <p:nvPr/>
          </p:nvPicPr>
          <p:blipFill>
            <a:blip r:embed="rId5">
              <a:alphaModFix/>
            </a:blip>
            <a:stretch>
              <a:fillRect/>
            </a:stretch>
          </p:blipFill>
          <p:spPr>
            <a:xfrm>
              <a:off x="4518261" y="2429510"/>
              <a:ext cx="2286000" cy="2286000"/>
            </a:xfrm>
            <a:prstGeom prst="rect">
              <a:avLst/>
            </a:prstGeom>
            <a:noFill/>
            <a:ln>
              <a:noFill/>
            </a:ln>
          </p:spPr>
        </p:pic>
        <p:pic>
          <p:nvPicPr>
            <p:cNvPr id="25" name="Google Shape;235;p51">
              <a:extLst>
                <a:ext uri="{FF2B5EF4-FFF2-40B4-BE49-F238E27FC236}">
                  <a16:creationId xmlns:a16="http://schemas.microsoft.com/office/drawing/2014/main" id="{CC077864-986C-D427-3498-71EAA05FD42C}"/>
                </a:ext>
              </a:extLst>
            </p:cNvPr>
            <p:cNvPicPr preferRelativeResize="0"/>
            <p:nvPr/>
          </p:nvPicPr>
          <p:blipFill>
            <a:blip r:embed="rId5">
              <a:alphaModFix/>
            </a:blip>
            <a:stretch>
              <a:fillRect/>
            </a:stretch>
          </p:blipFill>
          <p:spPr>
            <a:xfrm>
              <a:off x="1806428" y="2429510"/>
              <a:ext cx="2286000" cy="2286000"/>
            </a:xfrm>
            <a:prstGeom prst="rect">
              <a:avLst/>
            </a:prstGeom>
            <a:noFill/>
            <a:ln>
              <a:noFill/>
            </a:ln>
          </p:spPr>
        </p:pic>
      </p:grpSp>
      <p:grpSp>
        <p:nvGrpSpPr>
          <p:cNvPr id="26" name="Group 25">
            <a:extLst>
              <a:ext uri="{FF2B5EF4-FFF2-40B4-BE49-F238E27FC236}">
                <a16:creationId xmlns:a16="http://schemas.microsoft.com/office/drawing/2014/main" id="{8AC38C4A-DF02-1AEE-5997-DDD8E1118442}"/>
              </a:ext>
            </a:extLst>
          </p:cNvPr>
          <p:cNvGrpSpPr/>
          <p:nvPr/>
        </p:nvGrpSpPr>
        <p:grpSpPr>
          <a:xfrm>
            <a:off x="4407201" y="4295103"/>
            <a:ext cx="2837698" cy="523220"/>
            <a:chOff x="946848" y="1737369"/>
            <a:chExt cx="2837698" cy="523220"/>
          </a:xfrm>
        </p:grpSpPr>
        <p:sp>
          <p:nvSpPr>
            <p:cNvPr id="27" name="TextBox 26">
              <a:extLst>
                <a:ext uri="{FF2B5EF4-FFF2-40B4-BE49-F238E27FC236}">
                  <a16:creationId xmlns:a16="http://schemas.microsoft.com/office/drawing/2014/main" id="{2CDCA062-B8C9-7D96-F5CD-631E5ECE9E50}"/>
                </a:ext>
              </a:extLst>
            </p:cNvPr>
            <p:cNvSpPr txBox="1"/>
            <p:nvPr/>
          </p:nvSpPr>
          <p:spPr>
            <a:xfrm>
              <a:off x="946848" y="1737369"/>
              <a:ext cx="416560" cy="523220"/>
            </a:xfrm>
            <a:prstGeom prst="rect">
              <a:avLst/>
            </a:prstGeom>
            <a:noFill/>
          </p:spPr>
          <p:txBody>
            <a:bodyPr wrap="square" rtlCol="0">
              <a:spAutoFit/>
            </a:bodyPr>
            <a:lstStyle/>
            <a:p>
              <a:r>
                <a:rPr lang="en-GB" sz="2800" dirty="0"/>
                <a:t>4</a:t>
              </a:r>
              <a:endParaRPr lang="en-GB" sz="5400" dirty="0"/>
            </a:p>
          </p:txBody>
        </p:sp>
        <p:sp>
          <p:nvSpPr>
            <p:cNvPr id="28" name="TextBox 27">
              <a:extLst>
                <a:ext uri="{FF2B5EF4-FFF2-40B4-BE49-F238E27FC236}">
                  <a16:creationId xmlns:a16="http://schemas.microsoft.com/office/drawing/2014/main" id="{B8B2D4BD-11FE-A1F7-49DE-17859AE645D7}"/>
                </a:ext>
              </a:extLst>
            </p:cNvPr>
            <p:cNvSpPr txBox="1"/>
            <p:nvPr/>
          </p:nvSpPr>
          <p:spPr>
            <a:xfrm>
              <a:off x="2153919" y="1737369"/>
              <a:ext cx="416560" cy="523220"/>
            </a:xfrm>
            <a:prstGeom prst="rect">
              <a:avLst/>
            </a:prstGeom>
            <a:noFill/>
          </p:spPr>
          <p:txBody>
            <a:bodyPr wrap="square" rtlCol="0">
              <a:spAutoFit/>
            </a:bodyPr>
            <a:lstStyle/>
            <a:p>
              <a:r>
                <a:rPr lang="en-GB" sz="2800" dirty="0"/>
                <a:t>2</a:t>
              </a:r>
            </a:p>
          </p:txBody>
        </p:sp>
        <p:sp>
          <p:nvSpPr>
            <p:cNvPr id="29" name="TextBox 28">
              <a:extLst>
                <a:ext uri="{FF2B5EF4-FFF2-40B4-BE49-F238E27FC236}">
                  <a16:creationId xmlns:a16="http://schemas.microsoft.com/office/drawing/2014/main" id="{34E098F6-C929-BBFF-C7B9-4CA1FA3DB646}"/>
                </a:ext>
              </a:extLst>
            </p:cNvPr>
            <p:cNvSpPr txBox="1"/>
            <p:nvPr/>
          </p:nvSpPr>
          <p:spPr>
            <a:xfrm>
              <a:off x="3367986" y="1737369"/>
              <a:ext cx="416560" cy="523220"/>
            </a:xfrm>
            <a:prstGeom prst="rect">
              <a:avLst/>
            </a:prstGeom>
            <a:noFill/>
          </p:spPr>
          <p:txBody>
            <a:bodyPr wrap="square" rtlCol="0">
              <a:spAutoFit/>
            </a:bodyPr>
            <a:lstStyle/>
            <a:p>
              <a:r>
                <a:rPr lang="en-GB" sz="2800" dirty="0"/>
                <a:t>1</a:t>
              </a:r>
            </a:p>
          </p:txBody>
        </p:sp>
      </p:grpSp>
      <p:pic>
        <p:nvPicPr>
          <p:cNvPr id="38" name="Google Shape;245;p53">
            <a:extLst>
              <a:ext uri="{FF2B5EF4-FFF2-40B4-BE49-F238E27FC236}">
                <a16:creationId xmlns:a16="http://schemas.microsoft.com/office/drawing/2014/main" id="{FDE24E77-A6F2-A655-9C22-5612DA0C7647}"/>
              </a:ext>
            </a:extLst>
          </p:cNvPr>
          <p:cNvPicPr preferRelativeResize="0">
            <a:picLocks noChangeAspect="1"/>
          </p:cNvPicPr>
          <p:nvPr/>
        </p:nvPicPr>
        <p:blipFill>
          <a:blip r:embed="rId6">
            <a:alphaModFix/>
          </a:blip>
          <a:stretch>
            <a:fillRect/>
          </a:stretch>
        </p:blipFill>
        <p:spPr>
          <a:xfrm>
            <a:off x="3064554" y="2307270"/>
            <a:ext cx="1023426" cy="1023426"/>
          </a:xfrm>
          <a:prstGeom prst="rect">
            <a:avLst/>
          </a:prstGeom>
          <a:noFill/>
          <a:ln>
            <a:noFill/>
          </a:ln>
        </p:spPr>
      </p:pic>
      <p:pic>
        <p:nvPicPr>
          <p:cNvPr id="39" name="Google Shape;245;p53">
            <a:extLst>
              <a:ext uri="{FF2B5EF4-FFF2-40B4-BE49-F238E27FC236}">
                <a16:creationId xmlns:a16="http://schemas.microsoft.com/office/drawing/2014/main" id="{FD4BA985-94E0-BF50-A013-5EF358C71B54}"/>
              </a:ext>
            </a:extLst>
          </p:cNvPr>
          <p:cNvPicPr preferRelativeResize="0">
            <a:picLocks noChangeAspect="1"/>
          </p:cNvPicPr>
          <p:nvPr/>
        </p:nvPicPr>
        <p:blipFill>
          <a:blip r:embed="rId6">
            <a:alphaModFix/>
          </a:blip>
          <a:stretch>
            <a:fillRect/>
          </a:stretch>
        </p:blipFill>
        <p:spPr>
          <a:xfrm>
            <a:off x="7445587" y="2309818"/>
            <a:ext cx="1023426" cy="1023426"/>
          </a:xfrm>
          <a:prstGeom prst="rect">
            <a:avLst/>
          </a:prstGeom>
          <a:noFill/>
          <a:ln>
            <a:noFill/>
          </a:ln>
        </p:spPr>
      </p:pic>
      <p:pic>
        <p:nvPicPr>
          <p:cNvPr id="40" name="Google Shape;245;p53">
            <a:extLst>
              <a:ext uri="{FF2B5EF4-FFF2-40B4-BE49-F238E27FC236}">
                <a16:creationId xmlns:a16="http://schemas.microsoft.com/office/drawing/2014/main" id="{2779646F-1ED3-0EA1-B55B-7E12EF34F35F}"/>
              </a:ext>
            </a:extLst>
          </p:cNvPr>
          <p:cNvPicPr preferRelativeResize="0">
            <a:picLocks noChangeAspect="1"/>
          </p:cNvPicPr>
          <p:nvPr/>
        </p:nvPicPr>
        <p:blipFill>
          <a:blip r:embed="rId6">
            <a:alphaModFix/>
          </a:blip>
          <a:stretch>
            <a:fillRect/>
          </a:stretch>
        </p:blipFill>
        <p:spPr>
          <a:xfrm>
            <a:off x="8662818" y="2309818"/>
            <a:ext cx="1023426" cy="1023426"/>
          </a:xfrm>
          <a:prstGeom prst="rect">
            <a:avLst/>
          </a:prstGeom>
          <a:noFill/>
          <a:ln>
            <a:noFill/>
          </a:ln>
        </p:spPr>
      </p:pic>
      <p:pic>
        <p:nvPicPr>
          <p:cNvPr id="41" name="Google Shape;245;p53">
            <a:extLst>
              <a:ext uri="{FF2B5EF4-FFF2-40B4-BE49-F238E27FC236}">
                <a16:creationId xmlns:a16="http://schemas.microsoft.com/office/drawing/2014/main" id="{0B50458B-372A-1086-8ABD-8A0942EFBEA5}"/>
              </a:ext>
            </a:extLst>
          </p:cNvPr>
          <p:cNvPicPr preferRelativeResize="0">
            <a:picLocks noChangeAspect="1"/>
          </p:cNvPicPr>
          <p:nvPr/>
        </p:nvPicPr>
        <p:blipFill>
          <a:blip r:embed="rId6">
            <a:alphaModFix/>
          </a:blip>
          <a:stretch>
            <a:fillRect/>
          </a:stretch>
        </p:blipFill>
        <p:spPr>
          <a:xfrm>
            <a:off x="4098612" y="4861984"/>
            <a:ext cx="1023426" cy="1023426"/>
          </a:xfrm>
          <a:prstGeom prst="rect">
            <a:avLst/>
          </a:prstGeom>
          <a:noFill/>
          <a:ln>
            <a:noFill/>
          </a:ln>
        </p:spPr>
      </p:pic>
      <p:pic>
        <p:nvPicPr>
          <p:cNvPr id="42" name="Google Shape;245;p53">
            <a:extLst>
              <a:ext uri="{FF2B5EF4-FFF2-40B4-BE49-F238E27FC236}">
                <a16:creationId xmlns:a16="http://schemas.microsoft.com/office/drawing/2014/main" id="{36BE21F7-E505-DFD7-043A-FAE49C19D28B}"/>
              </a:ext>
            </a:extLst>
          </p:cNvPr>
          <p:cNvPicPr preferRelativeResize="0">
            <a:picLocks noChangeAspect="1"/>
          </p:cNvPicPr>
          <p:nvPr/>
        </p:nvPicPr>
        <p:blipFill>
          <a:blip r:embed="rId6">
            <a:alphaModFix/>
          </a:blip>
          <a:stretch>
            <a:fillRect/>
          </a:stretch>
        </p:blipFill>
        <p:spPr>
          <a:xfrm>
            <a:off x="5312207" y="4868201"/>
            <a:ext cx="1023426" cy="1023426"/>
          </a:xfrm>
          <a:prstGeom prst="rect">
            <a:avLst/>
          </a:prstGeom>
          <a:noFill/>
          <a:ln>
            <a:noFill/>
          </a:ln>
        </p:spPr>
      </p:pic>
      <p:pic>
        <p:nvPicPr>
          <p:cNvPr id="43" name="Google Shape;245;p53">
            <a:extLst>
              <a:ext uri="{FF2B5EF4-FFF2-40B4-BE49-F238E27FC236}">
                <a16:creationId xmlns:a16="http://schemas.microsoft.com/office/drawing/2014/main" id="{A50020E7-A7EB-7D21-B1AB-CE047A7DD5A8}"/>
              </a:ext>
            </a:extLst>
          </p:cNvPr>
          <p:cNvPicPr preferRelativeResize="0">
            <a:picLocks noChangeAspect="1"/>
          </p:cNvPicPr>
          <p:nvPr/>
        </p:nvPicPr>
        <p:blipFill>
          <a:blip r:embed="rId6">
            <a:alphaModFix/>
          </a:blip>
          <a:stretch>
            <a:fillRect/>
          </a:stretch>
        </p:blipFill>
        <p:spPr>
          <a:xfrm>
            <a:off x="6527348" y="4868674"/>
            <a:ext cx="1023426" cy="1023426"/>
          </a:xfrm>
          <a:prstGeom prst="rect">
            <a:avLst/>
          </a:prstGeom>
          <a:noFill/>
          <a:ln>
            <a:noFill/>
          </a:ln>
        </p:spPr>
      </p:pic>
    </p:spTree>
    <p:extLst>
      <p:ext uri="{BB962C8B-B14F-4D97-AF65-F5344CB8AC3E}">
        <p14:creationId xmlns:p14="http://schemas.microsoft.com/office/powerpoint/2010/main" val="35452208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1E35F-F06C-E33D-01B0-EE32D168A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7C0C8-19AB-9C8C-2F9D-E4D8571F314F}"/>
              </a:ext>
            </a:extLst>
          </p:cNvPr>
          <p:cNvSpPr>
            <a:spLocks noGrp="1"/>
          </p:cNvSpPr>
          <p:nvPr>
            <p:ph type="title"/>
          </p:nvPr>
        </p:nvSpPr>
        <p:spPr/>
        <p:txBody>
          <a:bodyPr/>
          <a:lstStyle/>
          <a:p>
            <a:r>
              <a:rPr lang="en-GB" dirty="0"/>
              <a:t>The Language of Computers - Binary</a:t>
            </a:r>
          </a:p>
        </p:txBody>
      </p:sp>
      <p:pic>
        <p:nvPicPr>
          <p:cNvPr id="4" name="Picture 3">
            <a:extLst>
              <a:ext uri="{FF2B5EF4-FFF2-40B4-BE49-F238E27FC236}">
                <a16:creationId xmlns:a16="http://schemas.microsoft.com/office/drawing/2014/main" id="{1F03FD8B-5C9E-CAB6-DE3A-5511FE9C141B}"/>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5D58BB9E-FD51-84D9-7D84-1DC1A2D9667D}"/>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grpSp>
        <p:nvGrpSpPr>
          <p:cNvPr id="8" name="Group 7">
            <a:extLst>
              <a:ext uri="{FF2B5EF4-FFF2-40B4-BE49-F238E27FC236}">
                <a16:creationId xmlns:a16="http://schemas.microsoft.com/office/drawing/2014/main" id="{014547A5-6DDA-3A7A-5F83-7FEA5983375B}"/>
              </a:ext>
            </a:extLst>
          </p:cNvPr>
          <p:cNvGrpSpPr/>
          <p:nvPr/>
        </p:nvGrpSpPr>
        <p:grpSpPr>
          <a:xfrm>
            <a:off x="3009959" y="2217925"/>
            <a:ext cx="5814060" cy="940752"/>
            <a:chOff x="3180080" y="1673266"/>
            <a:chExt cx="5814060" cy="940752"/>
          </a:xfrm>
        </p:grpSpPr>
        <p:sp>
          <p:nvSpPr>
            <p:cNvPr id="11" name="TextBox 10">
              <a:extLst>
                <a:ext uri="{FF2B5EF4-FFF2-40B4-BE49-F238E27FC236}">
                  <a16:creationId xmlns:a16="http://schemas.microsoft.com/office/drawing/2014/main" id="{97285CC0-FBA8-5896-04B2-83286DE4FDD6}"/>
                </a:ext>
              </a:extLst>
            </p:cNvPr>
            <p:cNvSpPr txBox="1"/>
            <p:nvPr/>
          </p:nvSpPr>
          <p:spPr>
            <a:xfrm>
              <a:off x="3180080" y="1690688"/>
              <a:ext cx="416560" cy="923330"/>
            </a:xfrm>
            <a:prstGeom prst="rect">
              <a:avLst/>
            </a:prstGeom>
            <a:noFill/>
          </p:spPr>
          <p:txBody>
            <a:bodyPr wrap="square" rtlCol="0">
              <a:spAutoFit/>
            </a:bodyPr>
            <a:lstStyle/>
            <a:p>
              <a:r>
                <a:rPr lang="en-GB" sz="5400" dirty="0"/>
                <a:t>4</a:t>
              </a:r>
            </a:p>
          </p:txBody>
        </p:sp>
        <p:sp>
          <p:nvSpPr>
            <p:cNvPr id="12" name="TextBox 11">
              <a:extLst>
                <a:ext uri="{FF2B5EF4-FFF2-40B4-BE49-F238E27FC236}">
                  <a16:creationId xmlns:a16="http://schemas.microsoft.com/office/drawing/2014/main" id="{9C7A4B0C-FE78-3C27-C30E-03B41F060CB4}"/>
                </a:ext>
              </a:extLst>
            </p:cNvPr>
            <p:cNvSpPr txBox="1"/>
            <p:nvPr/>
          </p:nvSpPr>
          <p:spPr>
            <a:xfrm>
              <a:off x="5801360" y="1690688"/>
              <a:ext cx="416560" cy="923330"/>
            </a:xfrm>
            <a:prstGeom prst="rect">
              <a:avLst/>
            </a:prstGeom>
            <a:noFill/>
          </p:spPr>
          <p:txBody>
            <a:bodyPr wrap="square" rtlCol="0">
              <a:spAutoFit/>
            </a:bodyPr>
            <a:lstStyle/>
            <a:p>
              <a:r>
                <a:rPr lang="en-GB" sz="5400" dirty="0"/>
                <a:t>2</a:t>
              </a:r>
            </a:p>
          </p:txBody>
        </p:sp>
        <p:sp>
          <p:nvSpPr>
            <p:cNvPr id="13" name="TextBox 12">
              <a:extLst>
                <a:ext uri="{FF2B5EF4-FFF2-40B4-BE49-F238E27FC236}">
                  <a16:creationId xmlns:a16="http://schemas.microsoft.com/office/drawing/2014/main" id="{1CCB3E2E-B967-2999-19F9-44C7414BE4BE}"/>
                </a:ext>
              </a:extLst>
            </p:cNvPr>
            <p:cNvSpPr txBox="1"/>
            <p:nvPr/>
          </p:nvSpPr>
          <p:spPr>
            <a:xfrm>
              <a:off x="8577580" y="1673266"/>
              <a:ext cx="416560" cy="923330"/>
            </a:xfrm>
            <a:prstGeom prst="rect">
              <a:avLst/>
            </a:prstGeom>
            <a:noFill/>
          </p:spPr>
          <p:txBody>
            <a:bodyPr wrap="square" rtlCol="0">
              <a:spAutoFit/>
            </a:bodyPr>
            <a:lstStyle/>
            <a:p>
              <a:r>
                <a:rPr lang="en-GB" sz="5400" dirty="0"/>
                <a:t>1</a:t>
              </a:r>
            </a:p>
          </p:txBody>
        </p:sp>
      </p:grpSp>
      <p:grpSp>
        <p:nvGrpSpPr>
          <p:cNvPr id="14" name="Group 13">
            <a:extLst>
              <a:ext uri="{FF2B5EF4-FFF2-40B4-BE49-F238E27FC236}">
                <a16:creationId xmlns:a16="http://schemas.microsoft.com/office/drawing/2014/main" id="{6FCFDF97-4AC6-CCBA-9450-FE990DCA15AF}"/>
              </a:ext>
            </a:extLst>
          </p:cNvPr>
          <p:cNvGrpSpPr/>
          <p:nvPr/>
        </p:nvGrpSpPr>
        <p:grpSpPr>
          <a:xfrm>
            <a:off x="2888215" y="3785643"/>
            <a:ext cx="6137276" cy="923330"/>
            <a:chOff x="3049446" y="1950265"/>
            <a:chExt cx="6137276" cy="923330"/>
          </a:xfrm>
        </p:grpSpPr>
        <p:sp>
          <p:nvSpPr>
            <p:cNvPr id="15" name="TextBox 14">
              <a:extLst>
                <a:ext uri="{FF2B5EF4-FFF2-40B4-BE49-F238E27FC236}">
                  <a16:creationId xmlns:a16="http://schemas.microsoft.com/office/drawing/2014/main" id="{1594AE32-6BB7-88DD-3D2D-E64DBD3844EA}"/>
                </a:ext>
              </a:extLst>
            </p:cNvPr>
            <p:cNvSpPr txBox="1"/>
            <p:nvPr/>
          </p:nvSpPr>
          <p:spPr>
            <a:xfrm>
              <a:off x="3049446" y="1950265"/>
              <a:ext cx="819505" cy="923330"/>
            </a:xfrm>
            <a:prstGeom prst="rect">
              <a:avLst/>
            </a:prstGeom>
            <a:noFill/>
          </p:spPr>
          <p:txBody>
            <a:bodyPr wrap="square" rtlCol="0">
              <a:spAutoFit/>
            </a:bodyPr>
            <a:lstStyle/>
            <a:p>
              <a:r>
                <a:rPr lang="en-GB" sz="5400" dirty="0"/>
                <a:t>2</a:t>
              </a:r>
              <a:r>
                <a:rPr lang="en-GB" sz="5400" baseline="30000" dirty="0"/>
                <a:t>2</a:t>
              </a:r>
            </a:p>
          </p:txBody>
        </p:sp>
        <p:sp>
          <p:nvSpPr>
            <p:cNvPr id="16" name="TextBox 15">
              <a:extLst>
                <a:ext uri="{FF2B5EF4-FFF2-40B4-BE49-F238E27FC236}">
                  <a16:creationId xmlns:a16="http://schemas.microsoft.com/office/drawing/2014/main" id="{AEAA06E2-AC10-939C-AA00-9B8B612A1211}"/>
                </a:ext>
              </a:extLst>
            </p:cNvPr>
            <p:cNvSpPr txBox="1"/>
            <p:nvPr/>
          </p:nvSpPr>
          <p:spPr>
            <a:xfrm>
              <a:off x="5741197" y="1950265"/>
              <a:ext cx="935665" cy="923330"/>
            </a:xfrm>
            <a:prstGeom prst="rect">
              <a:avLst/>
            </a:prstGeom>
            <a:noFill/>
          </p:spPr>
          <p:txBody>
            <a:bodyPr wrap="square" rtlCol="0">
              <a:spAutoFit/>
            </a:bodyPr>
            <a:lstStyle/>
            <a:p>
              <a:r>
                <a:rPr lang="en-GB" sz="5400" dirty="0"/>
                <a:t>2</a:t>
              </a:r>
              <a:r>
                <a:rPr lang="en-GB" sz="5400" baseline="30000" dirty="0"/>
                <a:t>1</a:t>
              </a:r>
            </a:p>
          </p:txBody>
        </p:sp>
        <p:sp>
          <p:nvSpPr>
            <p:cNvPr id="17" name="TextBox 16">
              <a:extLst>
                <a:ext uri="{FF2B5EF4-FFF2-40B4-BE49-F238E27FC236}">
                  <a16:creationId xmlns:a16="http://schemas.microsoft.com/office/drawing/2014/main" id="{686FCCF1-532C-FF29-B5FF-333DE8F5F6AB}"/>
                </a:ext>
              </a:extLst>
            </p:cNvPr>
            <p:cNvSpPr txBox="1"/>
            <p:nvPr/>
          </p:nvSpPr>
          <p:spPr>
            <a:xfrm>
              <a:off x="8367217" y="1950265"/>
              <a:ext cx="819505" cy="923330"/>
            </a:xfrm>
            <a:prstGeom prst="rect">
              <a:avLst/>
            </a:prstGeom>
            <a:noFill/>
          </p:spPr>
          <p:txBody>
            <a:bodyPr wrap="square" rtlCol="0">
              <a:spAutoFit/>
            </a:bodyPr>
            <a:lstStyle/>
            <a:p>
              <a:r>
                <a:rPr lang="en-GB" sz="5400" dirty="0"/>
                <a:t>2</a:t>
              </a:r>
              <a:r>
                <a:rPr lang="en-GB" sz="5400" baseline="30000" dirty="0"/>
                <a:t>0</a:t>
              </a:r>
            </a:p>
          </p:txBody>
        </p:sp>
      </p:grpSp>
    </p:spTree>
    <p:extLst>
      <p:ext uri="{BB962C8B-B14F-4D97-AF65-F5344CB8AC3E}">
        <p14:creationId xmlns:p14="http://schemas.microsoft.com/office/powerpoint/2010/main" val="2584488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4DC8C-013F-7A15-6B62-5CD30BF249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85DD7-F9A8-7ECB-114C-22ACECB2A296}"/>
              </a:ext>
            </a:extLst>
          </p:cNvPr>
          <p:cNvSpPr>
            <a:spLocks noGrp="1"/>
          </p:cNvSpPr>
          <p:nvPr>
            <p:ph type="title"/>
          </p:nvPr>
        </p:nvSpPr>
        <p:spPr/>
        <p:txBody>
          <a:bodyPr/>
          <a:lstStyle/>
          <a:p>
            <a:r>
              <a:rPr lang="en-GB" dirty="0"/>
              <a:t>The language of computers - Binary</a:t>
            </a:r>
          </a:p>
        </p:txBody>
      </p:sp>
      <p:pic>
        <p:nvPicPr>
          <p:cNvPr id="4" name="Picture 3">
            <a:extLst>
              <a:ext uri="{FF2B5EF4-FFF2-40B4-BE49-F238E27FC236}">
                <a16:creationId xmlns:a16="http://schemas.microsoft.com/office/drawing/2014/main" id="{72DEB2A5-95AD-8017-A280-0E5391D0DB87}"/>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23F97CCC-A63B-8794-1BF8-8BE590CF844A}"/>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
        <p:nvSpPr>
          <p:cNvPr id="23" name="TextBox 22">
            <a:extLst>
              <a:ext uri="{FF2B5EF4-FFF2-40B4-BE49-F238E27FC236}">
                <a16:creationId xmlns:a16="http://schemas.microsoft.com/office/drawing/2014/main" id="{38F00536-12ED-C302-92BA-1D93B8D5967F}"/>
              </a:ext>
            </a:extLst>
          </p:cNvPr>
          <p:cNvSpPr txBox="1"/>
          <p:nvPr/>
        </p:nvSpPr>
        <p:spPr>
          <a:xfrm>
            <a:off x="723901" y="2187587"/>
            <a:ext cx="11011050" cy="584775"/>
          </a:xfrm>
          <a:prstGeom prst="rect">
            <a:avLst/>
          </a:prstGeom>
          <a:noFill/>
        </p:spPr>
        <p:txBody>
          <a:bodyPr wrap="square" rtlCol="0">
            <a:spAutoFit/>
          </a:bodyPr>
          <a:lstStyle/>
          <a:p>
            <a:r>
              <a:rPr lang="en-GB" sz="3200" dirty="0"/>
              <a:t>128           64             32           16               8               4               2              1</a:t>
            </a:r>
          </a:p>
        </p:txBody>
      </p:sp>
      <p:sp>
        <p:nvSpPr>
          <p:cNvPr id="31" name="TextBox 30">
            <a:extLst>
              <a:ext uri="{FF2B5EF4-FFF2-40B4-BE49-F238E27FC236}">
                <a16:creationId xmlns:a16="http://schemas.microsoft.com/office/drawing/2014/main" id="{0EB809D8-CD0B-77B5-B3A5-5237D6AB3AEE}"/>
              </a:ext>
            </a:extLst>
          </p:cNvPr>
          <p:cNvSpPr txBox="1"/>
          <p:nvPr/>
        </p:nvSpPr>
        <p:spPr>
          <a:xfrm>
            <a:off x="5140960" y="4927600"/>
            <a:ext cx="1506566" cy="769441"/>
          </a:xfrm>
          <a:prstGeom prst="rect">
            <a:avLst/>
          </a:prstGeom>
          <a:noFill/>
        </p:spPr>
        <p:txBody>
          <a:bodyPr wrap="none" rtlCol="0">
            <a:spAutoFit/>
          </a:bodyPr>
          <a:lstStyle/>
          <a:p>
            <a:r>
              <a:rPr lang="en-GB" sz="4400" dirty="0">
                <a:solidFill>
                  <a:schemeClr val="accent2"/>
                </a:solidFill>
              </a:rPr>
              <a:t>8 bits</a:t>
            </a:r>
          </a:p>
        </p:txBody>
      </p:sp>
      <p:pic>
        <p:nvPicPr>
          <p:cNvPr id="32" name="Google Shape;245;p53">
            <a:extLst>
              <a:ext uri="{FF2B5EF4-FFF2-40B4-BE49-F238E27FC236}">
                <a16:creationId xmlns:a16="http://schemas.microsoft.com/office/drawing/2014/main" id="{CB69F681-469F-BA90-9B4D-0A21DD88899E}"/>
              </a:ext>
            </a:extLst>
          </p:cNvPr>
          <p:cNvPicPr preferRelativeResize="0">
            <a:picLocks noChangeAspect="1"/>
          </p:cNvPicPr>
          <p:nvPr/>
        </p:nvPicPr>
        <p:blipFill>
          <a:blip r:embed="rId5">
            <a:alphaModFix/>
          </a:blip>
          <a:stretch>
            <a:fillRect/>
          </a:stretch>
        </p:blipFill>
        <p:spPr>
          <a:xfrm>
            <a:off x="579235" y="3061858"/>
            <a:ext cx="1023426" cy="1023426"/>
          </a:xfrm>
          <a:prstGeom prst="rect">
            <a:avLst/>
          </a:prstGeom>
          <a:noFill/>
          <a:ln>
            <a:noFill/>
          </a:ln>
        </p:spPr>
      </p:pic>
      <p:pic>
        <p:nvPicPr>
          <p:cNvPr id="33" name="Google Shape;245;p53">
            <a:extLst>
              <a:ext uri="{FF2B5EF4-FFF2-40B4-BE49-F238E27FC236}">
                <a16:creationId xmlns:a16="http://schemas.microsoft.com/office/drawing/2014/main" id="{ECE2D4B7-BD75-D928-1C77-BCBEE4046A79}"/>
              </a:ext>
            </a:extLst>
          </p:cNvPr>
          <p:cNvPicPr preferRelativeResize="0">
            <a:picLocks noChangeAspect="1"/>
          </p:cNvPicPr>
          <p:nvPr/>
        </p:nvPicPr>
        <p:blipFill>
          <a:blip r:embed="rId5">
            <a:alphaModFix/>
          </a:blip>
          <a:stretch>
            <a:fillRect/>
          </a:stretch>
        </p:blipFill>
        <p:spPr>
          <a:xfrm>
            <a:off x="2057161" y="3061858"/>
            <a:ext cx="1023426" cy="1023426"/>
          </a:xfrm>
          <a:prstGeom prst="rect">
            <a:avLst/>
          </a:prstGeom>
          <a:noFill/>
          <a:ln>
            <a:noFill/>
          </a:ln>
        </p:spPr>
      </p:pic>
      <p:pic>
        <p:nvPicPr>
          <p:cNvPr id="34" name="Google Shape;245;p53">
            <a:extLst>
              <a:ext uri="{FF2B5EF4-FFF2-40B4-BE49-F238E27FC236}">
                <a16:creationId xmlns:a16="http://schemas.microsoft.com/office/drawing/2014/main" id="{2394336E-18F0-F0AB-E89F-D8F7F67E48F9}"/>
              </a:ext>
            </a:extLst>
          </p:cNvPr>
          <p:cNvPicPr preferRelativeResize="0">
            <a:picLocks noChangeAspect="1"/>
          </p:cNvPicPr>
          <p:nvPr/>
        </p:nvPicPr>
        <p:blipFill>
          <a:blip r:embed="rId5">
            <a:alphaModFix/>
          </a:blip>
          <a:stretch>
            <a:fillRect/>
          </a:stretch>
        </p:blipFill>
        <p:spPr>
          <a:xfrm>
            <a:off x="3535087" y="3061858"/>
            <a:ext cx="1023426" cy="1023426"/>
          </a:xfrm>
          <a:prstGeom prst="rect">
            <a:avLst/>
          </a:prstGeom>
          <a:noFill/>
          <a:ln>
            <a:noFill/>
          </a:ln>
        </p:spPr>
      </p:pic>
      <p:pic>
        <p:nvPicPr>
          <p:cNvPr id="35" name="Google Shape;245;p53">
            <a:extLst>
              <a:ext uri="{FF2B5EF4-FFF2-40B4-BE49-F238E27FC236}">
                <a16:creationId xmlns:a16="http://schemas.microsoft.com/office/drawing/2014/main" id="{7A6F3DF3-1258-BA7A-9ADD-F61DA7780ED9}"/>
              </a:ext>
            </a:extLst>
          </p:cNvPr>
          <p:cNvPicPr preferRelativeResize="0">
            <a:picLocks noChangeAspect="1"/>
          </p:cNvPicPr>
          <p:nvPr/>
        </p:nvPicPr>
        <p:blipFill>
          <a:blip r:embed="rId5">
            <a:alphaModFix/>
          </a:blip>
          <a:stretch>
            <a:fillRect/>
          </a:stretch>
        </p:blipFill>
        <p:spPr>
          <a:xfrm>
            <a:off x="4978261" y="3061858"/>
            <a:ext cx="1023426" cy="1023426"/>
          </a:xfrm>
          <a:prstGeom prst="rect">
            <a:avLst/>
          </a:prstGeom>
          <a:noFill/>
          <a:ln>
            <a:noFill/>
          </a:ln>
        </p:spPr>
      </p:pic>
      <p:pic>
        <p:nvPicPr>
          <p:cNvPr id="36" name="Google Shape;245;p53">
            <a:extLst>
              <a:ext uri="{FF2B5EF4-FFF2-40B4-BE49-F238E27FC236}">
                <a16:creationId xmlns:a16="http://schemas.microsoft.com/office/drawing/2014/main" id="{23BCE01D-4A00-80E4-05C0-329DD93652C3}"/>
              </a:ext>
            </a:extLst>
          </p:cNvPr>
          <p:cNvPicPr preferRelativeResize="0">
            <a:picLocks noChangeAspect="1"/>
          </p:cNvPicPr>
          <p:nvPr/>
        </p:nvPicPr>
        <p:blipFill>
          <a:blip r:embed="rId5">
            <a:alphaModFix/>
          </a:blip>
          <a:stretch>
            <a:fillRect/>
          </a:stretch>
        </p:blipFill>
        <p:spPr>
          <a:xfrm>
            <a:off x="6421435" y="3061858"/>
            <a:ext cx="1023426" cy="1023426"/>
          </a:xfrm>
          <a:prstGeom prst="rect">
            <a:avLst/>
          </a:prstGeom>
          <a:noFill/>
          <a:ln>
            <a:noFill/>
          </a:ln>
        </p:spPr>
      </p:pic>
      <p:pic>
        <p:nvPicPr>
          <p:cNvPr id="37" name="Google Shape;245;p53">
            <a:extLst>
              <a:ext uri="{FF2B5EF4-FFF2-40B4-BE49-F238E27FC236}">
                <a16:creationId xmlns:a16="http://schemas.microsoft.com/office/drawing/2014/main" id="{73CF97C7-918A-BF49-3BA5-8860859653F7}"/>
              </a:ext>
            </a:extLst>
          </p:cNvPr>
          <p:cNvPicPr preferRelativeResize="0">
            <a:picLocks noChangeAspect="1"/>
          </p:cNvPicPr>
          <p:nvPr/>
        </p:nvPicPr>
        <p:blipFill>
          <a:blip r:embed="rId5">
            <a:alphaModFix/>
          </a:blip>
          <a:stretch>
            <a:fillRect/>
          </a:stretch>
        </p:blipFill>
        <p:spPr>
          <a:xfrm>
            <a:off x="7899361" y="3061858"/>
            <a:ext cx="1023426" cy="1023426"/>
          </a:xfrm>
          <a:prstGeom prst="rect">
            <a:avLst/>
          </a:prstGeom>
          <a:noFill/>
          <a:ln>
            <a:noFill/>
          </a:ln>
        </p:spPr>
      </p:pic>
      <p:pic>
        <p:nvPicPr>
          <p:cNvPr id="38" name="Google Shape;245;p53">
            <a:extLst>
              <a:ext uri="{FF2B5EF4-FFF2-40B4-BE49-F238E27FC236}">
                <a16:creationId xmlns:a16="http://schemas.microsoft.com/office/drawing/2014/main" id="{A89D44EB-A85A-67E5-41A3-EF9C1D22B7E3}"/>
              </a:ext>
            </a:extLst>
          </p:cNvPr>
          <p:cNvPicPr preferRelativeResize="0">
            <a:picLocks noChangeAspect="1"/>
          </p:cNvPicPr>
          <p:nvPr/>
        </p:nvPicPr>
        <p:blipFill>
          <a:blip r:embed="rId5">
            <a:alphaModFix/>
          </a:blip>
          <a:stretch>
            <a:fillRect/>
          </a:stretch>
        </p:blipFill>
        <p:spPr>
          <a:xfrm>
            <a:off x="9377287" y="3061858"/>
            <a:ext cx="1023426" cy="1023426"/>
          </a:xfrm>
          <a:prstGeom prst="rect">
            <a:avLst/>
          </a:prstGeom>
          <a:noFill/>
          <a:ln>
            <a:noFill/>
          </a:ln>
        </p:spPr>
      </p:pic>
      <p:pic>
        <p:nvPicPr>
          <p:cNvPr id="39" name="Google Shape;245;p53">
            <a:extLst>
              <a:ext uri="{FF2B5EF4-FFF2-40B4-BE49-F238E27FC236}">
                <a16:creationId xmlns:a16="http://schemas.microsoft.com/office/drawing/2014/main" id="{3D045BE7-A2B0-1DAE-7012-3022CDD6496D}"/>
              </a:ext>
            </a:extLst>
          </p:cNvPr>
          <p:cNvPicPr preferRelativeResize="0">
            <a:picLocks noChangeAspect="1"/>
          </p:cNvPicPr>
          <p:nvPr/>
        </p:nvPicPr>
        <p:blipFill>
          <a:blip r:embed="rId5">
            <a:alphaModFix/>
          </a:blip>
          <a:stretch>
            <a:fillRect/>
          </a:stretch>
        </p:blipFill>
        <p:spPr>
          <a:xfrm>
            <a:off x="10799196" y="3061858"/>
            <a:ext cx="1023426" cy="1023426"/>
          </a:xfrm>
          <a:prstGeom prst="rect">
            <a:avLst/>
          </a:prstGeom>
          <a:noFill/>
          <a:ln>
            <a:noFill/>
          </a:ln>
        </p:spPr>
      </p:pic>
    </p:spTree>
    <p:extLst>
      <p:ext uri="{BB962C8B-B14F-4D97-AF65-F5344CB8AC3E}">
        <p14:creationId xmlns:p14="http://schemas.microsoft.com/office/powerpoint/2010/main" val="21669949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30083-CBC8-7DA1-88B0-D9EA63371C77}"/>
              </a:ext>
            </a:extLst>
          </p:cNvPr>
          <p:cNvSpPr>
            <a:spLocks noGrp="1"/>
          </p:cNvSpPr>
          <p:nvPr>
            <p:ph type="title"/>
          </p:nvPr>
        </p:nvSpPr>
        <p:spPr/>
        <p:txBody>
          <a:bodyPr/>
          <a:lstStyle/>
          <a:p>
            <a:r>
              <a:rPr lang="en-GB" dirty="0"/>
              <a:t>ASCII</a:t>
            </a:r>
          </a:p>
        </p:txBody>
      </p:sp>
      <p:sp>
        <p:nvSpPr>
          <p:cNvPr id="5" name="TextBox 4">
            <a:extLst>
              <a:ext uri="{FF2B5EF4-FFF2-40B4-BE49-F238E27FC236}">
                <a16:creationId xmlns:a16="http://schemas.microsoft.com/office/drawing/2014/main" id="{D9149EBE-4440-87BD-77DA-85CEDD5AF99D}"/>
              </a:ext>
            </a:extLst>
          </p:cNvPr>
          <p:cNvSpPr txBox="1"/>
          <p:nvPr/>
        </p:nvSpPr>
        <p:spPr>
          <a:xfrm>
            <a:off x="838200" y="2035294"/>
            <a:ext cx="6883400" cy="523220"/>
          </a:xfrm>
          <a:prstGeom prst="rect">
            <a:avLst/>
          </a:prstGeom>
          <a:noFill/>
        </p:spPr>
        <p:txBody>
          <a:bodyPr wrap="square">
            <a:spAutoFit/>
          </a:bodyPr>
          <a:lstStyle/>
          <a:p>
            <a:r>
              <a:rPr lang="en-GB" sz="2800" dirty="0"/>
              <a:t>Map specific letters to specific numbers</a:t>
            </a:r>
          </a:p>
        </p:txBody>
      </p:sp>
      <p:pic>
        <p:nvPicPr>
          <p:cNvPr id="14" name="Picture 13">
            <a:extLst>
              <a:ext uri="{FF2B5EF4-FFF2-40B4-BE49-F238E27FC236}">
                <a16:creationId xmlns:a16="http://schemas.microsoft.com/office/drawing/2014/main" id="{3782F85B-0752-148B-225C-7AE10C54DABD}"/>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15" name="Picture 14">
            <a:extLst>
              <a:ext uri="{FF2B5EF4-FFF2-40B4-BE49-F238E27FC236}">
                <a16:creationId xmlns:a16="http://schemas.microsoft.com/office/drawing/2014/main" id="{C9105674-2B32-2C65-7EDD-3BDAC5BDDA52}"/>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750299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2EF16-7E1F-FB41-F39C-3AAC81094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F1037-B091-E763-60DC-F18C1976AEF6}"/>
              </a:ext>
            </a:extLst>
          </p:cNvPr>
          <p:cNvSpPr>
            <a:spLocks noGrp="1"/>
          </p:cNvSpPr>
          <p:nvPr>
            <p:ph type="title"/>
          </p:nvPr>
        </p:nvSpPr>
        <p:spPr/>
        <p:txBody>
          <a:bodyPr/>
          <a:lstStyle/>
          <a:p>
            <a:r>
              <a:rPr lang="en-GB" dirty="0"/>
              <a:t>ASCII</a:t>
            </a:r>
          </a:p>
        </p:txBody>
      </p:sp>
      <p:sp>
        <p:nvSpPr>
          <p:cNvPr id="3" name="Content Placeholder 2">
            <a:extLst>
              <a:ext uri="{FF2B5EF4-FFF2-40B4-BE49-F238E27FC236}">
                <a16:creationId xmlns:a16="http://schemas.microsoft.com/office/drawing/2014/main" id="{B4DDBE4E-4CF1-225C-6B0B-2451C8B14FF8}"/>
              </a:ext>
            </a:extLst>
          </p:cNvPr>
          <p:cNvSpPr>
            <a:spLocks noGrp="1"/>
          </p:cNvSpPr>
          <p:nvPr>
            <p:ph idx="1"/>
          </p:nvPr>
        </p:nvSpPr>
        <p:spPr>
          <a:xfrm>
            <a:off x="838200" y="3144739"/>
            <a:ext cx="3266440" cy="2309495"/>
          </a:xfrm>
        </p:spPr>
        <p:txBody>
          <a:bodyPr/>
          <a:lstStyle/>
          <a:p>
            <a:pPr marL="0" indent="0">
              <a:buNone/>
            </a:pPr>
            <a:r>
              <a:rPr lang="en-GB" dirty="0"/>
              <a:t>e.g.,</a:t>
            </a:r>
          </a:p>
          <a:p>
            <a:pPr marL="0" indent="0">
              <a:buNone/>
            </a:pPr>
            <a:r>
              <a:rPr lang="en-GB" dirty="0"/>
              <a:t>A = 65 = 01000001</a:t>
            </a:r>
          </a:p>
          <a:p>
            <a:pPr marL="0" indent="0">
              <a:buNone/>
            </a:pPr>
            <a:r>
              <a:rPr lang="en-GB" dirty="0"/>
              <a:t>B = 66 = 01000010</a:t>
            </a:r>
          </a:p>
          <a:p>
            <a:pPr marL="0" indent="0">
              <a:buNone/>
            </a:pPr>
            <a:r>
              <a:rPr lang="en-GB" dirty="0"/>
              <a:t>C = 67 = 01000011</a:t>
            </a:r>
          </a:p>
          <a:p>
            <a:endParaRPr lang="en-GB" dirty="0"/>
          </a:p>
          <a:p>
            <a:pPr marL="0" indent="0">
              <a:buNone/>
            </a:pPr>
            <a:endParaRPr lang="en-GB" dirty="0"/>
          </a:p>
        </p:txBody>
      </p:sp>
      <p:sp>
        <p:nvSpPr>
          <p:cNvPr id="5" name="TextBox 4">
            <a:extLst>
              <a:ext uri="{FF2B5EF4-FFF2-40B4-BE49-F238E27FC236}">
                <a16:creationId xmlns:a16="http://schemas.microsoft.com/office/drawing/2014/main" id="{845AF339-4C78-158C-24C6-4A1AEC15338D}"/>
              </a:ext>
            </a:extLst>
          </p:cNvPr>
          <p:cNvSpPr txBox="1"/>
          <p:nvPr/>
        </p:nvSpPr>
        <p:spPr>
          <a:xfrm>
            <a:off x="838200" y="2035294"/>
            <a:ext cx="6883400" cy="523220"/>
          </a:xfrm>
          <a:prstGeom prst="rect">
            <a:avLst/>
          </a:prstGeom>
          <a:noFill/>
        </p:spPr>
        <p:txBody>
          <a:bodyPr wrap="square">
            <a:spAutoFit/>
          </a:bodyPr>
          <a:lstStyle/>
          <a:p>
            <a:r>
              <a:rPr lang="en-GB" sz="2800" dirty="0"/>
              <a:t>Map specific letters to specific numbers</a:t>
            </a:r>
          </a:p>
        </p:txBody>
      </p:sp>
      <p:sp>
        <p:nvSpPr>
          <p:cNvPr id="6" name="Content Placeholder 2">
            <a:extLst>
              <a:ext uri="{FF2B5EF4-FFF2-40B4-BE49-F238E27FC236}">
                <a16:creationId xmlns:a16="http://schemas.microsoft.com/office/drawing/2014/main" id="{7FD43A39-37D8-FC6F-1331-5492C1262969}"/>
              </a:ext>
            </a:extLst>
          </p:cNvPr>
          <p:cNvSpPr txBox="1">
            <a:spLocks/>
          </p:cNvSpPr>
          <p:nvPr/>
        </p:nvSpPr>
        <p:spPr>
          <a:xfrm>
            <a:off x="7654296" y="4086126"/>
            <a:ext cx="685798" cy="81766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5400" dirty="0"/>
              <a:t>H</a:t>
            </a:r>
          </a:p>
        </p:txBody>
      </p:sp>
      <p:sp>
        <p:nvSpPr>
          <p:cNvPr id="7" name="Content Placeholder 2">
            <a:extLst>
              <a:ext uri="{FF2B5EF4-FFF2-40B4-BE49-F238E27FC236}">
                <a16:creationId xmlns:a16="http://schemas.microsoft.com/office/drawing/2014/main" id="{5070E810-35E8-6BCA-7198-CB2E75059F4E}"/>
              </a:ext>
            </a:extLst>
          </p:cNvPr>
          <p:cNvSpPr txBox="1">
            <a:spLocks/>
          </p:cNvSpPr>
          <p:nvPr/>
        </p:nvSpPr>
        <p:spPr>
          <a:xfrm>
            <a:off x="8559802" y="4086126"/>
            <a:ext cx="685798" cy="81766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5400" dirty="0"/>
              <a:t>I</a:t>
            </a:r>
          </a:p>
        </p:txBody>
      </p:sp>
      <p:sp>
        <p:nvSpPr>
          <p:cNvPr id="8" name="Content Placeholder 2">
            <a:extLst>
              <a:ext uri="{FF2B5EF4-FFF2-40B4-BE49-F238E27FC236}">
                <a16:creationId xmlns:a16="http://schemas.microsoft.com/office/drawing/2014/main" id="{E39ABBC8-69C3-7345-F63F-6101D7E0050E}"/>
              </a:ext>
            </a:extLst>
          </p:cNvPr>
          <p:cNvSpPr txBox="1">
            <a:spLocks/>
          </p:cNvSpPr>
          <p:nvPr/>
        </p:nvSpPr>
        <p:spPr>
          <a:xfrm>
            <a:off x="9121139" y="4086126"/>
            <a:ext cx="685798" cy="81766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5400" dirty="0"/>
              <a:t>!</a:t>
            </a:r>
          </a:p>
        </p:txBody>
      </p:sp>
      <p:sp>
        <p:nvSpPr>
          <p:cNvPr id="9" name="Content Placeholder 2">
            <a:extLst>
              <a:ext uri="{FF2B5EF4-FFF2-40B4-BE49-F238E27FC236}">
                <a16:creationId xmlns:a16="http://schemas.microsoft.com/office/drawing/2014/main" id="{C7174AA3-A193-1417-1AB9-A6CECF67A32F}"/>
              </a:ext>
            </a:extLst>
          </p:cNvPr>
          <p:cNvSpPr txBox="1">
            <a:spLocks/>
          </p:cNvSpPr>
          <p:nvPr/>
        </p:nvSpPr>
        <p:spPr>
          <a:xfrm>
            <a:off x="7689854" y="3531989"/>
            <a:ext cx="685798" cy="817661"/>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5400" dirty="0"/>
              <a:t>72</a:t>
            </a:r>
          </a:p>
        </p:txBody>
      </p:sp>
      <p:sp>
        <p:nvSpPr>
          <p:cNvPr id="10" name="Content Placeholder 2">
            <a:extLst>
              <a:ext uri="{FF2B5EF4-FFF2-40B4-BE49-F238E27FC236}">
                <a16:creationId xmlns:a16="http://schemas.microsoft.com/office/drawing/2014/main" id="{EB6EAB3D-FF74-A0EB-4F67-6CF8805EFF05}"/>
              </a:ext>
            </a:extLst>
          </p:cNvPr>
          <p:cNvSpPr txBox="1">
            <a:spLocks/>
          </p:cNvSpPr>
          <p:nvPr/>
        </p:nvSpPr>
        <p:spPr>
          <a:xfrm>
            <a:off x="8340098" y="3531989"/>
            <a:ext cx="685798" cy="817661"/>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5400" dirty="0"/>
              <a:t>73</a:t>
            </a:r>
          </a:p>
        </p:txBody>
      </p:sp>
      <p:sp>
        <p:nvSpPr>
          <p:cNvPr id="11" name="Content Placeholder 2">
            <a:extLst>
              <a:ext uri="{FF2B5EF4-FFF2-40B4-BE49-F238E27FC236}">
                <a16:creationId xmlns:a16="http://schemas.microsoft.com/office/drawing/2014/main" id="{8ED3B3FF-FAF9-5325-AE8A-2D7FE0040CC9}"/>
              </a:ext>
            </a:extLst>
          </p:cNvPr>
          <p:cNvSpPr txBox="1">
            <a:spLocks/>
          </p:cNvSpPr>
          <p:nvPr/>
        </p:nvSpPr>
        <p:spPr>
          <a:xfrm>
            <a:off x="9014466" y="3531989"/>
            <a:ext cx="685798" cy="817661"/>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5400" dirty="0"/>
              <a:t>33</a:t>
            </a:r>
          </a:p>
        </p:txBody>
      </p:sp>
      <p:pic>
        <p:nvPicPr>
          <p:cNvPr id="4" name="Picture 3">
            <a:extLst>
              <a:ext uri="{FF2B5EF4-FFF2-40B4-BE49-F238E27FC236}">
                <a16:creationId xmlns:a16="http://schemas.microsoft.com/office/drawing/2014/main" id="{B39FF443-DF69-D474-E965-90512D0338AE}"/>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12" name="Picture 11">
            <a:extLst>
              <a:ext uri="{FF2B5EF4-FFF2-40B4-BE49-F238E27FC236}">
                <a16:creationId xmlns:a16="http://schemas.microsoft.com/office/drawing/2014/main" id="{CA00F906-367B-EF94-852C-F229670F084F}"/>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5578950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ECE3A-B56E-54C3-8391-1F3CE6D36C0D}"/>
              </a:ext>
            </a:extLst>
          </p:cNvPr>
          <p:cNvSpPr>
            <a:spLocks noGrp="1"/>
          </p:cNvSpPr>
          <p:nvPr>
            <p:ph type="title"/>
          </p:nvPr>
        </p:nvSpPr>
        <p:spPr/>
        <p:txBody>
          <a:bodyPr/>
          <a:lstStyle/>
          <a:p>
            <a:r>
              <a:rPr lang="en-GB" dirty="0"/>
              <a:t>Unicode</a:t>
            </a:r>
          </a:p>
        </p:txBody>
      </p:sp>
      <p:sp>
        <p:nvSpPr>
          <p:cNvPr id="3" name="Content Placeholder 2">
            <a:extLst>
              <a:ext uri="{FF2B5EF4-FFF2-40B4-BE49-F238E27FC236}">
                <a16:creationId xmlns:a16="http://schemas.microsoft.com/office/drawing/2014/main" id="{5296065D-E6A4-CDB9-7D77-14E497958D2B}"/>
              </a:ext>
            </a:extLst>
          </p:cNvPr>
          <p:cNvSpPr>
            <a:spLocks noGrp="1"/>
          </p:cNvSpPr>
          <p:nvPr>
            <p:ph idx="1"/>
          </p:nvPr>
        </p:nvSpPr>
        <p:spPr>
          <a:xfrm>
            <a:off x="838200" y="1825625"/>
            <a:ext cx="5551967" cy="4351338"/>
          </a:xfrm>
        </p:spPr>
        <p:txBody>
          <a:bodyPr/>
          <a:lstStyle/>
          <a:p>
            <a:r>
              <a:rPr lang="en-GB" dirty="0"/>
              <a:t>Expand number of bits</a:t>
            </a:r>
          </a:p>
          <a:p>
            <a:endParaRPr lang="en-GB" dirty="0"/>
          </a:p>
          <a:p>
            <a:r>
              <a:rPr lang="en-GB" dirty="0"/>
              <a:t>Includes emojis &amp; special characters</a:t>
            </a:r>
          </a:p>
        </p:txBody>
      </p:sp>
      <p:pic>
        <p:nvPicPr>
          <p:cNvPr id="4" name="Picture 3">
            <a:extLst>
              <a:ext uri="{FF2B5EF4-FFF2-40B4-BE49-F238E27FC236}">
                <a16:creationId xmlns:a16="http://schemas.microsoft.com/office/drawing/2014/main" id="{E15870D3-B2DF-33FF-4C6B-AFC123097397}"/>
              </a:ext>
            </a:extLst>
          </p:cNvPr>
          <p:cNvPicPr>
            <a:picLocks noChangeAspect="1"/>
          </p:cNvPicPr>
          <p:nvPr/>
        </p:nvPicPr>
        <p:blipFill>
          <a:blip r:embed="rId3"/>
          <a:stretch>
            <a:fillRect/>
          </a:stretch>
        </p:blipFill>
        <p:spPr>
          <a:xfrm>
            <a:off x="6390167" y="932213"/>
            <a:ext cx="4840644" cy="4840644"/>
          </a:xfrm>
          <a:prstGeom prst="rect">
            <a:avLst/>
          </a:prstGeom>
        </p:spPr>
      </p:pic>
      <p:pic>
        <p:nvPicPr>
          <p:cNvPr id="5" name="Picture 4">
            <a:extLst>
              <a:ext uri="{FF2B5EF4-FFF2-40B4-BE49-F238E27FC236}">
                <a16:creationId xmlns:a16="http://schemas.microsoft.com/office/drawing/2014/main" id="{22739EA8-0B17-8843-C5AE-B308B061F03A}"/>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6" name="Picture 5">
            <a:extLst>
              <a:ext uri="{FF2B5EF4-FFF2-40B4-BE49-F238E27FC236}">
                <a16:creationId xmlns:a16="http://schemas.microsoft.com/office/drawing/2014/main" id="{CF6BEC06-3EE8-3122-09D4-3422E93B95E7}"/>
              </a:ext>
            </a:extLst>
          </p:cNvPr>
          <p:cNvPicPr>
            <a:picLocks noChangeAspect="1"/>
          </p:cNvPicPr>
          <p:nvPr/>
        </p:nvPicPr>
        <p:blipFill>
          <a:blip r:embed="rId5">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2903069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B0825-6788-969C-A380-2FE8C40E8481}"/>
              </a:ext>
            </a:extLst>
          </p:cNvPr>
          <p:cNvSpPr>
            <a:spLocks noGrp="1"/>
          </p:cNvSpPr>
          <p:nvPr>
            <p:ph type="title"/>
          </p:nvPr>
        </p:nvSpPr>
        <p:spPr/>
        <p:txBody>
          <a:bodyPr/>
          <a:lstStyle/>
          <a:p>
            <a:r>
              <a:rPr lang="en-GB" dirty="0"/>
              <a:t>RGB</a:t>
            </a:r>
          </a:p>
        </p:txBody>
      </p:sp>
      <p:graphicFrame>
        <p:nvGraphicFramePr>
          <p:cNvPr id="4" name="Google Shape;711;p119">
            <a:extLst>
              <a:ext uri="{FF2B5EF4-FFF2-40B4-BE49-F238E27FC236}">
                <a16:creationId xmlns:a16="http://schemas.microsoft.com/office/drawing/2014/main" id="{562D88C9-EF55-8FF4-D35B-B73707AC9CD7}"/>
              </a:ext>
            </a:extLst>
          </p:cNvPr>
          <p:cNvGraphicFramePr/>
          <p:nvPr>
            <p:extLst>
              <p:ext uri="{D42A27DB-BD31-4B8C-83A1-F6EECF244321}">
                <p14:modId xmlns:p14="http://schemas.microsoft.com/office/powerpoint/2010/main" val="711483597"/>
              </p:ext>
            </p:extLst>
          </p:nvPr>
        </p:nvGraphicFramePr>
        <p:xfrm>
          <a:off x="3840248" y="1690688"/>
          <a:ext cx="4511505" cy="1673222"/>
        </p:xfrm>
        <a:graphic>
          <a:graphicData uri="http://schemas.openxmlformats.org/drawingml/2006/table">
            <a:tbl>
              <a:tblPr>
                <a:noFill/>
              </a:tblPr>
              <a:tblGrid>
                <a:gridCol w="1503835">
                  <a:extLst>
                    <a:ext uri="{9D8B030D-6E8A-4147-A177-3AD203B41FA5}">
                      <a16:colId xmlns:a16="http://schemas.microsoft.com/office/drawing/2014/main" val="20000"/>
                    </a:ext>
                  </a:extLst>
                </a:gridCol>
                <a:gridCol w="1503835">
                  <a:extLst>
                    <a:ext uri="{9D8B030D-6E8A-4147-A177-3AD203B41FA5}">
                      <a16:colId xmlns:a16="http://schemas.microsoft.com/office/drawing/2014/main" val="20001"/>
                    </a:ext>
                  </a:extLst>
                </a:gridCol>
                <a:gridCol w="1503835">
                  <a:extLst>
                    <a:ext uri="{9D8B030D-6E8A-4147-A177-3AD203B41FA5}">
                      <a16:colId xmlns:a16="http://schemas.microsoft.com/office/drawing/2014/main" val="20002"/>
                    </a:ext>
                  </a:extLst>
                </a:gridCol>
              </a:tblGrid>
              <a:tr h="1673222">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F00"/>
                    </a:solidFill>
                  </a:tcPr>
                </a:tc>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00FF"/>
                    </a:solidFill>
                  </a:tcPr>
                </a:tc>
                <a:extLst>
                  <a:ext uri="{0D108BD9-81ED-4DB2-BD59-A6C34878D82A}">
                    <a16:rowId xmlns:a16="http://schemas.microsoft.com/office/drawing/2014/main" val="10000"/>
                  </a:ext>
                </a:extLst>
              </a:tr>
            </a:tbl>
          </a:graphicData>
        </a:graphic>
      </p:graphicFrame>
      <p:pic>
        <p:nvPicPr>
          <p:cNvPr id="7" name="Picture 6">
            <a:extLst>
              <a:ext uri="{FF2B5EF4-FFF2-40B4-BE49-F238E27FC236}">
                <a16:creationId xmlns:a16="http://schemas.microsoft.com/office/drawing/2014/main" id="{A2014796-6371-C2FA-5C90-1A3289ED1125}"/>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8" name="Picture 7">
            <a:extLst>
              <a:ext uri="{FF2B5EF4-FFF2-40B4-BE49-F238E27FC236}">
                <a16:creationId xmlns:a16="http://schemas.microsoft.com/office/drawing/2014/main" id="{113E2F7C-5F41-65DB-11E7-B7AD4F824604}"/>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40393221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8CFFD-1294-4670-7220-7A7138D42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4DB1E-CB21-5BE2-B74A-FD3EDD5BCA85}"/>
              </a:ext>
            </a:extLst>
          </p:cNvPr>
          <p:cNvSpPr>
            <a:spLocks noGrp="1"/>
          </p:cNvSpPr>
          <p:nvPr>
            <p:ph type="title"/>
          </p:nvPr>
        </p:nvSpPr>
        <p:spPr/>
        <p:txBody>
          <a:bodyPr/>
          <a:lstStyle/>
          <a:p>
            <a:r>
              <a:rPr lang="en-GB" dirty="0"/>
              <a:t>RGB</a:t>
            </a:r>
          </a:p>
        </p:txBody>
      </p:sp>
      <p:graphicFrame>
        <p:nvGraphicFramePr>
          <p:cNvPr id="4" name="Google Shape;711;p119">
            <a:extLst>
              <a:ext uri="{FF2B5EF4-FFF2-40B4-BE49-F238E27FC236}">
                <a16:creationId xmlns:a16="http://schemas.microsoft.com/office/drawing/2014/main" id="{F522FAF3-E64C-DA96-A62D-604E227CE6BB}"/>
              </a:ext>
            </a:extLst>
          </p:cNvPr>
          <p:cNvGraphicFramePr/>
          <p:nvPr/>
        </p:nvGraphicFramePr>
        <p:xfrm>
          <a:off x="3840248" y="1690688"/>
          <a:ext cx="4511505" cy="1673222"/>
        </p:xfrm>
        <a:graphic>
          <a:graphicData uri="http://schemas.openxmlformats.org/drawingml/2006/table">
            <a:tbl>
              <a:tblPr>
                <a:noFill/>
              </a:tblPr>
              <a:tblGrid>
                <a:gridCol w="1503835">
                  <a:extLst>
                    <a:ext uri="{9D8B030D-6E8A-4147-A177-3AD203B41FA5}">
                      <a16:colId xmlns:a16="http://schemas.microsoft.com/office/drawing/2014/main" val="20000"/>
                    </a:ext>
                  </a:extLst>
                </a:gridCol>
                <a:gridCol w="1503835">
                  <a:extLst>
                    <a:ext uri="{9D8B030D-6E8A-4147-A177-3AD203B41FA5}">
                      <a16:colId xmlns:a16="http://schemas.microsoft.com/office/drawing/2014/main" val="20001"/>
                    </a:ext>
                  </a:extLst>
                </a:gridCol>
                <a:gridCol w="1503835">
                  <a:extLst>
                    <a:ext uri="{9D8B030D-6E8A-4147-A177-3AD203B41FA5}">
                      <a16:colId xmlns:a16="http://schemas.microsoft.com/office/drawing/2014/main" val="20002"/>
                    </a:ext>
                  </a:extLst>
                </a:gridCol>
              </a:tblGrid>
              <a:tr h="1673222">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F00"/>
                    </a:solidFill>
                  </a:tcPr>
                </a:tc>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00FF"/>
                    </a:solidFill>
                  </a:tcPr>
                </a:tc>
                <a:extLst>
                  <a:ext uri="{0D108BD9-81ED-4DB2-BD59-A6C34878D82A}">
                    <a16:rowId xmlns:a16="http://schemas.microsoft.com/office/drawing/2014/main" val="10000"/>
                  </a:ext>
                </a:extLst>
              </a:tr>
            </a:tbl>
          </a:graphicData>
        </a:graphic>
      </p:graphicFrame>
      <p:graphicFrame>
        <p:nvGraphicFramePr>
          <p:cNvPr id="5" name="Google Shape;716;p120">
            <a:extLst>
              <a:ext uri="{FF2B5EF4-FFF2-40B4-BE49-F238E27FC236}">
                <a16:creationId xmlns:a16="http://schemas.microsoft.com/office/drawing/2014/main" id="{47A50892-661E-4F73-79DF-84C3C57141AB}"/>
              </a:ext>
            </a:extLst>
          </p:cNvPr>
          <p:cNvGraphicFramePr/>
          <p:nvPr/>
        </p:nvGraphicFramePr>
        <p:xfrm>
          <a:off x="3982954" y="2086928"/>
          <a:ext cx="4236720" cy="1129662"/>
        </p:xfrm>
        <a:graphic>
          <a:graphicData uri="http://schemas.openxmlformats.org/drawingml/2006/table">
            <a:tbl>
              <a:tblPr>
                <a:noFill/>
              </a:tblPr>
              <a:tblGrid>
                <a:gridCol w="1412240">
                  <a:extLst>
                    <a:ext uri="{9D8B030D-6E8A-4147-A177-3AD203B41FA5}">
                      <a16:colId xmlns:a16="http://schemas.microsoft.com/office/drawing/2014/main" val="20000"/>
                    </a:ext>
                  </a:extLst>
                </a:gridCol>
                <a:gridCol w="1412240">
                  <a:extLst>
                    <a:ext uri="{9D8B030D-6E8A-4147-A177-3AD203B41FA5}">
                      <a16:colId xmlns:a16="http://schemas.microsoft.com/office/drawing/2014/main" val="20001"/>
                    </a:ext>
                  </a:extLst>
                </a:gridCol>
                <a:gridCol w="1412240">
                  <a:extLst>
                    <a:ext uri="{9D8B030D-6E8A-4147-A177-3AD203B41FA5}">
                      <a16:colId xmlns:a16="http://schemas.microsoft.com/office/drawing/2014/main" val="20002"/>
                    </a:ext>
                  </a:extLst>
                </a:gridCol>
              </a:tblGrid>
              <a:tr h="1129662">
                <a:tc>
                  <a:txBody>
                    <a:bodyPr/>
                    <a:lstStyle/>
                    <a:p>
                      <a:pPr marL="0" lvl="0" indent="0" algn="ctr" rtl="0">
                        <a:spcBef>
                          <a:spcPts val="0"/>
                        </a:spcBef>
                        <a:spcAft>
                          <a:spcPts val="0"/>
                        </a:spcAft>
                        <a:buNone/>
                      </a:pPr>
                      <a:r>
                        <a:rPr lang="en" sz="4400" dirty="0">
                          <a:solidFill>
                            <a:schemeClr val="tx1"/>
                          </a:solidFill>
                          <a:latin typeface="Consolas"/>
                          <a:ea typeface="Consolas"/>
                          <a:cs typeface="Consolas"/>
                          <a:sym typeface="Consolas"/>
                        </a:rPr>
                        <a:t>72</a:t>
                      </a:r>
                      <a:endParaRPr sz="4400" dirty="0">
                        <a:solidFill>
                          <a:schemeClr val="tx1"/>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4400" dirty="0">
                          <a:solidFill>
                            <a:schemeClr val="tx1"/>
                          </a:solidFill>
                          <a:latin typeface="Consolas"/>
                          <a:ea typeface="Consolas"/>
                          <a:cs typeface="Consolas"/>
                          <a:sym typeface="Consolas"/>
                        </a:rPr>
                        <a:t>73</a:t>
                      </a:r>
                      <a:endParaRPr sz="4400" dirty="0">
                        <a:solidFill>
                          <a:schemeClr val="tx1"/>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4400" dirty="0">
                          <a:solidFill>
                            <a:schemeClr val="tx1"/>
                          </a:solidFill>
                          <a:latin typeface="Consolas"/>
                          <a:ea typeface="Consolas"/>
                          <a:cs typeface="Consolas"/>
                          <a:sym typeface="Consolas"/>
                        </a:rPr>
                        <a:t>33</a:t>
                      </a:r>
                      <a:endParaRPr sz="4400" dirty="0">
                        <a:solidFill>
                          <a:schemeClr val="tx1"/>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3" name="Picture 2">
            <a:extLst>
              <a:ext uri="{FF2B5EF4-FFF2-40B4-BE49-F238E27FC236}">
                <a16:creationId xmlns:a16="http://schemas.microsoft.com/office/drawing/2014/main" id="{7BAE23DE-DA27-BB74-EABE-ECA30E3825E9}"/>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6" name="Picture 5">
            <a:extLst>
              <a:ext uri="{FF2B5EF4-FFF2-40B4-BE49-F238E27FC236}">
                <a16:creationId xmlns:a16="http://schemas.microsoft.com/office/drawing/2014/main" id="{7688D11C-8523-B9E2-0810-BF57F6508FA0}"/>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5289221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15CCD-8D38-E253-0CD5-28B4AA005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D8085-A3F3-3E9B-5F5E-9FB90E2E571A}"/>
              </a:ext>
            </a:extLst>
          </p:cNvPr>
          <p:cNvSpPr>
            <a:spLocks noGrp="1"/>
          </p:cNvSpPr>
          <p:nvPr>
            <p:ph type="title"/>
          </p:nvPr>
        </p:nvSpPr>
        <p:spPr/>
        <p:txBody>
          <a:bodyPr/>
          <a:lstStyle/>
          <a:p>
            <a:r>
              <a:rPr lang="en-GB" dirty="0"/>
              <a:t>RGB</a:t>
            </a:r>
          </a:p>
        </p:txBody>
      </p:sp>
      <p:graphicFrame>
        <p:nvGraphicFramePr>
          <p:cNvPr id="4" name="Google Shape;711;p119">
            <a:extLst>
              <a:ext uri="{FF2B5EF4-FFF2-40B4-BE49-F238E27FC236}">
                <a16:creationId xmlns:a16="http://schemas.microsoft.com/office/drawing/2014/main" id="{84AC889F-3D28-9C3C-CFB0-9FBA522E0387}"/>
              </a:ext>
            </a:extLst>
          </p:cNvPr>
          <p:cNvGraphicFramePr/>
          <p:nvPr/>
        </p:nvGraphicFramePr>
        <p:xfrm>
          <a:off x="3840248" y="1690688"/>
          <a:ext cx="4511505" cy="1673222"/>
        </p:xfrm>
        <a:graphic>
          <a:graphicData uri="http://schemas.openxmlformats.org/drawingml/2006/table">
            <a:tbl>
              <a:tblPr>
                <a:noFill/>
              </a:tblPr>
              <a:tblGrid>
                <a:gridCol w="1503835">
                  <a:extLst>
                    <a:ext uri="{9D8B030D-6E8A-4147-A177-3AD203B41FA5}">
                      <a16:colId xmlns:a16="http://schemas.microsoft.com/office/drawing/2014/main" val="20000"/>
                    </a:ext>
                  </a:extLst>
                </a:gridCol>
                <a:gridCol w="1503835">
                  <a:extLst>
                    <a:ext uri="{9D8B030D-6E8A-4147-A177-3AD203B41FA5}">
                      <a16:colId xmlns:a16="http://schemas.microsoft.com/office/drawing/2014/main" val="20001"/>
                    </a:ext>
                  </a:extLst>
                </a:gridCol>
                <a:gridCol w="1503835">
                  <a:extLst>
                    <a:ext uri="{9D8B030D-6E8A-4147-A177-3AD203B41FA5}">
                      <a16:colId xmlns:a16="http://schemas.microsoft.com/office/drawing/2014/main" val="20002"/>
                    </a:ext>
                  </a:extLst>
                </a:gridCol>
              </a:tblGrid>
              <a:tr h="1673222">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FF00"/>
                    </a:solidFill>
                  </a:tcPr>
                </a:tc>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0000FF"/>
                    </a:solidFill>
                  </a:tcPr>
                </a:tc>
                <a:extLst>
                  <a:ext uri="{0D108BD9-81ED-4DB2-BD59-A6C34878D82A}">
                    <a16:rowId xmlns:a16="http://schemas.microsoft.com/office/drawing/2014/main" val="10000"/>
                  </a:ext>
                </a:extLst>
              </a:tr>
            </a:tbl>
          </a:graphicData>
        </a:graphic>
      </p:graphicFrame>
      <p:graphicFrame>
        <p:nvGraphicFramePr>
          <p:cNvPr id="5" name="Google Shape;716;p120">
            <a:extLst>
              <a:ext uri="{FF2B5EF4-FFF2-40B4-BE49-F238E27FC236}">
                <a16:creationId xmlns:a16="http://schemas.microsoft.com/office/drawing/2014/main" id="{3BE114F3-3D82-8626-F9D2-3688B0E42288}"/>
              </a:ext>
            </a:extLst>
          </p:cNvPr>
          <p:cNvGraphicFramePr/>
          <p:nvPr/>
        </p:nvGraphicFramePr>
        <p:xfrm>
          <a:off x="3982954" y="2086928"/>
          <a:ext cx="4236720" cy="1129662"/>
        </p:xfrm>
        <a:graphic>
          <a:graphicData uri="http://schemas.openxmlformats.org/drawingml/2006/table">
            <a:tbl>
              <a:tblPr>
                <a:noFill/>
              </a:tblPr>
              <a:tblGrid>
                <a:gridCol w="1412240">
                  <a:extLst>
                    <a:ext uri="{9D8B030D-6E8A-4147-A177-3AD203B41FA5}">
                      <a16:colId xmlns:a16="http://schemas.microsoft.com/office/drawing/2014/main" val="20000"/>
                    </a:ext>
                  </a:extLst>
                </a:gridCol>
                <a:gridCol w="1412240">
                  <a:extLst>
                    <a:ext uri="{9D8B030D-6E8A-4147-A177-3AD203B41FA5}">
                      <a16:colId xmlns:a16="http://schemas.microsoft.com/office/drawing/2014/main" val="20001"/>
                    </a:ext>
                  </a:extLst>
                </a:gridCol>
                <a:gridCol w="1412240">
                  <a:extLst>
                    <a:ext uri="{9D8B030D-6E8A-4147-A177-3AD203B41FA5}">
                      <a16:colId xmlns:a16="http://schemas.microsoft.com/office/drawing/2014/main" val="20002"/>
                    </a:ext>
                  </a:extLst>
                </a:gridCol>
              </a:tblGrid>
              <a:tr h="1129662">
                <a:tc>
                  <a:txBody>
                    <a:bodyPr/>
                    <a:lstStyle/>
                    <a:p>
                      <a:pPr marL="0" lvl="0" indent="0" algn="ctr" rtl="0">
                        <a:spcBef>
                          <a:spcPts val="0"/>
                        </a:spcBef>
                        <a:spcAft>
                          <a:spcPts val="0"/>
                        </a:spcAft>
                        <a:buNone/>
                      </a:pPr>
                      <a:r>
                        <a:rPr lang="en" sz="4400" dirty="0">
                          <a:solidFill>
                            <a:schemeClr val="tx1"/>
                          </a:solidFill>
                          <a:latin typeface="Consolas"/>
                          <a:ea typeface="Consolas"/>
                          <a:cs typeface="Consolas"/>
                          <a:sym typeface="Consolas"/>
                        </a:rPr>
                        <a:t>72</a:t>
                      </a:r>
                      <a:endParaRPr sz="4400" dirty="0">
                        <a:solidFill>
                          <a:schemeClr val="tx1"/>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4400" dirty="0">
                          <a:solidFill>
                            <a:schemeClr val="tx1"/>
                          </a:solidFill>
                          <a:latin typeface="Consolas"/>
                          <a:ea typeface="Consolas"/>
                          <a:cs typeface="Consolas"/>
                          <a:sym typeface="Consolas"/>
                        </a:rPr>
                        <a:t>73</a:t>
                      </a:r>
                      <a:endParaRPr sz="4400" dirty="0">
                        <a:solidFill>
                          <a:schemeClr val="tx1"/>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4400" dirty="0">
                          <a:solidFill>
                            <a:schemeClr val="tx1"/>
                          </a:solidFill>
                          <a:latin typeface="Consolas"/>
                          <a:ea typeface="Consolas"/>
                          <a:cs typeface="Consolas"/>
                          <a:sym typeface="Consolas"/>
                        </a:rPr>
                        <a:t>33</a:t>
                      </a:r>
                      <a:endParaRPr sz="4400" dirty="0">
                        <a:solidFill>
                          <a:schemeClr val="tx1"/>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6" name="Google Shape;731;p123">
            <a:extLst>
              <a:ext uri="{FF2B5EF4-FFF2-40B4-BE49-F238E27FC236}">
                <a16:creationId xmlns:a16="http://schemas.microsoft.com/office/drawing/2014/main" id="{9CF1B77C-717B-32C4-56BE-73B9306D7C63}"/>
              </a:ext>
            </a:extLst>
          </p:cNvPr>
          <p:cNvGraphicFramePr/>
          <p:nvPr/>
        </p:nvGraphicFramePr>
        <p:xfrm>
          <a:off x="3545839" y="4149408"/>
          <a:ext cx="5100321" cy="1773872"/>
        </p:xfrm>
        <a:graphic>
          <a:graphicData uri="http://schemas.openxmlformats.org/drawingml/2006/table">
            <a:tbl>
              <a:tblPr>
                <a:noFill/>
              </a:tblPr>
              <a:tblGrid>
                <a:gridCol w="1700107">
                  <a:extLst>
                    <a:ext uri="{9D8B030D-6E8A-4147-A177-3AD203B41FA5}">
                      <a16:colId xmlns:a16="http://schemas.microsoft.com/office/drawing/2014/main" val="20000"/>
                    </a:ext>
                  </a:extLst>
                </a:gridCol>
                <a:gridCol w="1700107">
                  <a:extLst>
                    <a:ext uri="{9D8B030D-6E8A-4147-A177-3AD203B41FA5}">
                      <a16:colId xmlns:a16="http://schemas.microsoft.com/office/drawing/2014/main" val="20001"/>
                    </a:ext>
                  </a:extLst>
                </a:gridCol>
                <a:gridCol w="1700107">
                  <a:extLst>
                    <a:ext uri="{9D8B030D-6E8A-4147-A177-3AD203B41FA5}">
                      <a16:colId xmlns:a16="http://schemas.microsoft.com/office/drawing/2014/main" val="20002"/>
                    </a:ext>
                  </a:extLst>
                </a:gridCol>
              </a:tblGrid>
              <a:tr h="1773872">
                <a:tc>
                  <a:txBody>
                    <a:bodyPr/>
                    <a:lstStyle/>
                    <a:p>
                      <a:pPr marL="0" lvl="0" indent="0" algn="ctr" rtl="0">
                        <a:spcBef>
                          <a:spcPts val="0"/>
                        </a:spcBef>
                        <a:spcAft>
                          <a:spcPts val="0"/>
                        </a:spcAft>
                        <a:buNone/>
                      </a:pPr>
                      <a:endParaRPr sz="240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D8DB63"/>
                    </a:solidFill>
                  </a:tcPr>
                </a:tc>
                <a:tc>
                  <a:txBody>
                    <a:bodyPr/>
                    <a:lstStyle/>
                    <a:p>
                      <a:pPr marL="0" lvl="0" indent="0" algn="ctr" rtl="0">
                        <a:spcBef>
                          <a:spcPts val="0"/>
                        </a:spcBef>
                        <a:spcAft>
                          <a:spcPts val="0"/>
                        </a:spcAft>
                        <a:buNone/>
                      </a:pPr>
                      <a:endParaRPr sz="2400" dirty="0">
                        <a:solidFill>
                          <a:srgbClr val="FFFF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3" name="Picture 2">
            <a:extLst>
              <a:ext uri="{FF2B5EF4-FFF2-40B4-BE49-F238E27FC236}">
                <a16:creationId xmlns:a16="http://schemas.microsoft.com/office/drawing/2014/main" id="{C1DBF247-810B-6DFC-17DF-B4D8667B034A}"/>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7" name="Picture 6">
            <a:extLst>
              <a:ext uri="{FF2B5EF4-FFF2-40B4-BE49-F238E27FC236}">
                <a16:creationId xmlns:a16="http://schemas.microsoft.com/office/drawing/2014/main" id="{C3C39C14-94AC-872A-6AC6-B347B012D2C5}"/>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6006168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Music notes with solid fill">
            <a:extLst>
              <a:ext uri="{FF2B5EF4-FFF2-40B4-BE49-F238E27FC236}">
                <a16:creationId xmlns:a16="http://schemas.microsoft.com/office/drawing/2014/main" id="{C145E9B7-7A91-6001-7E97-4DC4BE37AC02}"/>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4809462" y="2535680"/>
            <a:ext cx="2066260" cy="2066260"/>
          </a:xfrm>
        </p:spPr>
      </p:pic>
      <p:pic>
        <p:nvPicPr>
          <p:cNvPr id="7" name="Graphic 6" descr="Clapper board with solid fill">
            <a:extLst>
              <a:ext uri="{FF2B5EF4-FFF2-40B4-BE49-F238E27FC236}">
                <a16:creationId xmlns:a16="http://schemas.microsoft.com/office/drawing/2014/main" id="{95BC8CD7-B281-34FD-FE5C-10A7B0FD93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30608" y="2535681"/>
            <a:ext cx="2066259" cy="2066259"/>
          </a:xfrm>
          <a:prstGeom prst="rect">
            <a:avLst/>
          </a:prstGeom>
        </p:spPr>
      </p:pic>
      <p:pic>
        <p:nvPicPr>
          <p:cNvPr id="9" name="Graphic 8" descr="Images with solid fill">
            <a:extLst>
              <a:ext uri="{FF2B5EF4-FFF2-40B4-BE49-F238E27FC236}">
                <a16:creationId xmlns:a16="http://schemas.microsoft.com/office/drawing/2014/main" id="{70B6E0B0-4BAB-60BB-3627-E652F6ED81E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6166" y="2363787"/>
            <a:ext cx="2410047" cy="2410047"/>
          </a:xfrm>
          <a:prstGeom prst="rect">
            <a:avLst/>
          </a:prstGeom>
        </p:spPr>
      </p:pic>
      <p:pic>
        <p:nvPicPr>
          <p:cNvPr id="10" name="Picture 9">
            <a:extLst>
              <a:ext uri="{FF2B5EF4-FFF2-40B4-BE49-F238E27FC236}">
                <a16:creationId xmlns:a16="http://schemas.microsoft.com/office/drawing/2014/main" id="{D159036E-A5B5-B1CB-0ADB-D561692530E3}"/>
              </a:ext>
            </a:extLst>
          </p:cNvPr>
          <p:cNvPicPr>
            <a:picLocks noChangeAspect="1"/>
          </p:cNvPicPr>
          <p:nvPr/>
        </p:nvPicPr>
        <p:blipFill>
          <a:blip r:embed="rId9">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11" name="Picture 10">
            <a:extLst>
              <a:ext uri="{FF2B5EF4-FFF2-40B4-BE49-F238E27FC236}">
                <a16:creationId xmlns:a16="http://schemas.microsoft.com/office/drawing/2014/main" id="{B4E903B4-EB88-4235-008C-05FFC67F0943}"/>
              </a:ext>
            </a:extLst>
          </p:cNvPr>
          <p:cNvPicPr>
            <a:picLocks noChangeAspect="1"/>
          </p:cNvPicPr>
          <p:nvPr/>
        </p:nvPicPr>
        <p:blipFill>
          <a:blip r:embed="rId10">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3039340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0AF4D-4BFB-A524-72A0-298531EF7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1F042-9662-1C70-9CCF-A56BE4BA6246}"/>
              </a:ext>
            </a:extLst>
          </p:cNvPr>
          <p:cNvSpPr>
            <a:spLocks noGrp="1"/>
          </p:cNvSpPr>
          <p:nvPr>
            <p:ph type="title"/>
          </p:nvPr>
        </p:nvSpPr>
        <p:spPr/>
        <p:txBody>
          <a:bodyPr/>
          <a:lstStyle/>
          <a:p>
            <a:r>
              <a:rPr lang="en-GB" dirty="0"/>
              <a:t>Algorithms</a:t>
            </a:r>
          </a:p>
        </p:txBody>
      </p:sp>
      <p:pic>
        <p:nvPicPr>
          <p:cNvPr id="14" name="Picture 13">
            <a:extLst>
              <a:ext uri="{FF2B5EF4-FFF2-40B4-BE49-F238E27FC236}">
                <a16:creationId xmlns:a16="http://schemas.microsoft.com/office/drawing/2014/main" id="{5BB9D79D-811C-3F4E-29F6-E03FFACC85A7}"/>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15" name="Picture 14">
            <a:extLst>
              <a:ext uri="{FF2B5EF4-FFF2-40B4-BE49-F238E27FC236}">
                <a16:creationId xmlns:a16="http://schemas.microsoft.com/office/drawing/2014/main" id="{5D0322DF-4EE5-C5AC-734F-443BB753A762}"/>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2115536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88E8B-F158-01F2-BCDC-AE92A9AD2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52BF0-E5D6-A846-7EB3-96C3EA881DED}"/>
              </a:ext>
            </a:extLst>
          </p:cNvPr>
          <p:cNvSpPr>
            <a:spLocks noGrp="1"/>
          </p:cNvSpPr>
          <p:nvPr>
            <p:ph type="title"/>
          </p:nvPr>
        </p:nvSpPr>
        <p:spPr/>
        <p:txBody>
          <a:bodyPr/>
          <a:lstStyle/>
          <a:p>
            <a:r>
              <a:rPr lang="en-GB" dirty="0"/>
              <a:t>Algorithms</a:t>
            </a:r>
          </a:p>
        </p:txBody>
      </p:sp>
      <p:pic>
        <p:nvPicPr>
          <p:cNvPr id="5" name="Content Placeholder 4" descr="Dance steps with solid fill">
            <a:extLst>
              <a:ext uri="{FF2B5EF4-FFF2-40B4-BE49-F238E27FC236}">
                <a16:creationId xmlns:a16="http://schemas.microsoft.com/office/drawing/2014/main" id="{CB655F0B-93BC-9B9F-D7AB-D524CF43AFC4}"/>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799213" y="1687014"/>
            <a:ext cx="2013098" cy="2013098"/>
          </a:xfrm>
        </p:spPr>
      </p:pic>
      <p:sp>
        <p:nvSpPr>
          <p:cNvPr id="6" name="TextBox 5">
            <a:extLst>
              <a:ext uri="{FF2B5EF4-FFF2-40B4-BE49-F238E27FC236}">
                <a16:creationId xmlns:a16="http://schemas.microsoft.com/office/drawing/2014/main" id="{0528677E-3C18-F90C-32BB-4CB8C404E1F2}"/>
              </a:ext>
            </a:extLst>
          </p:cNvPr>
          <p:cNvSpPr txBox="1"/>
          <p:nvPr/>
        </p:nvSpPr>
        <p:spPr>
          <a:xfrm>
            <a:off x="650350" y="3870251"/>
            <a:ext cx="2310825" cy="369332"/>
          </a:xfrm>
          <a:prstGeom prst="rect">
            <a:avLst/>
          </a:prstGeom>
          <a:noFill/>
        </p:spPr>
        <p:txBody>
          <a:bodyPr wrap="none" rtlCol="0">
            <a:spAutoFit/>
          </a:bodyPr>
          <a:lstStyle/>
          <a:p>
            <a:r>
              <a:rPr lang="en-GB" dirty="0"/>
              <a:t>Step-by-step process</a:t>
            </a:r>
          </a:p>
        </p:txBody>
      </p:sp>
      <p:pic>
        <p:nvPicPr>
          <p:cNvPr id="3" name="Picture 2">
            <a:extLst>
              <a:ext uri="{FF2B5EF4-FFF2-40B4-BE49-F238E27FC236}">
                <a16:creationId xmlns:a16="http://schemas.microsoft.com/office/drawing/2014/main" id="{6A3D7183-8761-9515-6300-EE2B4EB602B6}"/>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CB44316B-FAB3-B8DC-D341-72107C1ADBDA}"/>
              </a:ext>
            </a:extLst>
          </p:cNvPr>
          <p:cNvPicPr>
            <a:picLocks noChangeAspect="1"/>
          </p:cNvPicPr>
          <p:nvPr/>
        </p:nvPicPr>
        <p:blipFill>
          <a:blip r:embed="rId5">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569908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693E3-8052-98B5-A7A0-1BCEA20535FD}"/>
              </a:ext>
            </a:extLst>
          </p:cNvPr>
          <p:cNvSpPr>
            <a:spLocks noGrp="1"/>
          </p:cNvSpPr>
          <p:nvPr>
            <p:ph type="title"/>
          </p:nvPr>
        </p:nvSpPr>
        <p:spPr/>
        <p:txBody>
          <a:bodyPr/>
          <a:lstStyle/>
          <a:p>
            <a:r>
              <a:rPr lang="en-GB" dirty="0"/>
              <a:t>Algorithms</a:t>
            </a:r>
          </a:p>
        </p:txBody>
      </p:sp>
      <p:pic>
        <p:nvPicPr>
          <p:cNvPr id="5" name="Content Placeholder 4" descr="Dance steps with solid fill">
            <a:extLst>
              <a:ext uri="{FF2B5EF4-FFF2-40B4-BE49-F238E27FC236}">
                <a16:creationId xmlns:a16="http://schemas.microsoft.com/office/drawing/2014/main" id="{ACB17440-46F2-7B54-0723-A1C2F3E9002A}"/>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799213" y="1687014"/>
            <a:ext cx="2013098" cy="2013098"/>
          </a:xfrm>
        </p:spPr>
      </p:pic>
      <p:sp>
        <p:nvSpPr>
          <p:cNvPr id="6" name="TextBox 5">
            <a:extLst>
              <a:ext uri="{FF2B5EF4-FFF2-40B4-BE49-F238E27FC236}">
                <a16:creationId xmlns:a16="http://schemas.microsoft.com/office/drawing/2014/main" id="{66981787-E14E-9628-0428-39C92CE6E921}"/>
              </a:ext>
            </a:extLst>
          </p:cNvPr>
          <p:cNvSpPr txBox="1"/>
          <p:nvPr/>
        </p:nvSpPr>
        <p:spPr>
          <a:xfrm>
            <a:off x="650350" y="3870251"/>
            <a:ext cx="2310825" cy="369332"/>
          </a:xfrm>
          <a:prstGeom prst="rect">
            <a:avLst/>
          </a:prstGeom>
          <a:noFill/>
        </p:spPr>
        <p:txBody>
          <a:bodyPr wrap="none" rtlCol="0">
            <a:spAutoFit/>
          </a:bodyPr>
          <a:lstStyle/>
          <a:p>
            <a:r>
              <a:rPr lang="en-GB" dirty="0"/>
              <a:t>Step-by-step process</a:t>
            </a:r>
          </a:p>
        </p:txBody>
      </p:sp>
      <p:grpSp>
        <p:nvGrpSpPr>
          <p:cNvPr id="7" name="Group 6">
            <a:extLst>
              <a:ext uri="{FF2B5EF4-FFF2-40B4-BE49-F238E27FC236}">
                <a16:creationId xmlns:a16="http://schemas.microsoft.com/office/drawing/2014/main" id="{5C5AA10B-5BAE-BC09-B521-D702A35B21D3}"/>
              </a:ext>
            </a:extLst>
          </p:cNvPr>
          <p:cNvGrpSpPr/>
          <p:nvPr/>
        </p:nvGrpSpPr>
        <p:grpSpPr>
          <a:xfrm>
            <a:off x="5523249" y="905048"/>
            <a:ext cx="5869538" cy="1563931"/>
            <a:chOff x="1509872" y="2306320"/>
            <a:chExt cx="9365186" cy="2631441"/>
          </a:xfrm>
        </p:grpSpPr>
        <p:sp>
          <p:nvSpPr>
            <p:cNvPr id="8" name="TextBox 7">
              <a:extLst>
                <a:ext uri="{FF2B5EF4-FFF2-40B4-BE49-F238E27FC236}">
                  <a16:creationId xmlns:a16="http://schemas.microsoft.com/office/drawing/2014/main" id="{E7DA58CD-967C-0AFF-143C-DA208299CE77}"/>
                </a:ext>
              </a:extLst>
            </p:cNvPr>
            <p:cNvSpPr txBox="1"/>
            <p:nvPr/>
          </p:nvSpPr>
          <p:spPr>
            <a:xfrm>
              <a:off x="1509872" y="3251198"/>
              <a:ext cx="1391893" cy="776789"/>
            </a:xfrm>
            <a:prstGeom prst="rect">
              <a:avLst/>
            </a:prstGeom>
            <a:noFill/>
          </p:spPr>
          <p:txBody>
            <a:bodyPr wrap="none" rtlCol="0">
              <a:spAutoFit/>
            </a:bodyPr>
            <a:lstStyle/>
            <a:p>
              <a:r>
                <a:rPr lang="en-GB" sz="2400" dirty="0"/>
                <a:t>input</a:t>
              </a:r>
              <a:endParaRPr lang="en-GB" sz="3600" dirty="0"/>
            </a:p>
          </p:txBody>
        </p:sp>
        <p:sp>
          <p:nvSpPr>
            <p:cNvPr id="9" name="TextBox 8">
              <a:extLst>
                <a:ext uri="{FF2B5EF4-FFF2-40B4-BE49-F238E27FC236}">
                  <a16:creationId xmlns:a16="http://schemas.microsoft.com/office/drawing/2014/main" id="{011B0176-95B0-5C07-63B2-DC9CFC0045AE}"/>
                </a:ext>
              </a:extLst>
            </p:cNvPr>
            <p:cNvSpPr txBox="1"/>
            <p:nvPr/>
          </p:nvSpPr>
          <p:spPr>
            <a:xfrm>
              <a:off x="9168571" y="3251198"/>
              <a:ext cx="1706487" cy="776789"/>
            </a:xfrm>
            <a:prstGeom prst="rect">
              <a:avLst/>
            </a:prstGeom>
            <a:noFill/>
          </p:spPr>
          <p:txBody>
            <a:bodyPr wrap="none" rtlCol="0">
              <a:spAutoFit/>
            </a:bodyPr>
            <a:lstStyle/>
            <a:p>
              <a:r>
                <a:rPr lang="en-GB" sz="2400" dirty="0"/>
                <a:t>output</a:t>
              </a:r>
              <a:endParaRPr lang="en-GB" sz="3600" dirty="0"/>
            </a:p>
          </p:txBody>
        </p:sp>
        <p:sp>
          <p:nvSpPr>
            <p:cNvPr id="10" name="Rectangle 9">
              <a:extLst>
                <a:ext uri="{FF2B5EF4-FFF2-40B4-BE49-F238E27FC236}">
                  <a16:creationId xmlns:a16="http://schemas.microsoft.com/office/drawing/2014/main" id="{18AF6EAB-A977-823C-15B5-5CEB7DB60618}"/>
                </a:ext>
              </a:extLst>
            </p:cNvPr>
            <p:cNvSpPr/>
            <p:nvPr/>
          </p:nvSpPr>
          <p:spPr>
            <a:xfrm>
              <a:off x="4561840" y="2306320"/>
              <a:ext cx="2611120" cy="2631441"/>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cxnSp>
          <p:nvCxnSpPr>
            <p:cNvPr id="11" name="Straight Arrow Connector 10">
              <a:extLst>
                <a:ext uri="{FF2B5EF4-FFF2-40B4-BE49-F238E27FC236}">
                  <a16:creationId xmlns:a16="http://schemas.microsoft.com/office/drawing/2014/main" id="{4F348CDD-5AEC-5ADE-264B-50DB514607A0}"/>
                </a:ext>
              </a:extLst>
            </p:cNvPr>
            <p:cNvCxnSpPr/>
            <p:nvPr/>
          </p:nvCxnSpPr>
          <p:spPr>
            <a:xfrm>
              <a:off x="3139440" y="3574364"/>
              <a:ext cx="1127760" cy="0"/>
            </a:xfrm>
            <a:prstGeom prst="straightConnector1">
              <a:avLst/>
            </a:prstGeom>
            <a:ln w="57150">
              <a:solidFill>
                <a:schemeClr val="tx1"/>
              </a:solidFill>
              <a:headEnd type="none" w="lg" len="med"/>
              <a:tailEnd type="stealth"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67DF148-FBB3-92D9-F404-CDC42659ADF7}"/>
                </a:ext>
              </a:extLst>
            </p:cNvPr>
            <p:cNvCxnSpPr/>
            <p:nvPr/>
          </p:nvCxnSpPr>
          <p:spPr>
            <a:xfrm>
              <a:off x="7548880" y="3622040"/>
              <a:ext cx="1127760" cy="0"/>
            </a:xfrm>
            <a:prstGeom prst="straightConnector1">
              <a:avLst/>
            </a:prstGeom>
            <a:ln w="57150">
              <a:solidFill>
                <a:schemeClr val="tx1"/>
              </a:solidFill>
              <a:headEnd type="none" w="lg" len="med"/>
              <a:tailEnd type="stealth" w="lg" len="lg"/>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371A36B-A84F-9E1C-F366-CD38F85329F5}"/>
                </a:ext>
              </a:extLst>
            </p:cNvPr>
            <p:cNvSpPr txBox="1"/>
            <p:nvPr/>
          </p:nvSpPr>
          <p:spPr>
            <a:xfrm>
              <a:off x="5088176" y="3021874"/>
              <a:ext cx="1558448" cy="1398219"/>
            </a:xfrm>
            <a:prstGeom prst="rect">
              <a:avLst/>
            </a:prstGeom>
            <a:noFill/>
          </p:spPr>
          <p:txBody>
            <a:bodyPr wrap="square" rtlCol="0">
              <a:spAutoFit/>
            </a:bodyPr>
            <a:lstStyle/>
            <a:p>
              <a:pPr algn="ctr"/>
              <a:r>
                <a:rPr lang="en-GB" sz="2400" dirty="0"/>
                <a:t>Black box</a:t>
              </a:r>
            </a:p>
          </p:txBody>
        </p:sp>
      </p:grpSp>
      <p:pic>
        <p:nvPicPr>
          <p:cNvPr id="21" name="Picture 20">
            <a:extLst>
              <a:ext uri="{FF2B5EF4-FFF2-40B4-BE49-F238E27FC236}">
                <a16:creationId xmlns:a16="http://schemas.microsoft.com/office/drawing/2014/main" id="{D79D258F-2CC1-0DBC-293C-7C8E00FC70AE}"/>
              </a:ext>
            </a:extLst>
          </p:cNvPr>
          <p:cNvPicPr>
            <a:picLocks noChangeAspect="1"/>
          </p:cNvPicPr>
          <p:nvPr/>
        </p:nvPicPr>
        <p:blipFill>
          <a:blip r:embed="rId5">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22" name="Picture 21">
            <a:extLst>
              <a:ext uri="{FF2B5EF4-FFF2-40B4-BE49-F238E27FC236}">
                <a16:creationId xmlns:a16="http://schemas.microsoft.com/office/drawing/2014/main" id="{236A19F7-76C2-8BDB-0FAD-9D628359CA9B}"/>
              </a:ext>
            </a:extLst>
          </p:cNvPr>
          <p:cNvPicPr>
            <a:picLocks noChangeAspect="1"/>
          </p:cNvPicPr>
          <p:nvPr/>
        </p:nvPicPr>
        <p:blipFill>
          <a:blip r:embed="rId6">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32477660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F89B2-8A2E-FDAB-5168-5B4CDDA33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3995D-40A8-4AF8-9296-CBC0866DB7D7}"/>
              </a:ext>
            </a:extLst>
          </p:cNvPr>
          <p:cNvSpPr>
            <a:spLocks noGrp="1"/>
          </p:cNvSpPr>
          <p:nvPr>
            <p:ph type="title"/>
          </p:nvPr>
        </p:nvSpPr>
        <p:spPr/>
        <p:txBody>
          <a:bodyPr/>
          <a:lstStyle/>
          <a:p>
            <a:r>
              <a:rPr lang="en-GB" dirty="0"/>
              <a:t>Algorithms</a:t>
            </a:r>
          </a:p>
        </p:txBody>
      </p:sp>
      <p:pic>
        <p:nvPicPr>
          <p:cNvPr id="5" name="Content Placeholder 4" descr="Dance steps with solid fill">
            <a:extLst>
              <a:ext uri="{FF2B5EF4-FFF2-40B4-BE49-F238E27FC236}">
                <a16:creationId xmlns:a16="http://schemas.microsoft.com/office/drawing/2014/main" id="{B2FAFB10-6C8D-2C6A-26DD-E86B7D9C2FE8}"/>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799213" y="1687014"/>
            <a:ext cx="2013098" cy="2013098"/>
          </a:xfrm>
        </p:spPr>
      </p:pic>
      <p:sp>
        <p:nvSpPr>
          <p:cNvPr id="6" name="TextBox 5">
            <a:extLst>
              <a:ext uri="{FF2B5EF4-FFF2-40B4-BE49-F238E27FC236}">
                <a16:creationId xmlns:a16="http://schemas.microsoft.com/office/drawing/2014/main" id="{D56EF80E-83C4-BFDC-334A-111D24E5CA7E}"/>
              </a:ext>
            </a:extLst>
          </p:cNvPr>
          <p:cNvSpPr txBox="1"/>
          <p:nvPr/>
        </p:nvSpPr>
        <p:spPr>
          <a:xfrm>
            <a:off x="650350" y="3870251"/>
            <a:ext cx="2310825" cy="369332"/>
          </a:xfrm>
          <a:prstGeom prst="rect">
            <a:avLst/>
          </a:prstGeom>
          <a:noFill/>
        </p:spPr>
        <p:txBody>
          <a:bodyPr wrap="none" rtlCol="0">
            <a:spAutoFit/>
          </a:bodyPr>
          <a:lstStyle/>
          <a:p>
            <a:r>
              <a:rPr lang="en-GB" dirty="0"/>
              <a:t>Step-by-step process</a:t>
            </a:r>
          </a:p>
        </p:txBody>
      </p:sp>
      <p:grpSp>
        <p:nvGrpSpPr>
          <p:cNvPr id="7" name="Group 6">
            <a:extLst>
              <a:ext uri="{FF2B5EF4-FFF2-40B4-BE49-F238E27FC236}">
                <a16:creationId xmlns:a16="http://schemas.microsoft.com/office/drawing/2014/main" id="{8DC8CD8A-79A7-EBFE-7773-05353989F1E4}"/>
              </a:ext>
            </a:extLst>
          </p:cNvPr>
          <p:cNvGrpSpPr/>
          <p:nvPr/>
        </p:nvGrpSpPr>
        <p:grpSpPr>
          <a:xfrm>
            <a:off x="5523249" y="905048"/>
            <a:ext cx="5869538" cy="1563931"/>
            <a:chOff x="1509872" y="2306320"/>
            <a:chExt cx="9365186" cy="2631441"/>
          </a:xfrm>
        </p:grpSpPr>
        <p:sp>
          <p:nvSpPr>
            <p:cNvPr id="8" name="TextBox 7">
              <a:extLst>
                <a:ext uri="{FF2B5EF4-FFF2-40B4-BE49-F238E27FC236}">
                  <a16:creationId xmlns:a16="http://schemas.microsoft.com/office/drawing/2014/main" id="{E429DFB4-FA72-EA8A-E784-10A24C4C88A4}"/>
                </a:ext>
              </a:extLst>
            </p:cNvPr>
            <p:cNvSpPr txBox="1"/>
            <p:nvPr/>
          </p:nvSpPr>
          <p:spPr>
            <a:xfrm>
              <a:off x="1509872" y="3251198"/>
              <a:ext cx="1391893" cy="776789"/>
            </a:xfrm>
            <a:prstGeom prst="rect">
              <a:avLst/>
            </a:prstGeom>
            <a:noFill/>
          </p:spPr>
          <p:txBody>
            <a:bodyPr wrap="none" rtlCol="0">
              <a:spAutoFit/>
            </a:bodyPr>
            <a:lstStyle/>
            <a:p>
              <a:r>
                <a:rPr lang="en-GB" sz="2400" dirty="0"/>
                <a:t>input</a:t>
              </a:r>
              <a:endParaRPr lang="en-GB" sz="3600" dirty="0"/>
            </a:p>
          </p:txBody>
        </p:sp>
        <p:sp>
          <p:nvSpPr>
            <p:cNvPr id="9" name="TextBox 8">
              <a:extLst>
                <a:ext uri="{FF2B5EF4-FFF2-40B4-BE49-F238E27FC236}">
                  <a16:creationId xmlns:a16="http://schemas.microsoft.com/office/drawing/2014/main" id="{D296C391-9F9C-0F2D-9428-7F788C2877CC}"/>
                </a:ext>
              </a:extLst>
            </p:cNvPr>
            <p:cNvSpPr txBox="1"/>
            <p:nvPr/>
          </p:nvSpPr>
          <p:spPr>
            <a:xfrm>
              <a:off x="9168571" y="3251198"/>
              <a:ext cx="1706487" cy="776789"/>
            </a:xfrm>
            <a:prstGeom prst="rect">
              <a:avLst/>
            </a:prstGeom>
            <a:noFill/>
          </p:spPr>
          <p:txBody>
            <a:bodyPr wrap="none" rtlCol="0">
              <a:spAutoFit/>
            </a:bodyPr>
            <a:lstStyle/>
            <a:p>
              <a:r>
                <a:rPr lang="en-GB" sz="2400" dirty="0"/>
                <a:t>output</a:t>
              </a:r>
              <a:endParaRPr lang="en-GB" sz="3600" dirty="0"/>
            </a:p>
          </p:txBody>
        </p:sp>
        <p:sp>
          <p:nvSpPr>
            <p:cNvPr id="10" name="Rectangle 9">
              <a:extLst>
                <a:ext uri="{FF2B5EF4-FFF2-40B4-BE49-F238E27FC236}">
                  <a16:creationId xmlns:a16="http://schemas.microsoft.com/office/drawing/2014/main" id="{E6856C4E-326E-B03E-954C-C6CBA38CE1D8}"/>
                </a:ext>
              </a:extLst>
            </p:cNvPr>
            <p:cNvSpPr/>
            <p:nvPr/>
          </p:nvSpPr>
          <p:spPr>
            <a:xfrm>
              <a:off x="4561840" y="2306320"/>
              <a:ext cx="2611120" cy="2631441"/>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cxnSp>
          <p:nvCxnSpPr>
            <p:cNvPr id="11" name="Straight Arrow Connector 10">
              <a:extLst>
                <a:ext uri="{FF2B5EF4-FFF2-40B4-BE49-F238E27FC236}">
                  <a16:creationId xmlns:a16="http://schemas.microsoft.com/office/drawing/2014/main" id="{4D36315F-A86E-4DF4-A1DE-23E7AC5910C0}"/>
                </a:ext>
              </a:extLst>
            </p:cNvPr>
            <p:cNvCxnSpPr/>
            <p:nvPr/>
          </p:nvCxnSpPr>
          <p:spPr>
            <a:xfrm>
              <a:off x="3139440" y="3574364"/>
              <a:ext cx="1127760" cy="0"/>
            </a:xfrm>
            <a:prstGeom prst="straightConnector1">
              <a:avLst/>
            </a:prstGeom>
            <a:ln w="57150">
              <a:solidFill>
                <a:schemeClr val="tx1"/>
              </a:solidFill>
              <a:headEnd type="none" w="lg" len="med"/>
              <a:tailEnd type="stealth"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983D3F1-9184-4F18-834D-6B546071CFDF}"/>
                </a:ext>
              </a:extLst>
            </p:cNvPr>
            <p:cNvCxnSpPr/>
            <p:nvPr/>
          </p:nvCxnSpPr>
          <p:spPr>
            <a:xfrm>
              <a:off x="7548880" y="3622040"/>
              <a:ext cx="1127760" cy="0"/>
            </a:xfrm>
            <a:prstGeom prst="straightConnector1">
              <a:avLst/>
            </a:prstGeom>
            <a:ln w="57150">
              <a:solidFill>
                <a:schemeClr val="tx1"/>
              </a:solidFill>
              <a:headEnd type="none" w="lg" len="med"/>
              <a:tailEnd type="stealth" w="lg" len="lg"/>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540C80F-434C-7CE8-29D0-93076E8EA30F}"/>
                </a:ext>
              </a:extLst>
            </p:cNvPr>
            <p:cNvSpPr txBox="1"/>
            <p:nvPr/>
          </p:nvSpPr>
          <p:spPr>
            <a:xfrm>
              <a:off x="5088176" y="3021874"/>
              <a:ext cx="1558448" cy="1398219"/>
            </a:xfrm>
            <a:prstGeom prst="rect">
              <a:avLst/>
            </a:prstGeom>
            <a:noFill/>
          </p:spPr>
          <p:txBody>
            <a:bodyPr wrap="square" rtlCol="0">
              <a:spAutoFit/>
            </a:bodyPr>
            <a:lstStyle/>
            <a:p>
              <a:pPr algn="ctr"/>
              <a:r>
                <a:rPr lang="en-GB" sz="2400" dirty="0"/>
                <a:t>Black box</a:t>
              </a:r>
            </a:p>
          </p:txBody>
        </p:sp>
      </p:grpSp>
      <p:grpSp>
        <p:nvGrpSpPr>
          <p:cNvPr id="18" name="Group 17">
            <a:extLst>
              <a:ext uri="{FF2B5EF4-FFF2-40B4-BE49-F238E27FC236}">
                <a16:creationId xmlns:a16="http://schemas.microsoft.com/office/drawing/2014/main" id="{B8656DE9-B963-0AB7-B045-74DBBE672A11}"/>
              </a:ext>
            </a:extLst>
          </p:cNvPr>
          <p:cNvGrpSpPr/>
          <p:nvPr/>
        </p:nvGrpSpPr>
        <p:grpSpPr>
          <a:xfrm>
            <a:off x="4728799" y="3137166"/>
            <a:ext cx="3163487" cy="3163487"/>
            <a:chOff x="6331387" y="3115902"/>
            <a:chExt cx="3163487" cy="3163487"/>
          </a:xfrm>
        </p:grpSpPr>
        <p:pic>
          <p:nvPicPr>
            <p:cNvPr id="17" name="Graphic 16" descr="Address Book with solid fill">
              <a:extLst>
                <a:ext uri="{FF2B5EF4-FFF2-40B4-BE49-F238E27FC236}">
                  <a16:creationId xmlns:a16="http://schemas.microsoft.com/office/drawing/2014/main" id="{374D7195-1D91-395C-438D-B357602D783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31387" y="3115902"/>
              <a:ext cx="3163487" cy="3163487"/>
            </a:xfrm>
            <a:prstGeom prst="rect">
              <a:avLst/>
            </a:prstGeom>
          </p:spPr>
        </p:pic>
        <p:pic>
          <p:nvPicPr>
            <p:cNvPr id="15" name="Graphic 14" descr="Telephone with solid fill">
              <a:extLst>
                <a:ext uri="{FF2B5EF4-FFF2-40B4-BE49-F238E27FC236}">
                  <a16:creationId xmlns:a16="http://schemas.microsoft.com/office/drawing/2014/main" id="{0E0F624E-EE15-AC3F-5D5D-58528BED809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4017" y="5253460"/>
              <a:ext cx="569706" cy="569706"/>
            </a:xfrm>
            <a:prstGeom prst="rect">
              <a:avLst/>
            </a:prstGeom>
          </p:spPr>
        </p:pic>
      </p:grpSp>
      <p:pic>
        <p:nvPicPr>
          <p:cNvPr id="20" name="Graphic 19" descr="Question Mark with solid fill">
            <a:extLst>
              <a:ext uri="{FF2B5EF4-FFF2-40B4-BE49-F238E27FC236}">
                <a16:creationId xmlns:a16="http://schemas.microsoft.com/office/drawing/2014/main" id="{650CA694-70FE-4497-DB25-1ED4CD32CF5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94374" y="4197614"/>
            <a:ext cx="914400" cy="914400"/>
          </a:xfrm>
          <a:prstGeom prst="rect">
            <a:avLst/>
          </a:prstGeom>
        </p:spPr>
      </p:pic>
      <p:pic>
        <p:nvPicPr>
          <p:cNvPr id="3" name="Picture 2">
            <a:extLst>
              <a:ext uri="{FF2B5EF4-FFF2-40B4-BE49-F238E27FC236}">
                <a16:creationId xmlns:a16="http://schemas.microsoft.com/office/drawing/2014/main" id="{0A8F0B10-4548-076E-10C8-2BDEF7B2A1DE}"/>
              </a:ext>
            </a:extLst>
          </p:cNvPr>
          <p:cNvPicPr>
            <a:picLocks noChangeAspect="1"/>
          </p:cNvPicPr>
          <p:nvPr/>
        </p:nvPicPr>
        <p:blipFill>
          <a:blip r:embed="rId11">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5110E232-B35A-3FBC-21A4-A9D5D373E8D5}"/>
              </a:ext>
            </a:extLst>
          </p:cNvPr>
          <p:cNvPicPr>
            <a:picLocks noChangeAspect="1"/>
          </p:cNvPicPr>
          <p:nvPr/>
        </p:nvPicPr>
        <p:blipFill>
          <a:blip r:embed="rId12">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5559376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F7264-5EDA-9209-B2A4-56D823F65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9EA46-0ADB-5300-7694-C94781023869}"/>
              </a:ext>
            </a:extLst>
          </p:cNvPr>
          <p:cNvSpPr>
            <a:spLocks noGrp="1"/>
          </p:cNvSpPr>
          <p:nvPr>
            <p:ph type="title"/>
          </p:nvPr>
        </p:nvSpPr>
        <p:spPr/>
        <p:txBody>
          <a:bodyPr/>
          <a:lstStyle/>
          <a:p>
            <a:r>
              <a:rPr lang="en-GB" dirty="0"/>
              <a:t>Algorithms</a:t>
            </a:r>
          </a:p>
        </p:txBody>
      </p:sp>
      <p:grpSp>
        <p:nvGrpSpPr>
          <p:cNvPr id="18" name="Group 17">
            <a:extLst>
              <a:ext uri="{FF2B5EF4-FFF2-40B4-BE49-F238E27FC236}">
                <a16:creationId xmlns:a16="http://schemas.microsoft.com/office/drawing/2014/main" id="{AB8515E4-A0A8-C8F7-DEF7-F6DD8775E09E}"/>
              </a:ext>
            </a:extLst>
          </p:cNvPr>
          <p:cNvGrpSpPr/>
          <p:nvPr/>
        </p:nvGrpSpPr>
        <p:grpSpPr>
          <a:xfrm>
            <a:off x="6605380" y="1825625"/>
            <a:ext cx="3163487" cy="3163487"/>
            <a:chOff x="6331387" y="3115902"/>
            <a:chExt cx="3163487" cy="3163487"/>
          </a:xfrm>
        </p:grpSpPr>
        <p:pic>
          <p:nvPicPr>
            <p:cNvPr id="17" name="Graphic 16" descr="Address Book with solid fill">
              <a:extLst>
                <a:ext uri="{FF2B5EF4-FFF2-40B4-BE49-F238E27FC236}">
                  <a16:creationId xmlns:a16="http://schemas.microsoft.com/office/drawing/2014/main" id="{6B8F382B-3794-469B-76B5-1514FA6F91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1387" y="3115902"/>
              <a:ext cx="3163487" cy="3163487"/>
            </a:xfrm>
            <a:prstGeom prst="rect">
              <a:avLst/>
            </a:prstGeom>
          </p:spPr>
        </p:pic>
        <p:pic>
          <p:nvPicPr>
            <p:cNvPr id="15" name="Graphic 14" descr="Telephone with solid fill">
              <a:extLst>
                <a:ext uri="{FF2B5EF4-FFF2-40B4-BE49-F238E27FC236}">
                  <a16:creationId xmlns:a16="http://schemas.microsoft.com/office/drawing/2014/main" id="{416FE53C-42B0-9EFF-BFE0-AA0C4D068B1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4017" y="5253460"/>
              <a:ext cx="569706" cy="569706"/>
            </a:xfrm>
            <a:prstGeom prst="rect">
              <a:avLst/>
            </a:prstGeom>
          </p:spPr>
        </p:pic>
      </p:grpSp>
      <p:pic>
        <p:nvPicPr>
          <p:cNvPr id="20" name="Graphic 19" descr="Question Mark with solid fill">
            <a:extLst>
              <a:ext uri="{FF2B5EF4-FFF2-40B4-BE49-F238E27FC236}">
                <a16:creationId xmlns:a16="http://schemas.microsoft.com/office/drawing/2014/main" id="{5C9A6DA4-AE3F-ACC4-497D-1DE637316BE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51304" y="2950168"/>
            <a:ext cx="914400" cy="914400"/>
          </a:xfrm>
          <a:prstGeom prst="rect">
            <a:avLst/>
          </a:prstGeom>
        </p:spPr>
      </p:pic>
      <p:sp>
        <p:nvSpPr>
          <p:cNvPr id="4" name="Content Placeholder 3">
            <a:extLst>
              <a:ext uri="{FF2B5EF4-FFF2-40B4-BE49-F238E27FC236}">
                <a16:creationId xmlns:a16="http://schemas.microsoft.com/office/drawing/2014/main" id="{D2937705-0835-C40E-52D5-0C892A67D3CE}"/>
              </a:ext>
            </a:extLst>
          </p:cNvPr>
          <p:cNvSpPr>
            <a:spLocks noGrp="1"/>
          </p:cNvSpPr>
          <p:nvPr>
            <p:ph idx="1"/>
          </p:nvPr>
        </p:nvSpPr>
        <p:spPr>
          <a:xfrm>
            <a:off x="838200" y="1825625"/>
            <a:ext cx="5488172" cy="4351338"/>
          </a:xfrm>
        </p:spPr>
        <p:txBody>
          <a:bodyPr/>
          <a:lstStyle/>
          <a:p>
            <a:r>
              <a:rPr lang="en-GB" dirty="0"/>
              <a:t>One page at a time</a:t>
            </a:r>
          </a:p>
          <a:p>
            <a:r>
              <a:rPr lang="en-GB" dirty="0"/>
              <a:t>Two pages at a time</a:t>
            </a:r>
          </a:p>
          <a:p>
            <a:r>
              <a:rPr lang="en-GB" dirty="0"/>
              <a:t>Split the book in half and repeat…</a:t>
            </a:r>
          </a:p>
          <a:p>
            <a:pPr marL="0" indent="0">
              <a:buNone/>
            </a:pPr>
            <a:endParaRPr lang="en-GB" dirty="0"/>
          </a:p>
        </p:txBody>
      </p:sp>
      <p:pic>
        <p:nvPicPr>
          <p:cNvPr id="14" name="Picture 13">
            <a:extLst>
              <a:ext uri="{FF2B5EF4-FFF2-40B4-BE49-F238E27FC236}">
                <a16:creationId xmlns:a16="http://schemas.microsoft.com/office/drawing/2014/main" id="{7EE93E86-D948-EA45-64CA-B8B98EED1DDC}"/>
              </a:ext>
            </a:extLst>
          </p:cNvPr>
          <p:cNvPicPr>
            <a:picLocks noChangeAspect="1"/>
          </p:cNvPicPr>
          <p:nvPr/>
        </p:nvPicPr>
        <p:blipFill>
          <a:blip r:embed="rId9">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16" name="Picture 15">
            <a:extLst>
              <a:ext uri="{FF2B5EF4-FFF2-40B4-BE49-F238E27FC236}">
                <a16:creationId xmlns:a16="http://schemas.microsoft.com/office/drawing/2014/main" id="{1EAF8FE7-53D0-1102-AB58-9A2D87F71DB1}"/>
              </a:ext>
            </a:extLst>
          </p:cNvPr>
          <p:cNvPicPr>
            <a:picLocks noChangeAspect="1"/>
          </p:cNvPicPr>
          <p:nvPr/>
        </p:nvPicPr>
        <p:blipFill>
          <a:blip r:embed="rId10">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9253170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B808A-C216-5379-B0F1-6273E4FB3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1F585-8C2B-5DEB-49F3-B9D0A0572803}"/>
              </a:ext>
            </a:extLst>
          </p:cNvPr>
          <p:cNvSpPr>
            <a:spLocks noGrp="1"/>
          </p:cNvSpPr>
          <p:nvPr>
            <p:ph type="title"/>
          </p:nvPr>
        </p:nvSpPr>
        <p:spPr/>
        <p:txBody>
          <a:bodyPr/>
          <a:lstStyle/>
          <a:p>
            <a:r>
              <a:rPr lang="en-GB" dirty="0"/>
              <a:t>Algorithms</a:t>
            </a:r>
          </a:p>
        </p:txBody>
      </p:sp>
      <p:grpSp>
        <p:nvGrpSpPr>
          <p:cNvPr id="18" name="Group 17">
            <a:extLst>
              <a:ext uri="{FF2B5EF4-FFF2-40B4-BE49-F238E27FC236}">
                <a16:creationId xmlns:a16="http://schemas.microsoft.com/office/drawing/2014/main" id="{9A434C38-11B8-8D62-CD73-62149A8DB7D6}"/>
              </a:ext>
            </a:extLst>
          </p:cNvPr>
          <p:cNvGrpSpPr/>
          <p:nvPr/>
        </p:nvGrpSpPr>
        <p:grpSpPr>
          <a:xfrm>
            <a:off x="6605380" y="1825625"/>
            <a:ext cx="3163487" cy="3163487"/>
            <a:chOff x="6331387" y="3115902"/>
            <a:chExt cx="3163487" cy="3163487"/>
          </a:xfrm>
        </p:grpSpPr>
        <p:pic>
          <p:nvPicPr>
            <p:cNvPr id="17" name="Graphic 16" descr="Address Book with solid fill">
              <a:extLst>
                <a:ext uri="{FF2B5EF4-FFF2-40B4-BE49-F238E27FC236}">
                  <a16:creationId xmlns:a16="http://schemas.microsoft.com/office/drawing/2014/main" id="{4DC7F7DE-77FB-FBD7-9DC5-DD796C06D4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1387" y="3115902"/>
              <a:ext cx="3163487" cy="3163487"/>
            </a:xfrm>
            <a:prstGeom prst="rect">
              <a:avLst/>
            </a:prstGeom>
          </p:spPr>
        </p:pic>
        <p:pic>
          <p:nvPicPr>
            <p:cNvPr id="15" name="Graphic 14" descr="Telephone with solid fill">
              <a:extLst>
                <a:ext uri="{FF2B5EF4-FFF2-40B4-BE49-F238E27FC236}">
                  <a16:creationId xmlns:a16="http://schemas.microsoft.com/office/drawing/2014/main" id="{4B27DDE9-BF91-09E5-67F1-26FCE4E300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4017" y="5253460"/>
              <a:ext cx="569706" cy="569706"/>
            </a:xfrm>
            <a:prstGeom prst="rect">
              <a:avLst/>
            </a:prstGeom>
          </p:spPr>
        </p:pic>
      </p:grpSp>
      <p:pic>
        <p:nvPicPr>
          <p:cNvPr id="20" name="Graphic 19" descr="Question Mark with solid fill">
            <a:extLst>
              <a:ext uri="{FF2B5EF4-FFF2-40B4-BE49-F238E27FC236}">
                <a16:creationId xmlns:a16="http://schemas.microsoft.com/office/drawing/2014/main" id="{D5D843B6-D0AF-953D-5054-BEBEFAE8D4C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51304" y="2950168"/>
            <a:ext cx="914400" cy="914400"/>
          </a:xfrm>
          <a:prstGeom prst="rect">
            <a:avLst/>
          </a:prstGeom>
        </p:spPr>
      </p:pic>
      <p:sp>
        <p:nvSpPr>
          <p:cNvPr id="4" name="Content Placeholder 3">
            <a:extLst>
              <a:ext uri="{FF2B5EF4-FFF2-40B4-BE49-F238E27FC236}">
                <a16:creationId xmlns:a16="http://schemas.microsoft.com/office/drawing/2014/main" id="{5D03BCF4-7D7F-C4F5-3FC1-EC5A9144E01D}"/>
              </a:ext>
            </a:extLst>
          </p:cNvPr>
          <p:cNvSpPr>
            <a:spLocks noGrp="1"/>
          </p:cNvSpPr>
          <p:nvPr>
            <p:ph idx="1"/>
          </p:nvPr>
        </p:nvSpPr>
        <p:spPr>
          <a:xfrm>
            <a:off x="838200" y="1825625"/>
            <a:ext cx="5488172" cy="4351338"/>
          </a:xfrm>
        </p:spPr>
        <p:txBody>
          <a:bodyPr/>
          <a:lstStyle/>
          <a:p>
            <a:r>
              <a:rPr lang="en-GB" dirty="0"/>
              <a:t>One page at a time</a:t>
            </a:r>
          </a:p>
          <a:p>
            <a:r>
              <a:rPr lang="en-GB" dirty="0"/>
              <a:t>Two pages at a time</a:t>
            </a:r>
          </a:p>
          <a:p>
            <a:r>
              <a:rPr lang="en-GB" dirty="0"/>
              <a:t>Split the book in half and repeat…</a:t>
            </a:r>
          </a:p>
          <a:p>
            <a:endParaRPr lang="en-GB" dirty="0"/>
          </a:p>
          <a:p>
            <a:r>
              <a:rPr lang="en-GB" dirty="0"/>
              <a:t>Speed?</a:t>
            </a:r>
          </a:p>
        </p:txBody>
      </p:sp>
      <p:pic>
        <p:nvPicPr>
          <p:cNvPr id="3" name="Picture 2">
            <a:extLst>
              <a:ext uri="{FF2B5EF4-FFF2-40B4-BE49-F238E27FC236}">
                <a16:creationId xmlns:a16="http://schemas.microsoft.com/office/drawing/2014/main" id="{652D18A5-8EDB-51A1-BA74-21452E1B7EA6}"/>
              </a:ext>
            </a:extLst>
          </p:cNvPr>
          <p:cNvPicPr>
            <a:picLocks noChangeAspect="1"/>
          </p:cNvPicPr>
          <p:nvPr/>
        </p:nvPicPr>
        <p:blipFill>
          <a:blip r:embed="rId9">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7514BFEA-3BB4-91A2-5668-1E7A8B5AD31D}"/>
              </a:ext>
            </a:extLst>
          </p:cNvPr>
          <p:cNvPicPr>
            <a:picLocks noChangeAspect="1"/>
          </p:cNvPicPr>
          <p:nvPr/>
        </p:nvPicPr>
        <p:blipFill>
          <a:blip r:embed="rId10">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007240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D4ECC-525D-9796-8E29-166EF71EF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9C75F-88FC-AA42-3077-2F9B1182472A}"/>
              </a:ext>
            </a:extLst>
          </p:cNvPr>
          <p:cNvSpPr>
            <a:spLocks noGrp="1"/>
          </p:cNvSpPr>
          <p:nvPr>
            <p:ph type="title"/>
          </p:nvPr>
        </p:nvSpPr>
        <p:spPr/>
        <p:txBody>
          <a:bodyPr/>
          <a:lstStyle/>
          <a:p>
            <a:r>
              <a:rPr lang="en-GB" dirty="0"/>
              <a:t>Algorithms</a:t>
            </a:r>
          </a:p>
        </p:txBody>
      </p:sp>
      <p:grpSp>
        <p:nvGrpSpPr>
          <p:cNvPr id="29" name="Group 28">
            <a:extLst>
              <a:ext uri="{FF2B5EF4-FFF2-40B4-BE49-F238E27FC236}">
                <a16:creationId xmlns:a16="http://schemas.microsoft.com/office/drawing/2014/main" id="{3B1C5C9A-1EC1-D455-ECD2-847709B99B61}"/>
              </a:ext>
            </a:extLst>
          </p:cNvPr>
          <p:cNvGrpSpPr/>
          <p:nvPr/>
        </p:nvGrpSpPr>
        <p:grpSpPr>
          <a:xfrm>
            <a:off x="580049" y="2009553"/>
            <a:ext cx="9570500" cy="4483322"/>
            <a:chOff x="580049" y="2009553"/>
            <a:chExt cx="9570500" cy="4483322"/>
          </a:xfrm>
        </p:grpSpPr>
        <p:grpSp>
          <p:nvGrpSpPr>
            <p:cNvPr id="8" name="Group 7">
              <a:extLst>
                <a:ext uri="{FF2B5EF4-FFF2-40B4-BE49-F238E27FC236}">
                  <a16:creationId xmlns:a16="http://schemas.microsoft.com/office/drawing/2014/main" id="{199155A7-6390-FD5A-7B08-5B716C5EFACF}"/>
                </a:ext>
              </a:extLst>
            </p:cNvPr>
            <p:cNvGrpSpPr/>
            <p:nvPr/>
          </p:nvGrpSpPr>
          <p:grpSpPr>
            <a:xfrm>
              <a:off x="1169581" y="2009553"/>
              <a:ext cx="8980968" cy="3763926"/>
              <a:chOff x="1201478" y="1786269"/>
              <a:chExt cx="8980968" cy="3763926"/>
            </a:xfrm>
          </p:grpSpPr>
          <p:cxnSp>
            <p:nvCxnSpPr>
              <p:cNvPr id="5" name="Straight Connector 4">
                <a:extLst>
                  <a:ext uri="{FF2B5EF4-FFF2-40B4-BE49-F238E27FC236}">
                    <a16:creationId xmlns:a16="http://schemas.microsoft.com/office/drawing/2014/main" id="{43A93CFF-421F-5EBF-581D-2F6C44303587}"/>
                  </a:ext>
                </a:extLst>
              </p:cNvPr>
              <p:cNvCxnSpPr>
                <a:cxnSpLocks/>
              </p:cNvCxnSpPr>
              <p:nvPr/>
            </p:nvCxnSpPr>
            <p:spPr>
              <a:xfrm>
                <a:off x="1222744" y="1786269"/>
                <a:ext cx="0" cy="3763926"/>
              </a:xfrm>
              <a:prstGeom prst="line">
                <a:avLst/>
              </a:prstGeom>
              <a:ln w="57150">
                <a:solidFill>
                  <a:schemeClr val="tx1"/>
                </a:solidFill>
              </a:ln>
            </p:spPr>
            <p:style>
              <a:lnRef idx="2">
                <a:schemeClr val="accent4"/>
              </a:lnRef>
              <a:fillRef idx="0">
                <a:schemeClr val="accent4"/>
              </a:fillRef>
              <a:effectRef idx="1">
                <a:schemeClr val="accent4"/>
              </a:effectRef>
              <a:fontRef idx="minor">
                <a:schemeClr val="tx1"/>
              </a:fontRef>
            </p:style>
          </p:cxnSp>
          <p:cxnSp>
            <p:nvCxnSpPr>
              <p:cNvPr id="6" name="Straight Connector 5">
                <a:extLst>
                  <a:ext uri="{FF2B5EF4-FFF2-40B4-BE49-F238E27FC236}">
                    <a16:creationId xmlns:a16="http://schemas.microsoft.com/office/drawing/2014/main" id="{9C50AAA1-7F72-B6FC-B7C3-6ED8307E6834}"/>
                  </a:ext>
                </a:extLst>
              </p:cNvPr>
              <p:cNvCxnSpPr>
                <a:cxnSpLocks/>
              </p:cNvCxnSpPr>
              <p:nvPr/>
            </p:nvCxnSpPr>
            <p:spPr>
              <a:xfrm flipH="1">
                <a:off x="1201478" y="5543106"/>
                <a:ext cx="8980968" cy="0"/>
              </a:xfrm>
              <a:prstGeom prst="line">
                <a:avLst/>
              </a:prstGeom>
              <a:ln w="57150">
                <a:solidFill>
                  <a:schemeClr val="tx1"/>
                </a:solidFill>
              </a:ln>
            </p:spPr>
            <p:style>
              <a:lnRef idx="2">
                <a:schemeClr val="accent4"/>
              </a:lnRef>
              <a:fillRef idx="0">
                <a:schemeClr val="accent4"/>
              </a:fillRef>
              <a:effectRef idx="1">
                <a:schemeClr val="accent4"/>
              </a:effectRef>
              <a:fontRef idx="minor">
                <a:schemeClr val="tx1"/>
              </a:fontRef>
            </p:style>
          </p:cxnSp>
        </p:grpSp>
        <p:sp>
          <p:nvSpPr>
            <p:cNvPr id="10" name="TextBox 9">
              <a:extLst>
                <a:ext uri="{FF2B5EF4-FFF2-40B4-BE49-F238E27FC236}">
                  <a16:creationId xmlns:a16="http://schemas.microsoft.com/office/drawing/2014/main" id="{06B1209B-FEDB-EFE3-2486-1B4E67239FF3}"/>
                </a:ext>
              </a:extLst>
            </p:cNvPr>
            <p:cNvSpPr txBox="1"/>
            <p:nvPr/>
          </p:nvSpPr>
          <p:spPr>
            <a:xfrm rot="16200000">
              <a:off x="-326802" y="3660684"/>
              <a:ext cx="2275367" cy="461665"/>
            </a:xfrm>
            <a:prstGeom prst="rect">
              <a:avLst/>
            </a:prstGeom>
            <a:noFill/>
          </p:spPr>
          <p:txBody>
            <a:bodyPr wrap="square" rtlCol="0">
              <a:spAutoFit/>
            </a:bodyPr>
            <a:lstStyle/>
            <a:p>
              <a:pPr algn="ctr"/>
              <a:r>
                <a:rPr lang="en-GB" sz="2400" dirty="0"/>
                <a:t>Time to solve</a:t>
              </a:r>
            </a:p>
          </p:txBody>
        </p:sp>
        <p:sp>
          <p:nvSpPr>
            <p:cNvPr id="11" name="TextBox 10">
              <a:extLst>
                <a:ext uri="{FF2B5EF4-FFF2-40B4-BE49-F238E27FC236}">
                  <a16:creationId xmlns:a16="http://schemas.microsoft.com/office/drawing/2014/main" id="{2EF3DC0A-D91E-7E4F-EC76-7BF842703FCB}"/>
                </a:ext>
              </a:extLst>
            </p:cNvPr>
            <p:cNvSpPr txBox="1"/>
            <p:nvPr/>
          </p:nvSpPr>
          <p:spPr>
            <a:xfrm>
              <a:off x="4542964" y="6031210"/>
              <a:ext cx="2234201" cy="461665"/>
            </a:xfrm>
            <a:prstGeom prst="rect">
              <a:avLst/>
            </a:prstGeom>
            <a:noFill/>
          </p:spPr>
          <p:txBody>
            <a:bodyPr wrap="none" rtlCol="0">
              <a:spAutoFit/>
            </a:bodyPr>
            <a:lstStyle/>
            <a:p>
              <a:r>
                <a:rPr lang="en-GB" sz="2400" dirty="0"/>
                <a:t>Size of Problem</a:t>
              </a:r>
            </a:p>
          </p:txBody>
        </p:sp>
      </p:grpSp>
      <p:grpSp>
        <p:nvGrpSpPr>
          <p:cNvPr id="3" name="Group 2">
            <a:extLst>
              <a:ext uri="{FF2B5EF4-FFF2-40B4-BE49-F238E27FC236}">
                <a16:creationId xmlns:a16="http://schemas.microsoft.com/office/drawing/2014/main" id="{11054BB8-B919-D1D1-8743-AE1643674705}"/>
              </a:ext>
            </a:extLst>
          </p:cNvPr>
          <p:cNvGrpSpPr/>
          <p:nvPr/>
        </p:nvGrpSpPr>
        <p:grpSpPr>
          <a:xfrm>
            <a:off x="9367287" y="312346"/>
            <a:ext cx="1650974" cy="1686122"/>
            <a:chOff x="6331387" y="3115902"/>
            <a:chExt cx="3163487" cy="3163487"/>
          </a:xfrm>
        </p:grpSpPr>
        <p:pic>
          <p:nvPicPr>
            <p:cNvPr id="4" name="Graphic 3" descr="Address Book with solid fill">
              <a:extLst>
                <a:ext uri="{FF2B5EF4-FFF2-40B4-BE49-F238E27FC236}">
                  <a16:creationId xmlns:a16="http://schemas.microsoft.com/office/drawing/2014/main" id="{EAE6ACD0-0E8D-5152-0DEC-119A0B28DF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31387" y="3115902"/>
              <a:ext cx="3163487" cy="3163487"/>
            </a:xfrm>
            <a:prstGeom prst="rect">
              <a:avLst/>
            </a:prstGeom>
          </p:spPr>
        </p:pic>
        <p:pic>
          <p:nvPicPr>
            <p:cNvPr id="7" name="Graphic 6" descr="Telephone with solid fill">
              <a:extLst>
                <a:ext uri="{FF2B5EF4-FFF2-40B4-BE49-F238E27FC236}">
                  <a16:creationId xmlns:a16="http://schemas.microsoft.com/office/drawing/2014/main" id="{84DACC6E-7959-AD25-0BFE-7DAE9C2C42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34017" y="5253460"/>
              <a:ext cx="569706" cy="569706"/>
            </a:xfrm>
            <a:prstGeom prst="rect">
              <a:avLst/>
            </a:prstGeom>
          </p:spPr>
        </p:pic>
      </p:grpSp>
      <p:pic>
        <p:nvPicPr>
          <p:cNvPr id="9" name="Graphic 8" descr="Question Mark with solid fill">
            <a:extLst>
              <a:ext uri="{FF2B5EF4-FFF2-40B4-BE49-F238E27FC236}">
                <a16:creationId xmlns:a16="http://schemas.microsoft.com/office/drawing/2014/main" id="{6C88023A-2B23-803C-E3A1-0B5EB9061F7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900452" y="845416"/>
            <a:ext cx="492576" cy="492576"/>
          </a:xfrm>
          <a:prstGeom prst="rect">
            <a:avLst/>
          </a:prstGeom>
        </p:spPr>
      </p:pic>
      <p:pic>
        <p:nvPicPr>
          <p:cNvPr id="12" name="Picture 11">
            <a:extLst>
              <a:ext uri="{FF2B5EF4-FFF2-40B4-BE49-F238E27FC236}">
                <a16:creationId xmlns:a16="http://schemas.microsoft.com/office/drawing/2014/main" id="{761BBF1F-9893-7DD8-246A-1C9C3DE2F927}"/>
              </a:ext>
            </a:extLst>
          </p:cNvPr>
          <p:cNvPicPr>
            <a:picLocks noChangeAspect="1"/>
          </p:cNvPicPr>
          <p:nvPr/>
        </p:nvPicPr>
        <p:blipFill>
          <a:blip r:embed="rId8">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14" name="Picture 13">
            <a:extLst>
              <a:ext uri="{FF2B5EF4-FFF2-40B4-BE49-F238E27FC236}">
                <a16:creationId xmlns:a16="http://schemas.microsoft.com/office/drawing/2014/main" id="{E6567A8F-2E81-E16C-DE6C-65F349C8C690}"/>
              </a:ext>
            </a:extLst>
          </p:cNvPr>
          <p:cNvPicPr>
            <a:picLocks noChangeAspect="1"/>
          </p:cNvPicPr>
          <p:nvPr/>
        </p:nvPicPr>
        <p:blipFill>
          <a:blip r:embed="rId9">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6412205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B51CE-9507-8265-DE55-7B24E0B92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306A0-54FB-3F84-C8EC-F23AF3E40E49}"/>
              </a:ext>
            </a:extLst>
          </p:cNvPr>
          <p:cNvSpPr>
            <a:spLocks noGrp="1"/>
          </p:cNvSpPr>
          <p:nvPr>
            <p:ph type="title"/>
          </p:nvPr>
        </p:nvSpPr>
        <p:spPr/>
        <p:txBody>
          <a:bodyPr/>
          <a:lstStyle/>
          <a:p>
            <a:r>
              <a:rPr lang="en-GB" dirty="0"/>
              <a:t>Algorithms</a:t>
            </a:r>
          </a:p>
        </p:txBody>
      </p:sp>
      <p:grpSp>
        <p:nvGrpSpPr>
          <p:cNvPr id="29" name="Group 28">
            <a:extLst>
              <a:ext uri="{FF2B5EF4-FFF2-40B4-BE49-F238E27FC236}">
                <a16:creationId xmlns:a16="http://schemas.microsoft.com/office/drawing/2014/main" id="{38E1B944-5D83-16EC-F3A6-31B53C84C589}"/>
              </a:ext>
            </a:extLst>
          </p:cNvPr>
          <p:cNvGrpSpPr/>
          <p:nvPr/>
        </p:nvGrpSpPr>
        <p:grpSpPr>
          <a:xfrm>
            <a:off x="580049" y="1326899"/>
            <a:ext cx="9570500" cy="5165976"/>
            <a:chOff x="580049" y="1326899"/>
            <a:chExt cx="9570500" cy="5165976"/>
          </a:xfrm>
        </p:grpSpPr>
        <p:grpSp>
          <p:nvGrpSpPr>
            <p:cNvPr id="8" name="Group 7">
              <a:extLst>
                <a:ext uri="{FF2B5EF4-FFF2-40B4-BE49-F238E27FC236}">
                  <a16:creationId xmlns:a16="http://schemas.microsoft.com/office/drawing/2014/main" id="{CB3B5FFF-FB0F-6C85-EA23-DE3074D8F953}"/>
                </a:ext>
              </a:extLst>
            </p:cNvPr>
            <p:cNvGrpSpPr/>
            <p:nvPr/>
          </p:nvGrpSpPr>
          <p:grpSpPr>
            <a:xfrm>
              <a:off x="1169581" y="2009553"/>
              <a:ext cx="8980968" cy="3763926"/>
              <a:chOff x="1201478" y="1786269"/>
              <a:chExt cx="8980968" cy="3763926"/>
            </a:xfrm>
          </p:grpSpPr>
          <p:cxnSp>
            <p:nvCxnSpPr>
              <p:cNvPr id="5" name="Straight Connector 4">
                <a:extLst>
                  <a:ext uri="{FF2B5EF4-FFF2-40B4-BE49-F238E27FC236}">
                    <a16:creationId xmlns:a16="http://schemas.microsoft.com/office/drawing/2014/main" id="{CBA76561-562B-A195-933D-19081D734848}"/>
                  </a:ext>
                </a:extLst>
              </p:cNvPr>
              <p:cNvCxnSpPr>
                <a:cxnSpLocks/>
              </p:cNvCxnSpPr>
              <p:nvPr/>
            </p:nvCxnSpPr>
            <p:spPr>
              <a:xfrm>
                <a:off x="1222744" y="1786269"/>
                <a:ext cx="0" cy="3763926"/>
              </a:xfrm>
              <a:prstGeom prst="line">
                <a:avLst/>
              </a:prstGeom>
              <a:ln w="57150">
                <a:solidFill>
                  <a:schemeClr val="tx1"/>
                </a:solidFill>
              </a:ln>
            </p:spPr>
            <p:style>
              <a:lnRef idx="2">
                <a:schemeClr val="accent4"/>
              </a:lnRef>
              <a:fillRef idx="0">
                <a:schemeClr val="accent4"/>
              </a:fillRef>
              <a:effectRef idx="1">
                <a:schemeClr val="accent4"/>
              </a:effectRef>
              <a:fontRef idx="minor">
                <a:schemeClr val="tx1"/>
              </a:fontRef>
            </p:style>
          </p:cxnSp>
          <p:cxnSp>
            <p:nvCxnSpPr>
              <p:cNvPr id="6" name="Straight Connector 5">
                <a:extLst>
                  <a:ext uri="{FF2B5EF4-FFF2-40B4-BE49-F238E27FC236}">
                    <a16:creationId xmlns:a16="http://schemas.microsoft.com/office/drawing/2014/main" id="{E2575B76-8D18-EC12-EF20-37AA16CE8FC0}"/>
                  </a:ext>
                </a:extLst>
              </p:cNvPr>
              <p:cNvCxnSpPr>
                <a:cxnSpLocks/>
              </p:cNvCxnSpPr>
              <p:nvPr/>
            </p:nvCxnSpPr>
            <p:spPr>
              <a:xfrm flipH="1">
                <a:off x="1201478" y="5543106"/>
                <a:ext cx="8980968" cy="0"/>
              </a:xfrm>
              <a:prstGeom prst="line">
                <a:avLst/>
              </a:prstGeom>
              <a:ln w="57150">
                <a:solidFill>
                  <a:schemeClr val="tx1"/>
                </a:solidFill>
              </a:ln>
            </p:spPr>
            <p:style>
              <a:lnRef idx="2">
                <a:schemeClr val="accent4"/>
              </a:lnRef>
              <a:fillRef idx="0">
                <a:schemeClr val="accent4"/>
              </a:fillRef>
              <a:effectRef idx="1">
                <a:schemeClr val="accent4"/>
              </a:effectRef>
              <a:fontRef idx="minor">
                <a:schemeClr val="tx1"/>
              </a:fontRef>
            </p:style>
          </p:cxnSp>
        </p:grpSp>
        <p:sp>
          <p:nvSpPr>
            <p:cNvPr id="10" name="TextBox 9">
              <a:extLst>
                <a:ext uri="{FF2B5EF4-FFF2-40B4-BE49-F238E27FC236}">
                  <a16:creationId xmlns:a16="http://schemas.microsoft.com/office/drawing/2014/main" id="{D39D376F-6519-6B17-6F9B-71075A333F05}"/>
                </a:ext>
              </a:extLst>
            </p:cNvPr>
            <p:cNvSpPr txBox="1"/>
            <p:nvPr/>
          </p:nvSpPr>
          <p:spPr>
            <a:xfrm rot="16200000">
              <a:off x="-326802" y="3660684"/>
              <a:ext cx="2275367" cy="461665"/>
            </a:xfrm>
            <a:prstGeom prst="rect">
              <a:avLst/>
            </a:prstGeom>
            <a:noFill/>
          </p:spPr>
          <p:txBody>
            <a:bodyPr wrap="square" rtlCol="0">
              <a:spAutoFit/>
            </a:bodyPr>
            <a:lstStyle/>
            <a:p>
              <a:pPr algn="ctr"/>
              <a:r>
                <a:rPr lang="en-GB" sz="2400" dirty="0"/>
                <a:t>Time to solve</a:t>
              </a:r>
            </a:p>
          </p:txBody>
        </p:sp>
        <p:sp>
          <p:nvSpPr>
            <p:cNvPr id="11" name="TextBox 10">
              <a:extLst>
                <a:ext uri="{FF2B5EF4-FFF2-40B4-BE49-F238E27FC236}">
                  <a16:creationId xmlns:a16="http://schemas.microsoft.com/office/drawing/2014/main" id="{40F51420-7C0E-E059-DF79-D2AFAF9C2279}"/>
                </a:ext>
              </a:extLst>
            </p:cNvPr>
            <p:cNvSpPr txBox="1"/>
            <p:nvPr/>
          </p:nvSpPr>
          <p:spPr>
            <a:xfrm>
              <a:off x="4542964" y="6031210"/>
              <a:ext cx="2234201" cy="461665"/>
            </a:xfrm>
            <a:prstGeom prst="rect">
              <a:avLst/>
            </a:prstGeom>
            <a:noFill/>
          </p:spPr>
          <p:txBody>
            <a:bodyPr wrap="none" rtlCol="0">
              <a:spAutoFit/>
            </a:bodyPr>
            <a:lstStyle/>
            <a:p>
              <a:r>
                <a:rPr lang="en-GB" sz="2400" dirty="0"/>
                <a:t>Size of Problem</a:t>
              </a:r>
            </a:p>
          </p:txBody>
        </p:sp>
        <p:cxnSp>
          <p:nvCxnSpPr>
            <p:cNvPr id="13" name="Straight Connector 12">
              <a:extLst>
                <a:ext uri="{FF2B5EF4-FFF2-40B4-BE49-F238E27FC236}">
                  <a16:creationId xmlns:a16="http://schemas.microsoft.com/office/drawing/2014/main" id="{C55C3BB4-74C4-A195-8118-44ECFE6C532F}"/>
                </a:ext>
              </a:extLst>
            </p:cNvPr>
            <p:cNvCxnSpPr>
              <a:cxnSpLocks/>
            </p:cNvCxnSpPr>
            <p:nvPr/>
          </p:nvCxnSpPr>
          <p:spPr>
            <a:xfrm flipV="1">
              <a:off x="1169581" y="2009551"/>
              <a:ext cx="834676" cy="3756839"/>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838EA058-88D4-F917-0CAF-C3C13016DD82}"/>
                </a:ext>
              </a:extLst>
            </p:cNvPr>
            <p:cNvSpPr txBox="1"/>
            <p:nvPr/>
          </p:nvSpPr>
          <p:spPr>
            <a:xfrm>
              <a:off x="1813339" y="1326899"/>
              <a:ext cx="381836" cy="523220"/>
            </a:xfrm>
            <a:prstGeom prst="rect">
              <a:avLst/>
            </a:prstGeom>
            <a:noFill/>
          </p:spPr>
          <p:txBody>
            <a:bodyPr wrap="none" rtlCol="0">
              <a:spAutoFit/>
            </a:bodyPr>
            <a:lstStyle/>
            <a:p>
              <a:r>
                <a:rPr lang="en-GB" sz="2800" i="1" dirty="0"/>
                <a:t>n</a:t>
              </a:r>
            </a:p>
          </p:txBody>
        </p:sp>
      </p:grpSp>
      <p:grpSp>
        <p:nvGrpSpPr>
          <p:cNvPr id="3" name="Group 2">
            <a:extLst>
              <a:ext uri="{FF2B5EF4-FFF2-40B4-BE49-F238E27FC236}">
                <a16:creationId xmlns:a16="http://schemas.microsoft.com/office/drawing/2014/main" id="{F49F2718-E8F2-331F-FB07-10C942D5DDDA}"/>
              </a:ext>
            </a:extLst>
          </p:cNvPr>
          <p:cNvGrpSpPr/>
          <p:nvPr/>
        </p:nvGrpSpPr>
        <p:grpSpPr>
          <a:xfrm>
            <a:off x="9367287" y="312346"/>
            <a:ext cx="1650974" cy="1686122"/>
            <a:chOff x="6331387" y="3115902"/>
            <a:chExt cx="3163487" cy="3163487"/>
          </a:xfrm>
        </p:grpSpPr>
        <p:pic>
          <p:nvPicPr>
            <p:cNvPr id="4" name="Graphic 3" descr="Address Book with solid fill">
              <a:extLst>
                <a:ext uri="{FF2B5EF4-FFF2-40B4-BE49-F238E27FC236}">
                  <a16:creationId xmlns:a16="http://schemas.microsoft.com/office/drawing/2014/main" id="{8EDA2EC7-75B0-AF0B-A91E-63C8514FA8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1387" y="3115902"/>
              <a:ext cx="3163487" cy="3163487"/>
            </a:xfrm>
            <a:prstGeom prst="rect">
              <a:avLst/>
            </a:prstGeom>
          </p:spPr>
        </p:pic>
        <p:pic>
          <p:nvPicPr>
            <p:cNvPr id="7" name="Graphic 6" descr="Telephone with solid fill">
              <a:extLst>
                <a:ext uri="{FF2B5EF4-FFF2-40B4-BE49-F238E27FC236}">
                  <a16:creationId xmlns:a16="http://schemas.microsoft.com/office/drawing/2014/main" id="{F3B6103B-CE34-C02A-2326-6800AA0071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4017" y="5253460"/>
              <a:ext cx="569706" cy="569706"/>
            </a:xfrm>
            <a:prstGeom prst="rect">
              <a:avLst/>
            </a:prstGeom>
          </p:spPr>
        </p:pic>
      </p:grpSp>
      <p:pic>
        <p:nvPicPr>
          <p:cNvPr id="9" name="Graphic 8" descr="Question Mark with solid fill">
            <a:extLst>
              <a:ext uri="{FF2B5EF4-FFF2-40B4-BE49-F238E27FC236}">
                <a16:creationId xmlns:a16="http://schemas.microsoft.com/office/drawing/2014/main" id="{1724E10A-609D-B78B-5DB8-46FE53D7DEC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00452" y="845416"/>
            <a:ext cx="492576" cy="492576"/>
          </a:xfrm>
          <a:prstGeom prst="rect">
            <a:avLst/>
          </a:prstGeom>
        </p:spPr>
      </p:pic>
      <p:pic>
        <p:nvPicPr>
          <p:cNvPr id="12" name="Picture 11">
            <a:extLst>
              <a:ext uri="{FF2B5EF4-FFF2-40B4-BE49-F238E27FC236}">
                <a16:creationId xmlns:a16="http://schemas.microsoft.com/office/drawing/2014/main" id="{41E01508-CD1F-E0C6-7340-A89957BCED85}"/>
              </a:ext>
            </a:extLst>
          </p:cNvPr>
          <p:cNvPicPr>
            <a:picLocks noChangeAspect="1"/>
          </p:cNvPicPr>
          <p:nvPr/>
        </p:nvPicPr>
        <p:blipFill>
          <a:blip r:embed="rId9">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15" name="Picture 14">
            <a:extLst>
              <a:ext uri="{FF2B5EF4-FFF2-40B4-BE49-F238E27FC236}">
                <a16:creationId xmlns:a16="http://schemas.microsoft.com/office/drawing/2014/main" id="{1011149A-1BBA-8237-04B5-CCC704CA553F}"/>
              </a:ext>
            </a:extLst>
          </p:cNvPr>
          <p:cNvPicPr>
            <a:picLocks noChangeAspect="1"/>
          </p:cNvPicPr>
          <p:nvPr/>
        </p:nvPicPr>
        <p:blipFill>
          <a:blip r:embed="rId10">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0654914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BDF22-3459-028D-3FD5-5B818044E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6E213-37B9-7904-3EA9-3EBFD9C0346E}"/>
              </a:ext>
            </a:extLst>
          </p:cNvPr>
          <p:cNvSpPr>
            <a:spLocks noGrp="1"/>
          </p:cNvSpPr>
          <p:nvPr>
            <p:ph type="title"/>
          </p:nvPr>
        </p:nvSpPr>
        <p:spPr/>
        <p:txBody>
          <a:bodyPr/>
          <a:lstStyle/>
          <a:p>
            <a:r>
              <a:rPr lang="en-GB" dirty="0"/>
              <a:t>Algorithms</a:t>
            </a:r>
          </a:p>
        </p:txBody>
      </p:sp>
      <p:grpSp>
        <p:nvGrpSpPr>
          <p:cNvPr id="29" name="Group 28">
            <a:extLst>
              <a:ext uri="{FF2B5EF4-FFF2-40B4-BE49-F238E27FC236}">
                <a16:creationId xmlns:a16="http://schemas.microsoft.com/office/drawing/2014/main" id="{7D0CE0E9-9340-A6BB-3150-4548910A6878}"/>
              </a:ext>
            </a:extLst>
          </p:cNvPr>
          <p:cNvGrpSpPr/>
          <p:nvPr/>
        </p:nvGrpSpPr>
        <p:grpSpPr>
          <a:xfrm>
            <a:off x="580049" y="1326899"/>
            <a:ext cx="9570500" cy="5165976"/>
            <a:chOff x="580049" y="1326899"/>
            <a:chExt cx="9570500" cy="5165976"/>
          </a:xfrm>
        </p:grpSpPr>
        <p:grpSp>
          <p:nvGrpSpPr>
            <p:cNvPr id="8" name="Group 7">
              <a:extLst>
                <a:ext uri="{FF2B5EF4-FFF2-40B4-BE49-F238E27FC236}">
                  <a16:creationId xmlns:a16="http://schemas.microsoft.com/office/drawing/2014/main" id="{D206DC0A-9AB6-F9C6-59C6-A8F78B173B04}"/>
                </a:ext>
              </a:extLst>
            </p:cNvPr>
            <p:cNvGrpSpPr/>
            <p:nvPr/>
          </p:nvGrpSpPr>
          <p:grpSpPr>
            <a:xfrm>
              <a:off x="1169581" y="2009553"/>
              <a:ext cx="8980968" cy="3763926"/>
              <a:chOff x="1201478" y="1786269"/>
              <a:chExt cx="8980968" cy="3763926"/>
            </a:xfrm>
          </p:grpSpPr>
          <p:cxnSp>
            <p:nvCxnSpPr>
              <p:cNvPr id="5" name="Straight Connector 4">
                <a:extLst>
                  <a:ext uri="{FF2B5EF4-FFF2-40B4-BE49-F238E27FC236}">
                    <a16:creationId xmlns:a16="http://schemas.microsoft.com/office/drawing/2014/main" id="{BE367BE5-8166-7785-4ECB-38BB55CA1BC1}"/>
                  </a:ext>
                </a:extLst>
              </p:cNvPr>
              <p:cNvCxnSpPr>
                <a:cxnSpLocks/>
              </p:cNvCxnSpPr>
              <p:nvPr/>
            </p:nvCxnSpPr>
            <p:spPr>
              <a:xfrm>
                <a:off x="1222744" y="1786269"/>
                <a:ext cx="0" cy="3763926"/>
              </a:xfrm>
              <a:prstGeom prst="line">
                <a:avLst/>
              </a:prstGeom>
              <a:ln w="57150">
                <a:solidFill>
                  <a:schemeClr val="tx1"/>
                </a:solidFill>
              </a:ln>
            </p:spPr>
            <p:style>
              <a:lnRef idx="2">
                <a:schemeClr val="accent4"/>
              </a:lnRef>
              <a:fillRef idx="0">
                <a:schemeClr val="accent4"/>
              </a:fillRef>
              <a:effectRef idx="1">
                <a:schemeClr val="accent4"/>
              </a:effectRef>
              <a:fontRef idx="minor">
                <a:schemeClr val="tx1"/>
              </a:fontRef>
            </p:style>
          </p:cxnSp>
          <p:cxnSp>
            <p:nvCxnSpPr>
              <p:cNvPr id="6" name="Straight Connector 5">
                <a:extLst>
                  <a:ext uri="{FF2B5EF4-FFF2-40B4-BE49-F238E27FC236}">
                    <a16:creationId xmlns:a16="http://schemas.microsoft.com/office/drawing/2014/main" id="{3F9EF592-5F07-3D25-EFC0-93CCCEB09295}"/>
                  </a:ext>
                </a:extLst>
              </p:cNvPr>
              <p:cNvCxnSpPr>
                <a:cxnSpLocks/>
              </p:cNvCxnSpPr>
              <p:nvPr/>
            </p:nvCxnSpPr>
            <p:spPr>
              <a:xfrm flipH="1">
                <a:off x="1201478" y="5543106"/>
                <a:ext cx="8980968" cy="0"/>
              </a:xfrm>
              <a:prstGeom prst="line">
                <a:avLst/>
              </a:prstGeom>
              <a:ln w="57150">
                <a:solidFill>
                  <a:schemeClr val="tx1"/>
                </a:solidFill>
              </a:ln>
            </p:spPr>
            <p:style>
              <a:lnRef idx="2">
                <a:schemeClr val="accent4"/>
              </a:lnRef>
              <a:fillRef idx="0">
                <a:schemeClr val="accent4"/>
              </a:fillRef>
              <a:effectRef idx="1">
                <a:schemeClr val="accent4"/>
              </a:effectRef>
              <a:fontRef idx="minor">
                <a:schemeClr val="tx1"/>
              </a:fontRef>
            </p:style>
          </p:cxnSp>
        </p:grpSp>
        <p:sp>
          <p:nvSpPr>
            <p:cNvPr id="10" name="TextBox 9">
              <a:extLst>
                <a:ext uri="{FF2B5EF4-FFF2-40B4-BE49-F238E27FC236}">
                  <a16:creationId xmlns:a16="http://schemas.microsoft.com/office/drawing/2014/main" id="{9E824466-1EBA-244A-CBFD-3345BA932C59}"/>
                </a:ext>
              </a:extLst>
            </p:cNvPr>
            <p:cNvSpPr txBox="1"/>
            <p:nvPr/>
          </p:nvSpPr>
          <p:spPr>
            <a:xfrm rot="16200000">
              <a:off x="-326802" y="3660684"/>
              <a:ext cx="2275367" cy="461665"/>
            </a:xfrm>
            <a:prstGeom prst="rect">
              <a:avLst/>
            </a:prstGeom>
            <a:noFill/>
          </p:spPr>
          <p:txBody>
            <a:bodyPr wrap="square" rtlCol="0">
              <a:spAutoFit/>
            </a:bodyPr>
            <a:lstStyle/>
            <a:p>
              <a:pPr algn="ctr"/>
              <a:r>
                <a:rPr lang="en-GB" sz="2400" dirty="0"/>
                <a:t>Time to solve</a:t>
              </a:r>
            </a:p>
          </p:txBody>
        </p:sp>
        <p:sp>
          <p:nvSpPr>
            <p:cNvPr id="11" name="TextBox 10">
              <a:extLst>
                <a:ext uri="{FF2B5EF4-FFF2-40B4-BE49-F238E27FC236}">
                  <a16:creationId xmlns:a16="http://schemas.microsoft.com/office/drawing/2014/main" id="{7DE853A3-7B7B-7B0C-6E93-10E060EF82D9}"/>
                </a:ext>
              </a:extLst>
            </p:cNvPr>
            <p:cNvSpPr txBox="1"/>
            <p:nvPr/>
          </p:nvSpPr>
          <p:spPr>
            <a:xfrm>
              <a:off x="4542964" y="6031210"/>
              <a:ext cx="2234201" cy="461665"/>
            </a:xfrm>
            <a:prstGeom prst="rect">
              <a:avLst/>
            </a:prstGeom>
            <a:noFill/>
          </p:spPr>
          <p:txBody>
            <a:bodyPr wrap="none" rtlCol="0">
              <a:spAutoFit/>
            </a:bodyPr>
            <a:lstStyle/>
            <a:p>
              <a:r>
                <a:rPr lang="en-GB" sz="2400" dirty="0"/>
                <a:t>Size of Problem</a:t>
              </a:r>
            </a:p>
          </p:txBody>
        </p:sp>
        <p:cxnSp>
          <p:nvCxnSpPr>
            <p:cNvPr id="13" name="Straight Connector 12">
              <a:extLst>
                <a:ext uri="{FF2B5EF4-FFF2-40B4-BE49-F238E27FC236}">
                  <a16:creationId xmlns:a16="http://schemas.microsoft.com/office/drawing/2014/main" id="{AA5F295D-8302-8210-3D59-33E5B39A9950}"/>
                </a:ext>
              </a:extLst>
            </p:cNvPr>
            <p:cNvCxnSpPr>
              <a:cxnSpLocks/>
            </p:cNvCxnSpPr>
            <p:nvPr/>
          </p:nvCxnSpPr>
          <p:spPr>
            <a:xfrm flipV="1">
              <a:off x="1169581" y="2009551"/>
              <a:ext cx="834676" cy="3756839"/>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F892266-ED1E-3FD1-98AE-B75552C72B39}"/>
                </a:ext>
              </a:extLst>
            </p:cNvPr>
            <p:cNvCxnSpPr>
              <a:cxnSpLocks/>
            </p:cNvCxnSpPr>
            <p:nvPr/>
          </p:nvCxnSpPr>
          <p:spPr>
            <a:xfrm flipV="1">
              <a:off x="1190847" y="2009552"/>
              <a:ext cx="1626820" cy="3763927"/>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1966F297-1381-3CB4-2BB2-DD9576FBC2C0}"/>
                </a:ext>
              </a:extLst>
            </p:cNvPr>
            <p:cNvSpPr txBox="1"/>
            <p:nvPr/>
          </p:nvSpPr>
          <p:spPr>
            <a:xfrm>
              <a:off x="1813339" y="1326899"/>
              <a:ext cx="381836" cy="523220"/>
            </a:xfrm>
            <a:prstGeom prst="rect">
              <a:avLst/>
            </a:prstGeom>
            <a:noFill/>
          </p:spPr>
          <p:txBody>
            <a:bodyPr wrap="none" rtlCol="0">
              <a:spAutoFit/>
            </a:bodyPr>
            <a:lstStyle/>
            <a:p>
              <a:r>
                <a:rPr lang="en-GB" sz="2800" i="1" dirty="0"/>
                <a:t>n</a:t>
              </a:r>
            </a:p>
          </p:txBody>
        </p:sp>
        <p:sp>
          <p:nvSpPr>
            <p:cNvPr id="27" name="TextBox 26">
              <a:extLst>
                <a:ext uri="{FF2B5EF4-FFF2-40B4-BE49-F238E27FC236}">
                  <a16:creationId xmlns:a16="http://schemas.microsoft.com/office/drawing/2014/main" id="{B0B94D52-E53E-76F3-B251-524BFDB828E9}"/>
                </a:ext>
              </a:extLst>
            </p:cNvPr>
            <p:cNvSpPr txBox="1"/>
            <p:nvPr/>
          </p:nvSpPr>
          <p:spPr>
            <a:xfrm>
              <a:off x="2626749" y="1326899"/>
              <a:ext cx="696024" cy="523220"/>
            </a:xfrm>
            <a:prstGeom prst="rect">
              <a:avLst/>
            </a:prstGeom>
            <a:noFill/>
          </p:spPr>
          <p:txBody>
            <a:bodyPr wrap="none" rtlCol="0">
              <a:spAutoFit/>
            </a:bodyPr>
            <a:lstStyle/>
            <a:p>
              <a:r>
                <a:rPr lang="en-GB" sz="2800" i="1" dirty="0"/>
                <a:t>n/2</a:t>
              </a:r>
            </a:p>
          </p:txBody>
        </p:sp>
      </p:grpSp>
      <p:grpSp>
        <p:nvGrpSpPr>
          <p:cNvPr id="3" name="Group 2">
            <a:extLst>
              <a:ext uri="{FF2B5EF4-FFF2-40B4-BE49-F238E27FC236}">
                <a16:creationId xmlns:a16="http://schemas.microsoft.com/office/drawing/2014/main" id="{216A1CBD-C003-54F2-BC66-DE243E80DDAA}"/>
              </a:ext>
            </a:extLst>
          </p:cNvPr>
          <p:cNvGrpSpPr/>
          <p:nvPr/>
        </p:nvGrpSpPr>
        <p:grpSpPr>
          <a:xfrm>
            <a:off x="9367287" y="312346"/>
            <a:ext cx="1650974" cy="1686122"/>
            <a:chOff x="6331387" y="3115902"/>
            <a:chExt cx="3163487" cy="3163487"/>
          </a:xfrm>
        </p:grpSpPr>
        <p:pic>
          <p:nvPicPr>
            <p:cNvPr id="4" name="Graphic 3" descr="Address Book with solid fill">
              <a:extLst>
                <a:ext uri="{FF2B5EF4-FFF2-40B4-BE49-F238E27FC236}">
                  <a16:creationId xmlns:a16="http://schemas.microsoft.com/office/drawing/2014/main" id="{BD1DF25D-41A8-2F42-836D-76A6F238C6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1387" y="3115902"/>
              <a:ext cx="3163487" cy="3163487"/>
            </a:xfrm>
            <a:prstGeom prst="rect">
              <a:avLst/>
            </a:prstGeom>
          </p:spPr>
        </p:pic>
        <p:pic>
          <p:nvPicPr>
            <p:cNvPr id="7" name="Graphic 6" descr="Telephone with solid fill">
              <a:extLst>
                <a:ext uri="{FF2B5EF4-FFF2-40B4-BE49-F238E27FC236}">
                  <a16:creationId xmlns:a16="http://schemas.microsoft.com/office/drawing/2014/main" id="{688472E7-0049-0EA4-8A57-87C1EEBB63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4017" y="5253460"/>
              <a:ext cx="569706" cy="569706"/>
            </a:xfrm>
            <a:prstGeom prst="rect">
              <a:avLst/>
            </a:prstGeom>
          </p:spPr>
        </p:pic>
      </p:grpSp>
      <p:pic>
        <p:nvPicPr>
          <p:cNvPr id="9" name="Graphic 8" descr="Question Mark with solid fill">
            <a:extLst>
              <a:ext uri="{FF2B5EF4-FFF2-40B4-BE49-F238E27FC236}">
                <a16:creationId xmlns:a16="http://schemas.microsoft.com/office/drawing/2014/main" id="{95EE0139-5B18-1A12-81CF-915270A7CD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00452" y="845416"/>
            <a:ext cx="492576" cy="492576"/>
          </a:xfrm>
          <a:prstGeom prst="rect">
            <a:avLst/>
          </a:prstGeom>
        </p:spPr>
      </p:pic>
      <p:pic>
        <p:nvPicPr>
          <p:cNvPr id="17" name="Picture 16">
            <a:extLst>
              <a:ext uri="{FF2B5EF4-FFF2-40B4-BE49-F238E27FC236}">
                <a16:creationId xmlns:a16="http://schemas.microsoft.com/office/drawing/2014/main" id="{CD3604E8-DF74-668F-DA3A-50180BD6ED3B}"/>
              </a:ext>
            </a:extLst>
          </p:cNvPr>
          <p:cNvPicPr>
            <a:picLocks noChangeAspect="1"/>
          </p:cNvPicPr>
          <p:nvPr/>
        </p:nvPicPr>
        <p:blipFill>
          <a:blip r:embed="rId9">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18" name="Picture 17">
            <a:extLst>
              <a:ext uri="{FF2B5EF4-FFF2-40B4-BE49-F238E27FC236}">
                <a16:creationId xmlns:a16="http://schemas.microsoft.com/office/drawing/2014/main" id="{634792B8-FA59-80FE-D9FB-ED2DC1D80A22}"/>
              </a:ext>
            </a:extLst>
          </p:cNvPr>
          <p:cNvPicPr>
            <a:picLocks noChangeAspect="1"/>
          </p:cNvPicPr>
          <p:nvPr/>
        </p:nvPicPr>
        <p:blipFill>
          <a:blip r:embed="rId10">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8346195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BE038-A949-A131-76E7-87D45E4F4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16861-EA04-E1EC-64D4-60CF20FDA11C}"/>
              </a:ext>
            </a:extLst>
          </p:cNvPr>
          <p:cNvSpPr>
            <a:spLocks noGrp="1"/>
          </p:cNvSpPr>
          <p:nvPr>
            <p:ph type="title"/>
          </p:nvPr>
        </p:nvSpPr>
        <p:spPr/>
        <p:txBody>
          <a:bodyPr/>
          <a:lstStyle/>
          <a:p>
            <a:r>
              <a:rPr lang="en-GB" dirty="0"/>
              <a:t>Algorithms</a:t>
            </a:r>
          </a:p>
        </p:txBody>
      </p:sp>
      <p:grpSp>
        <p:nvGrpSpPr>
          <p:cNvPr id="29" name="Group 28">
            <a:extLst>
              <a:ext uri="{FF2B5EF4-FFF2-40B4-BE49-F238E27FC236}">
                <a16:creationId xmlns:a16="http://schemas.microsoft.com/office/drawing/2014/main" id="{9A39E567-AFCE-DF3E-BE26-F6011D70E8D7}"/>
              </a:ext>
            </a:extLst>
          </p:cNvPr>
          <p:cNvGrpSpPr/>
          <p:nvPr/>
        </p:nvGrpSpPr>
        <p:grpSpPr>
          <a:xfrm>
            <a:off x="580049" y="1326899"/>
            <a:ext cx="9826295" cy="6107031"/>
            <a:chOff x="580049" y="1326899"/>
            <a:chExt cx="9826295" cy="6107031"/>
          </a:xfrm>
        </p:grpSpPr>
        <p:grpSp>
          <p:nvGrpSpPr>
            <p:cNvPr id="8" name="Group 7">
              <a:extLst>
                <a:ext uri="{FF2B5EF4-FFF2-40B4-BE49-F238E27FC236}">
                  <a16:creationId xmlns:a16="http://schemas.microsoft.com/office/drawing/2014/main" id="{0B630058-22D9-81AA-7B3E-09FEC6BA6324}"/>
                </a:ext>
              </a:extLst>
            </p:cNvPr>
            <p:cNvGrpSpPr/>
            <p:nvPr/>
          </p:nvGrpSpPr>
          <p:grpSpPr>
            <a:xfrm>
              <a:off x="1169581" y="2009553"/>
              <a:ext cx="8980968" cy="3763926"/>
              <a:chOff x="1201478" y="1786269"/>
              <a:chExt cx="8980968" cy="3763926"/>
            </a:xfrm>
          </p:grpSpPr>
          <p:cxnSp>
            <p:nvCxnSpPr>
              <p:cNvPr id="5" name="Straight Connector 4">
                <a:extLst>
                  <a:ext uri="{FF2B5EF4-FFF2-40B4-BE49-F238E27FC236}">
                    <a16:creationId xmlns:a16="http://schemas.microsoft.com/office/drawing/2014/main" id="{7D5CC273-2B32-2512-719B-C84F0A69D556}"/>
                  </a:ext>
                </a:extLst>
              </p:cNvPr>
              <p:cNvCxnSpPr>
                <a:cxnSpLocks/>
              </p:cNvCxnSpPr>
              <p:nvPr/>
            </p:nvCxnSpPr>
            <p:spPr>
              <a:xfrm>
                <a:off x="1222744" y="1786269"/>
                <a:ext cx="0" cy="3763926"/>
              </a:xfrm>
              <a:prstGeom prst="line">
                <a:avLst/>
              </a:prstGeom>
              <a:ln w="57150">
                <a:solidFill>
                  <a:schemeClr val="tx1"/>
                </a:solidFill>
              </a:ln>
            </p:spPr>
            <p:style>
              <a:lnRef idx="2">
                <a:schemeClr val="accent4"/>
              </a:lnRef>
              <a:fillRef idx="0">
                <a:schemeClr val="accent4"/>
              </a:fillRef>
              <a:effectRef idx="1">
                <a:schemeClr val="accent4"/>
              </a:effectRef>
              <a:fontRef idx="minor">
                <a:schemeClr val="tx1"/>
              </a:fontRef>
            </p:style>
          </p:cxnSp>
          <p:cxnSp>
            <p:nvCxnSpPr>
              <p:cNvPr id="6" name="Straight Connector 5">
                <a:extLst>
                  <a:ext uri="{FF2B5EF4-FFF2-40B4-BE49-F238E27FC236}">
                    <a16:creationId xmlns:a16="http://schemas.microsoft.com/office/drawing/2014/main" id="{7BFCE8A9-DCEF-5E24-3388-D5EF409512BE}"/>
                  </a:ext>
                </a:extLst>
              </p:cNvPr>
              <p:cNvCxnSpPr>
                <a:cxnSpLocks/>
              </p:cNvCxnSpPr>
              <p:nvPr/>
            </p:nvCxnSpPr>
            <p:spPr>
              <a:xfrm flipH="1">
                <a:off x="1201478" y="5543106"/>
                <a:ext cx="8980968" cy="0"/>
              </a:xfrm>
              <a:prstGeom prst="line">
                <a:avLst/>
              </a:prstGeom>
              <a:ln w="57150">
                <a:solidFill>
                  <a:schemeClr val="tx1"/>
                </a:solidFill>
              </a:ln>
            </p:spPr>
            <p:style>
              <a:lnRef idx="2">
                <a:schemeClr val="accent4"/>
              </a:lnRef>
              <a:fillRef idx="0">
                <a:schemeClr val="accent4"/>
              </a:fillRef>
              <a:effectRef idx="1">
                <a:schemeClr val="accent4"/>
              </a:effectRef>
              <a:fontRef idx="minor">
                <a:schemeClr val="tx1"/>
              </a:fontRef>
            </p:style>
          </p:cxnSp>
        </p:grpSp>
        <p:sp>
          <p:nvSpPr>
            <p:cNvPr id="10" name="TextBox 9">
              <a:extLst>
                <a:ext uri="{FF2B5EF4-FFF2-40B4-BE49-F238E27FC236}">
                  <a16:creationId xmlns:a16="http://schemas.microsoft.com/office/drawing/2014/main" id="{4B597E4C-3212-D498-8A1A-41B9BC2F5181}"/>
                </a:ext>
              </a:extLst>
            </p:cNvPr>
            <p:cNvSpPr txBox="1"/>
            <p:nvPr/>
          </p:nvSpPr>
          <p:spPr>
            <a:xfrm rot="16200000">
              <a:off x="-326802" y="3660684"/>
              <a:ext cx="2275367" cy="461665"/>
            </a:xfrm>
            <a:prstGeom prst="rect">
              <a:avLst/>
            </a:prstGeom>
            <a:noFill/>
          </p:spPr>
          <p:txBody>
            <a:bodyPr wrap="square" rtlCol="0">
              <a:spAutoFit/>
            </a:bodyPr>
            <a:lstStyle/>
            <a:p>
              <a:pPr algn="ctr"/>
              <a:r>
                <a:rPr lang="en-GB" sz="2400" dirty="0"/>
                <a:t>Time to solve</a:t>
              </a:r>
            </a:p>
          </p:txBody>
        </p:sp>
        <p:sp>
          <p:nvSpPr>
            <p:cNvPr id="11" name="TextBox 10">
              <a:extLst>
                <a:ext uri="{FF2B5EF4-FFF2-40B4-BE49-F238E27FC236}">
                  <a16:creationId xmlns:a16="http://schemas.microsoft.com/office/drawing/2014/main" id="{34ADC1B2-893A-A892-68D7-D5A20B126A09}"/>
                </a:ext>
              </a:extLst>
            </p:cNvPr>
            <p:cNvSpPr txBox="1"/>
            <p:nvPr/>
          </p:nvSpPr>
          <p:spPr>
            <a:xfrm>
              <a:off x="4542964" y="6031210"/>
              <a:ext cx="2234201" cy="461665"/>
            </a:xfrm>
            <a:prstGeom prst="rect">
              <a:avLst/>
            </a:prstGeom>
            <a:noFill/>
          </p:spPr>
          <p:txBody>
            <a:bodyPr wrap="none" rtlCol="0">
              <a:spAutoFit/>
            </a:bodyPr>
            <a:lstStyle/>
            <a:p>
              <a:r>
                <a:rPr lang="en-GB" sz="2400" dirty="0"/>
                <a:t>Size of Problem</a:t>
              </a:r>
            </a:p>
          </p:txBody>
        </p:sp>
        <p:cxnSp>
          <p:nvCxnSpPr>
            <p:cNvPr id="13" name="Straight Connector 12">
              <a:extLst>
                <a:ext uri="{FF2B5EF4-FFF2-40B4-BE49-F238E27FC236}">
                  <a16:creationId xmlns:a16="http://schemas.microsoft.com/office/drawing/2014/main" id="{BBAE406D-626C-9E87-F1C6-143ECE412095}"/>
                </a:ext>
              </a:extLst>
            </p:cNvPr>
            <p:cNvCxnSpPr>
              <a:cxnSpLocks/>
            </p:cNvCxnSpPr>
            <p:nvPr/>
          </p:nvCxnSpPr>
          <p:spPr>
            <a:xfrm flipV="1">
              <a:off x="1169581" y="2009551"/>
              <a:ext cx="834676" cy="3756839"/>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1087E8E-13E8-336F-7ED6-4B4480448077}"/>
                </a:ext>
              </a:extLst>
            </p:cNvPr>
            <p:cNvCxnSpPr>
              <a:cxnSpLocks/>
            </p:cNvCxnSpPr>
            <p:nvPr/>
          </p:nvCxnSpPr>
          <p:spPr>
            <a:xfrm flipV="1">
              <a:off x="1190847" y="2009552"/>
              <a:ext cx="1626820" cy="3763927"/>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18" name="Arc 17">
              <a:extLst>
                <a:ext uri="{FF2B5EF4-FFF2-40B4-BE49-F238E27FC236}">
                  <a16:creationId xmlns:a16="http://schemas.microsoft.com/office/drawing/2014/main" id="{2A762CE5-DCDD-962C-B620-2D07E14D79CE}"/>
                </a:ext>
              </a:extLst>
            </p:cNvPr>
            <p:cNvSpPr/>
            <p:nvPr/>
          </p:nvSpPr>
          <p:spPr>
            <a:xfrm flipH="1">
              <a:off x="1236037" y="4113027"/>
              <a:ext cx="6344091" cy="3320903"/>
            </a:xfrm>
            <a:prstGeom prst="arc">
              <a:avLst>
                <a:gd name="adj1" fmla="val 16887010"/>
                <a:gd name="adj2" fmla="val 0"/>
              </a:avLst>
            </a:prstGeom>
            <a:ln w="38100">
              <a:solidFill>
                <a:schemeClr val="accent1">
                  <a:lumMod val="60000"/>
                  <a:lumOff val="40000"/>
                </a:schemeClr>
              </a:solidFill>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en-GB"/>
            </a:p>
          </p:txBody>
        </p:sp>
        <p:cxnSp>
          <p:nvCxnSpPr>
            <p:cNvPr id="19" name="Straight Connector 18">
              <a:extLst>
                <a:ext uri="{FF2B5EF4-FFF2-40B4-BE49-F238E27FC236}">
                  <a16:creationId xmlns:a16="http://schemas.microsoft.com/office/drawing/2014/main" id="{1EAD025F-B6AC-DA69-A350-D86CA9633535}"/>
                </a:ext>
              </a:extLst>
            </p:cNvPr>
            <p:cNvCxnSpPr>
              <a:cxnSpLocks/>
              <a:endCxn id="18" idx="0"/>
            </p:cNvCxnSpPr>
            <p:nvPr/>
          </p:nvCxnSpPr>
          <p:spPr>
            <a:xfrm flipH="1">
              <a:off x="4073638" y="4073740"/>
              <a:ext cx="5160156" cy="48542"/>
            </a:xfrm>
            <a:prstGeom prst="line">
              <a:avLst/>
            </a:prstGeom>
            <a:ln w="381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122C97E-16EE-6EEC-1286-70534D779834}"/>
                </a:ext>
              </a:extLst>
            </p:cNvPr>
            <p:cNvSpPr txBox="1"/>
            <p:nvPr/>
          </p:nvSpPr>
          <p:spPr>
            <a:xfrm>
              <a:off x="1813339" y="1326899"/>
              <a:ext cx="381836" cy="523220"/>
            </a:xfrm>
            <a:prstGeom prst="rect">
              <a:avLst/>
            </a:prstGeom>
            <a:noFill/>
          </p:spPr>
          <p:txBody>
            <a:bodyPr wrap="none" rtlCol="0">
              <a:spAutoFit/>
            </a:bodyPr>
            <a:lstStyle/>
            <a:p>
              <a:r>
                <a:rPr lang="en-GB" sz="2800" i="1" dirty="0"/>
                <a:t>n</a:t>
              </a:r>
            </a:p>
          </p:txBody>
        </p:sp>
        <p:sp>
          <p:nvSpPr>
            <p:cNvPr id="27" name="TextBox 26">
              <a:extLst>
                <a:ext uri="{FF2B5EF4-FFF2-40B4-BE49-F238E27FC236}">
                  <a16:creationId xmlns:a16="http://schemas.microsoft.com/office/drawing/2014/main" id="{5312D0D1-5C5C-2952-4230-A7065FAF9B81}"/>
                </a:ext>
              </a:extLst>
            </p:cNvPr>
            <p:cNvSpPr txBox="1"/>
            <p:nvPr/>
          </p:nvSpPr>
          <p:spPr>
            <a:xfrm>
              <a:off x="2626749" y="1326899"/>
              <a:ext cx="696024" cy="523220"/>
            </a:xfrm>
            <a:prstGeom prst="rect">
              <a:avLst/>
            </a:prstGeom>
            <a:noFill/>
          </p:spPr>
          <p:txBody>
            <a:bodyPr wrap="none" rtlCol="0">
              <a:spAutoFit/>
            </a:bodyPr>
            <a:lstStyle/>
            <a:p>
              <a:r>
                <a:rPr lang="en-GB" sz="2800" i="1" dirty="0"/>
                <a:t>n/2</a:t>
              </a:r>
            </a:p>
          </p:txBody>
        </p:sp>
        <p:sp>
          <p:nvSpPr>
            <p:cNvPr id="28" name="TextBox 27">
              <a:extLst>
                <a:ext uri="{FF2B5EF4-FFF2-40B4-BE49-F238E27FC236}">
                  <a16:creationId xmlns:a16="http://schemas.microsoft.com/office/drawing/2014/main" id="{5C9B1589-2502-0896-412B-5E000E645D4C}"/>
                </a:ext>
              </a:extLst>
            </p:cNvPr>
            <p:cNvSpPr txBox="1"/>
            <p:nvPr/>
          </p:nvSpPr>
          <p:spPr>
            <a:xfrm>
              <a:off x="9429795" y="3812130"/>
              <a:ext cx="976549" cy="523220"/>
            </a:xfrm>
            <a:prstGeom prst="rect">
              <a:avLst/>
            </a:prstGeom>
            <a:noFill/>
          </p:spPr>
          <p:txBody>
            <a:bodyPr wrap="none" rtlCol="0">
              <a:spAutoFit/>
            </a:bodyPr>
            <a:lstStyle/>
            <a:p>
              <a:r>
                <a:rPr lang="en-GB" sz="2800" i="1" dirty="0"/>
                <a:t>log</a:t>
              </a:r>
              <a:r>
                <a:rPr lang="en-GB" sz="2800" i="1" baseline="-25000" dirty="0"/>
                <a:t>2</a:t>
              </a:r>
              <a:r>
                <a:rPr lang="en-GB" sz="2800" i="1" dirty="0"/>
                <a:t>n</a:t>
              </a:r>
            </a:p>
          </p:txBody>
        </p:sp>
      </p:grpSp>
      <p:grpSp>
        <p:nvGrpSpPr>
          <p:cNvPr id="17" name="Group 16">
            <a:extLst>
              <a:ext uri="{FF2B5EF4-FFF2-40B4-BE49-F238E27FC236}">
                <a16:creationId xmlns:a16="http://schemas.microsoft.com/office/drawing/2014/main" id="{2D9D25E7-786C-7490-2325-12D41AEEDF76}"/>
              </a:ext>
            </a:extLst>
          </p:cNvPr>
          <p:cNvGrpSpPr/>
          <p:nvPr/>
        </p:nvGrpSpPr>
        <p:grpSpPr>
          <a:xfrm>
            <a:off x="9367287" y="312346"/>
            <a:ext cx="1650974" cy="1686122"/>
            <a:chOff x="6331387" y="3115902"/>
            <a:chExt cx="3163487" cy="3163487"/>
          </a:xfrm>
        </p:grpSpPr>
        <p:pic>
          <p:nvPicPr>
            <p:cNvPr id="20" name="Graphic 19" descr="Address Book with solid fill">
              <a:extLst>
                <a:ext uri="{FF2B5EF4-FFF2-40B4-BE49-F238E27FC236}">
                  <a16:creationId xmlns:a16="http://schemas.microsoft.com/office/drawing/2014/main" id="{591E41FD-CEC2-1349-6A47-B87AC04F3C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1387" y="3115902"/>
              <a:ext cx="3163487" cy="3163487"/>
            </a:xfrm>
            <a:prstGeom prst="rect">
              <a:avLst/>
            </a:prstGeom>
          </p:spPr>
        </p:pic>
        <p:pic>
          <p:nvPicPr>
            <p:cNvPr id="21" name="Graphic 20" descr="Telephone with solid fill">
              <a:extLst>
                <a:ext uri="{FF2B5EF4-FFF2-40B4-BE49-F238E27FC236}">
                  <a16:creationId xmlns:a16="http://schemas.microsoft.com/office/drawing/2014/main" id="{4DB800E5-09E8-34AD-B54A-567A7044F4A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4017" y="5253460"/>
              <a:ext cx="569706" cy="569706"/>
            </a:xfrm>
            <a:prstGeom prst="rect">
              <a:avLst/>
            </a:prstGeom>
          </p:spPr>
        </p:pic>
      </p:grpSp>
      <p:pic>
        <p:nvPicPr>
          <p:cNvPr id="22" name="Graphic 21" descr="Question Mark with solid fill">
            <a:extLst>
              <a:ext uri="{FF2B5EF4-FFF2-40B4-BE49-F238E27FC236}">
                <a16:creationId xmlns:a16="http://schemas.microsoft.com/office/drawing/2014/main" id="{41BEE8BF-E4FD-BE98-E4FB-35AA28E4B77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00452" y="845416"/>
            <a:ext cx="492576" cy="492576"/>
          </a:xfrm>
          <a:prstGeom prst="rect">
            <a:avLst/>
          </a:prstGeom>
        </p:spPr>
      </p:pic>
      <p:pic>
        <p:nvPicPr>
          <p:cNvPr id="23" name="Picture 22">
            <a:extLst>
              <a:ext uri="{FF2B5EF4-FFF2-40B4-BE49-F238E27FC236}">
                <a16:creationId xmlns:a16="http://schemas.microsoft.com/office/drawing/2014/main" id="{374A916F-5CA3-E914-03F8-F12E2B2A746E}"/>
              </a:ext>
            </a:extLst>
          </p:cNvPr>
          <p:cNvPicPr>
            <a:picLocks noChangeAspect="1"/>
          </p:cNvPicPr>
          <p:nvPr/>
        </p:nvPicPr>
        <p:blipFill>
          <a:blip r:embed="rId9">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24" name="Picture 23">
            <a:extLst>
              <a:ext uri="{FF2B5EF4-FFF2-40B4-BE49-F238E27FC236}">
                <a16:creationId xmlns:a16="http://schemas.microsoft.com/office/drawing/2014/main" id="{C8C225DB-E5E3-57E9-1CA6-435C85397EEF}"/>
              </a:ext>
            </a:extLst>
          </p:cNvPr>
          <p:cNvPicPr>
            <a:picLocks noChangeAspect="1"/>
          </p:cNvPicPr>
          <p:nvPr/>
        </p:nvPicPr>
        <p:blipFill>
          <a:blip r:embed="rId10">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31995321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F1550-8DF8-6B44-08C4-ADC635471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F8033-A595-E4D9-60BA-83614B162866}"/>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360EC8D5-8E3F-3DB0-B328-5053F1A7BDC3}"/>
              </a:ext>
            </a:extLst>
          </p:cNvPr>
          <p:cNvSpPr>
            <a:spLocks noGrp="1"/>
          </p:cNvSpPr>
          <p:nvPr>
            <p:ph sz="half" idx="2"/>
          </p:nvPr>
        </p:nvSpPr>
        <p:spPr>
          <a:xfrm>
            <a:off x="606056" y="1825625"/>
            <a:ext cx="11189704" cy="4351338"/>
          </a:xfrm>
        </p:spPr>
        <p:txBody>
          <a:bodyPr>
            <a:normAutofit/>
          </a:bodyPr>
          <a:lstStyle/>
          <a:p>
            <a:pPr marL="0" lvl="0" indent="0" algn="l" rtl="0">
              <a:lnSpc>
                <a:spcPct val="100000"/>
              </a:lnSpc>
              <a:spcBef>
                <a:spcPts val="0"/>
              </a:spcBef>
              <a:spcAft>
                <a:spcPts val="0"/>
              </a:spcAft>
              <a:buNone/>
            </a:pPr>
            <a:endParaRPr lang="en-GB" sz="2800" dirty="0">
              <a:solidFill>
                <a:schemeClr val="accent2">
                  <a:lumMod val="40000"/>
                  <a:lumOff val="60000"/>
                </a:schemeClr>
              </a:solidFill>
              <a:latin typeface="Consolas"/>
              <a:ea typeface="Consolas"/>
              <a:cs typeface="Consolas"/>
              <a:sym typeface="Consolas"/>
            </a:endParaRPr>
          </a:p>
          <a:p>
            <a:pPr marL="0" lvl="0" indent="0" algn="l" rtl="0">
              <a:lnSpc>
                <a:spcPct val="100000"/>
              </a:lnSpc>
              <a:spcBef>
                <a:spcPts val="0"/>
              </a:spcBef>
              <a:spcAft>
                <a:spcPts val="0"/>
              </a:spcAft>
              <a:buNone/>
            </a:pPr>
            <a:endParaRPr lang="en-GB" sz="2800" dirty="0">
              <a:solidFill>
                <a:schemeClr val="accent2">
                  <a:lumMod val="40000"/>
                  <a:lumOff val="60000"/>
                </a:schemeClr>
              </a:solidFill>
              <a:latin typeface="Consolas"/>
              <a:ea typeface="Consolas"/>
              <a:cs typeface="Consolas"/>
              <a:sym typeface="Consolas"/>
            </a:endParaRPr>
          </a:p>
        </p:txBody>
      </p:sp>
      <p:pic>
        <p:nvPicPr>
          <p:cNvPr id="3" name="Picture 2">
            <a:extLst>
              <a:ext uri="{FF2B5EF4-FFF2-40B4-BE49-F238E27FC236}">
                <a16:creationId xmlns:a16="http://schemas.microsoft.com/office/drawing/2014/main" id="{3BB607B7-8E48-0077-6B26-2F7C2C59A989}"/>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4CEA096E-C25E-3374-569F-E7ED5C1ACC12}"/>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42431044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342C3-B5E1-5362-4885-A2198732F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37F3A-2E41-5863-9243-A6AFB134302A}"/>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F216B8F4-5120-245A-D69D-7FE8A54D9F33}"/>
              </a:ext>
            </a:extLst>
          </p:cNvPr>
          <p:cNvSpPr>
            <a:spLocks noGrp="1"/>
          </p:cNvSpPr>
          <p:nvPr>
            <p:ph sz="half" idx="2"/>
          </p:nvPr>
        </p:nvSpPr>
        <p:spPr>
          <a:xfrm>
            <a:off x="606056" y="1825625"/>
            <a:ext cx="11189704" cy="4351338"/>
          </a:xfrm>
        </p:spPr>
        <p:txBody>
          <a:bodyPr>
            <a:normAutofit/>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Pick up phone book</a:t>
            </a:r>
          </a:p>
          <a:p>
            <a:pPr marL="0" lvl="0" indent="0" algn="l" rtl="0">
              <a:lnSpc>
                <a:spcPct val="100000"/>
              </a:lnSpc>
              <a:spcBef>
                <a:spcPts val="0"/>
              </a:spcBef>
              <a:spcAft>
                <a:spcPts val="0"/>
              </a:spcAft>
              <a:buNone/>
            </a:pPr>
            <a:endParaRPr lang="en-GB" sz="2800" dirty="0">
              <a:solidFill>
                <a:schemeClr val="accent2">
                  <a:lumMod val="40000"/>
                  <a:lumOff val="60000"/>
                </a:schemeClr>
              </a:solidFill>
              <a:latin typeface="Consolas"/>
              <a:ea typeface="Consolas"/>
              <a:cs typeface="Consolas"/>
              <a:sym typeface="Consolas"/>
            </a:endParaRPr>
          </a:p>
        </p:txBody>
      </p:sp>
      <p:pic>
        <p:nvPicPr>
          <p:cNvPr id="3" name="Picture 2">
            <a:extLst>
              <a:ext uri="{FF2B5EF4-FFF2-40B4-BE49-F238E27FC236}">
                <a16:creationId xmlns:a16="http://schemas.microsoft.com/office/drawing/2014/main" id="{19731EB2-5FDE-9929-4A57-567A077E6E84}"/>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1B421CA9-AA17-999F-777A-1036AD934467}"/>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40000363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66CD7-B5FC-A10B-7570-6CA6226B69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CF16B-3A60-7FF2-B29A-3A8C1A63EDCC}"/>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33FD1E5E-1C76-2281-7C7B-E44DAAD819E3}"/>
              </a:ext>
            </a:extLst>
          </p:cNvPr>
          <p:cNvSpPr>
            <a:spLocks noGrp="1"/>
          </p:cNvSpPr>
          <p:nvPr>
            <p:ph sz="half" idx="2"/>
          </p:nvPr>
        </p:nvSpPr>
        <p:spPr>
          <a:xfrm>
            <a:off x="606056" y="1825625"/>
            <a:ext cx="11189704" cy="4351338"/>
          </a:xfrm>
        </p:spPr>
        <p:txBody>
          <a:bodyPr>
            <a:normAutofit/>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Pick up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2   Open to middle of phone book</a:t>
            </a:r>
          </a:p>
        </p:txBody>
      </p:sp>
      <p:pic>
        <p:nvPicPr>
          <p:cNvPr id="3" name="Picture 2">
            <a:extLst>
              <a:ext uri="{FF2B5EF4-FFF2-40B4-BE49-F238E27FC236}">
                <a16:creationId xmlns:a16="http://schemas.microsoft.com/office/drawing/2014/main" id="{95EEC13D-86FD-531B-1AF0-BAD3D9915982}"/>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7EDF5227-3F5A-9D3E-85ED-11D5AEC83557}"/>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1073485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01276-58E5-2DB5-E784-5935F8881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E650A-E779-ED6E-2DA1-8AB7FF1A7B40}"/>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4DAD776F-21EC-CC45-E6EF-6B17D60280B6}"/>
              </a:ext>
            </a:extLst>
          </p:cNvPr>
          <p:cNvSpPr>
            <a:spLocks noGrp="1"/>
          </p:cNvSpPr>
          <p:nvPr>
            <p:ph sz="half" idx="2"/>
          </p:nvPr>
        </p:nvSpPr>
        <p:spPr>
          <a:xfrm>
            <a:off x="606056" y="1825625"/>
            <a:ext cx="11189704" cy="4351338"/>
          </a:xfrm>
        </p:spPr>
        <p:txBody>
          <a:bodyPr>
            <a:normAutofit/>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Pick up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2   Open to middle of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3   Look at page</a:t>
            </a:r>
          </a:p>
        </p:txBody>
      </p:sp>
      <p:pic>
        <p:nvPicPr>
          <p:cNvPr id="3" name="Picture 2">
            <a:extLst>
              <a:ext uri="{FF2B5EF4-FFF2-40B4-BE49-F238E27FC236}">
                <a16:creationId xmlns:a16="http://schemas.microsoft.com/office/drawing/2014/main" id="{9FEFB167-DA32-9AB8-8924-D27EC5B717AC}"/>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FD48E2E0-DC95-B39A-89A9-6DA525D79A51}"/>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4084555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C4ECA-0EB3-D480-449F-489AF88E1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DB043-500A-AEBE-B20A-BCCB70207206}"/>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7FE2F444-3EF2-F764-E41D-B42552D0A341}"/>
              </a:ext>
            </a:extLst>
          </p:cNvPr>
          <p:cNvSpPr>
            <a:spLocks noGrp="1"/>
          </p:cNvSpPr>
          <p:nvPr>
            <p:ph sz="half" idx="2"/>
          </p:nvPr>
        </p:nvSpPr>
        <p:spPr>
          <a:xfrm>
            <a:off x="606056" y="1825625"/>
            <a:ext cx="11189704" cy="4351338"/>
          </a:xfrm>
        </p:spPr>
        <p:txBody>
          <a:bodyPr>
            <a:normAutofit/>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Pick up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2   Open to middle of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3   Look at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4   If person is on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5       Call person</a:t>
            </a:r>
          </a:p>
        </p:txBody>
      </p:sp>
      <p:pic>
        <p:nvPicPr>
          <p:cNvPr id="3" name="Picture 2">
            <a:extLst>
              <a:ext uri="{FF2B5EF4-FFF2-40B4-BE49-F238E27FC236}">
                <a16:creationId xmlns:a16="http://schemas.microsoft.com/office/drawing/2014/main" id="{B6D49F5C-118F-C501-EA99-4C0D17CA6A0E}"/>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9613854A-EE04-BEB0-5E58-A3FEFD1D093E}"/>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2473581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499D1-6657-9D4F-48AB-4D7186035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2FB05-E0B5-7ACA-4406-DE2E71D0CBB0}"/>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B05209DC-E684-2FF7-4B79-19DA9B2A96C3}"/>
              </a:ext>
            </a:extLst>
          </p:cNvPr>
          <p:cNvSpPr>
            <a:spLocks noGrp="1"/>
          </p:cNvSpPr>
          <p:nvPr>
            <p:ph sz="half" idx="2"/>
          </p:nvPr>
        </p:nvSpPr>
        <p:spPr>
          <a:xfrm>
            <a:off x="606056" y="1825625"/>
            <a:ext cx="11189704" cy="4351338"/>
          </a:xfrm>
        </p:spPr>
        <p:txBody>
          <a:bodyPr>
            <a:normAutofit/>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Pick up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2   Open to middle of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3   Look at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4   If person is on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5       Call person</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6   Else if person is earlier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7       Open to middle of left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8       Go back to line 3</a:t>
            </a:r>
          </a:p>
        </p:txBody>
      </p:sp>
      <p:pic>
        <p:nvPicPr>
          <p:cNvPr id="3" name="Picture 2">
            <a:extLst>
              <a:ext uri="{FF2B5EF4-FFF2-40B4-BE49-F238E27FC236}">
                <a16:creationId xmlns:a16="http://schemas.microsoft.com/office/drawing/2014/main" id="{8C6A6AAF-6CD8-D298-1755-2D50C4442B85}"/>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FCAA9D2F-D2B2-2B0B-6DFD-EE87912392F6}"/>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3347561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2C88-0ED6-8DC7-5B54-405CFADE17BF}"/>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BBFC1DEE-7B2D-72E1-0303-320A6E7020A0}"/>
              </a:ext>
            </a:extLst>
          </p:cNvPr>
          <p:cNvSpPr>
            <a:spLocks noGrp="1"/>
          </p:cNvSpPr>
          <p:nvPr>
            <p:ph sz="half" idx="2"/>
          </p:nvPr>
        </p:nvSpPr>
        <p:spPr>
          <a:xfrm>
            <a:off x="606056" y="1825625"/>
            <a:ext cx="11189704" cy="4351338"/>
          </a:xfrm>
        </p:spPr>
        <p:txBody>
          <a:bodyPr>
            <a:normAutofit fontScale="92500" lnSpcReduction="10000"/>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Pick up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2   Open to middle of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3   Look at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4   If person is on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5       Call person</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6   Else if person is earlier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7       Open to middle of left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8       Go back 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9   Else if person is later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10      Open to middle of right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11      Go back to line 3</a:t>
            </a:r>
          </a:p>
        </p:txBody>
      </p:sp>
      <p:pic>
        <p:nvPicPr>
          <p:cNvPr id="6" name="Picture 5">
            <a:extLst>
              <a:ext uri="{FF2B5EF4-FFF2-40B4-BE49-F238E27FC236}">
                <a16:creationId xmlns:a16="http://schemas.microsoft.com/office/drawing/2014/main" id="{C118DF9C-2030-0104-0DF6-4F3985776C89}"/>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7" name="Picture 6">
            <a:extLst>
              <a:ext uri="{FF2B5EF4-FFF2-40B4-BE49-F238E27FC236}">
                <a16:creationId xmlns:a16="http://schemas.microsoft.com/office/drawing/2014/main" id="{1FD51820-387B-7099-844A-9AE816F11351}"/>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13570140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8E6BE-C038-3F66-689B-B97B383C6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342F3-9A40-45AB-A9E5-E1741D620848}"/>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03A3960F-2743-C8F4-4BE0-3C28E85BF0F5}"/>
              </a:ext>
            </a:extLst>
          </p:cNvPr>
          <p:cNvSpPr>
            <a:spLocks noGrp="1"/>
          </p:cNvSpPr>
          <p:nvPr>
            <p:ph sz="half" idx="2"/>
          </p:nvPr>
        </p:nvSpPr>
        <p:spPr>
          <a:xfrm>
            <a:off x="606056" y="1825625"/>
            <a:ext cx="11189704" cy="4351338"/>
          </a:xfrm>
        </p:spPr>
        <p:txBody>
          <a:bodyPr>
            <a:normAutofit fontScale="85000" lnSpcReduction="20000"/>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Pick up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2   Open to middle of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3   Look at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4   If person is on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5       Call person</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6   Else if person is earlier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7       Open to middle of left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8       Go back 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9   Else if person is later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10      Open to middle of right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11      Go back 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12  Else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13      Quit</a:t>
            </a:r>
          </a:p>
        </p:txBody>
      </p:sp>
      <p:pic>
        <p:nvPicPr>
          <p:cNvPr id="3" name="Picture 2">
            <a:extLst>
              <a:ext uri="{FF2B5EF4-FFF2-40B4-BE49-F238E27FC236}">
                <a16:creationId xmlns:a16="http://schemas.microsoft.com/office/drawing/2014/main" id="{CE907713-FE7B-262E-D97A-C9778D295E43}"/>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84570E30-E02B-9B26-83AF-F6AC0F55CD57}"/>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1900007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92ED-92E7-EB87-969E-FD3A11DD2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3B2DE-8665-1AF7-A831-1674C6FD5C93}"/>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D1456A29-FA57-F34A-DB76-7950F49C2D17}"/>
              </a:ext>
            </a:extLst>
          </p:cNvPr>
          <p:cNvSpPr>
            <a:spLocks noGrp="1"/>
          </p:cNvSpPr>
          <p:nvPr>
            <p:ph sz="half" idx="2"/>
          </p:nvPr>
        </p:nvSpPr>
        <p:spPr>
          <a:xfrm>
            <a:off x="606056" y="1825625"/>
            <a:ext cx="11189704" cy="4351338"/>
          </a:xfrm>
        </p:spPr>
        <p:txBody>
          <a:bodyPr>
            <a:normAutofit fontScale="85000" lnSpcReduction="20000"/>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a:t>
            </a:r>
            <a:r>
              <a:rPr lang="en-GB" sz="2800" b="1" dirty="0">
                <a:solidFill>
                  <a:schemeClr val="accent2">
                    <a:lumMod val="40000"/>
                    <a:lumOff val="60000"/>
                  </a:schemeClr>
                </a:solidFill>
                <a:highlight>
                  <a:srgbClr val="808080"/>
                </a:highlight>
                <a:latin typeface="Consolas"/>
                <a:ea typeface="Consolas"/>
                <a:cs typeface="Consolas"/>
                <a:sym typeface="Consolas"/>
              </a:rPr>
              <a:t>Pick up</a:t>
            </a:r>
            <a:r>
              <a:rPr lang="en-GB" sz="2800" b="1" dirty="0">
                <a:solidFill>
                  <a:schemeClr val="accent2">
                    <a:lumMod val="40000"/>
                    <a:lumOff val="60000"/>
                  </a:schemeClr>
                </a:solidFill>
                <a:latin typeface="Consolas"/>
                <a:ea typeface="Consolas"/>
                <a:cs typeface="Consolas"/>
                <a:sym typeface="Consolas"/>
              </a:rPr>
              <a:t> </a:t>
            </a:r>
            <a:r>
              <a:rPr lang="en-GB" sz="2800" dirty="0">
                <a:solidFill>
                  <a:schemeClr val="accent2">
                    <a:lumMod val="40000"/>
                    <a:lumOff val="60000"/>
                  </a:schemeClr>
                </a:solidFill>
                <a:latin typeface="Consolas"/>
                <a:ea typeface="Consolas"/>
                <a:cs typeface="Consolas"/>
                <a:sym typeface="Consolas"/>
              </a:rPr>
              <a:t>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2   </a:t>
            </a:r>
            <a:r>
              <a:rPr lang="en-GB" sz="2800" b="1" dirty="0">
                <a:solidFill>
                  <a:schemeClr val="accent2">
                    <a:lumMod val="40000"/>
                    <a:lumOff val="60000"/>
                  </a:schemeClr>
                </a:solidFill>
                <a:highlight>
                  <a:srgbClr val="808080"/>
                </a:highlight>
                <a:latin typeface="Consolas"/>
                <a:ea typeface="Consolas"/>
                <a:cs typeface="Consolas"/>
                <a:sym typeface="Consolas"/>
              </a:rPr>
              <a:t>Open to</a:t>
            </a:r>
            <a:r>
              <a:rPr lang="en-GB" sz="2800" b="1" dirty="0">
                <a:solidFill>
                  <a:schemeClr val="accent2">
                    <a:lumMod val="40000"/>
                    <a:lumOff val="60000"/>
                  </a:schemeClr>
                </a:solidFill>
                <a:latin typeface="Consolas"/>
                <a:ea typeface="Consolas"/>
                <a:cs typeface="Consolas"/>
                <a:sym typeface="Consolas"/>
              </a:rPr>
              <a:t> </a:t>
            </a:r>
            <a:r>
              <a:rPr lang="en-GB" sz="2800" dirty="0">
                <a:solidFill>
                  <a:schemeClr val="accent2">
                    <a:lumMod val="40000"/>
                    <a:lumOff val="60000"/>
                  </a:schemeClr>
                </a:solidFill>
                <a:latin typeface="Consolas"/>
                <a:ea typeface="Consolas"/>
                <a:cs typeface="Consolas"/>
                <a:sym typeface="Consolas"/>
              </a:rPr>
              <a:t>middle of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3   </a:t>
            </a:r>
            <a:r>
              <a:rPr lang="en-GB" sz="2800" b="1" dirty="0">
                <a:solidFill>
                  <a:schemeClr val="accent2">
                    <a:lumMod val="40000"/>
                    <a:lumOff val="60000"/>
                  </a:schemeClr>
                </a:solidFill>
                <a:highlight>
                  <a:srgbClr val="808080"/>
                </a:highlight>
                <a:latin typeface="Consolas"/>
                <a:ea typeface="Consolas"/>
                <a:cs typeface="Consolas"/>
                <a:sym typeface="Consolas"/>
              </a:rPr>
              <a:t>Look at</a:t>
            </a:r>
            <a:r>
              <a:rPr lang="en-GB" sz="2800" b="1" dirty="0">
                <a:solidFill>
                  <a:schemeClr val="accent2">
                    <a:lumMod val="40000"/>
                    <a:lumOff val="60000"/>
                  </a:schemeClr>
                </a:solidFill>
                <a:latin typeface="Consolas"/>
                <a:ea typeface="Consolas"/>
                <a:cs typeface="Consolas"/>
                <a:sym typeface="Consolas"/>
              </a:rPr>
              <a:t> </a:t>
            </a:r>
            <a:r>
              <a:rPr lang="en-GB" sz="2800" dirty="0">
                <a:solidFill>
                  <a:schemeClr val="accent2">
                    <a:lumMod val="40000"/>
                    <a:lumOff val="60000"/>
                  </a:schemeClr>
                </a:solidFill>
                <a:latin typeface="Consolas"/>
                <a:ea typeface="Consolas"/>
                <a:cs typeface="Consolas"/>
                <a:sym typeface="Consolas"/>
              </a:rPr>
              <a:t>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4   If person is on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5       </a:t>
            </a:r>
            <a:r>
              <a:rPr lang="en-GB" sz="2800" b="1" dirty="0">
                <a:solidFill>
                  <a:schemeClr val="accent2">
                    <a:lumMod val="40000"/>
                    <a:lumOff val="60000"/>
                  </a:schemeClr>
                </a:solidFill>
                <a:highlight>
                  <a:srgbClr val="808080"/>
                </a:highlight>
                <a:latin typeface="Consolas"/>
                <a:ea typeface="Consolas"/>
                <a:cs typeface="Consolas"/>
                <a:sym typeface="Consolas"/>
              </a:rPr>
              <a:t>Call</a:t>
            </a:r>
            <a:r>
              <a:rPr lang="en-GB" sz="2800" dirty="0">
                <a:solidFill>
                  <a:schemeClr val="accent2">
                    <a:lumMod val="40000"/>
                    <a:lumOff val="60000"/>
                  </a:schemeClr>
                </a:solidFill>
                <a:latin typeface="Consolas"/>
                <a:ea typeface="Consolas"/>
                <a:cs typeface="Consolas"/>
                <a:sym typeface="Consolas"/>
              </a:rPr>
              <a:t> person</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6   Else if person is earlier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7       </a:t>
            </a:r>
            <a:r>
              <a:rPr lang="en-GB" sz="2800" b="1" dirty="0">
                <a:solidFill>
                  <a:schemeClr val="accent2">
                    <a:lumMod val="40000"/>
                    <a:lumOff val="60000"/>
                  </a:schemeClr>
                </a:solidFill>
                <a:highlight>
                  <a:srgbClr val="808080"/>
                </a:highlight>
                <a:latin typeface="Consolas"/>
                <a:ea typeface="Consolas"/>
                <a:cs typeface="Consolas"/>
                <a:sym typeface="Consolas"/>
              </a:rPr>
              <a:t>Open to</a:t>
            </a:r>
            <a:r>
              <a:rPr lang="en-GB" sz="2800" b="1" dirty="0">
                <a:solidFill>
                  <a:schemeClr val="accent2">
                    <a:lumMod val="40000"/>
                    <a:lumOff val="60000"/>
                  </a:schemeClr>
                </a:solidFill>
                <a:latin typeface="Consolas"/>
                <a:ea typeface="Consolas"/>
                <a:cs typeface="Consolas"/>
                <a:sym typeface="Consolas"/>
              </a:rPr>
              <a:t> </a:t>
            </a:r>
            <a:r>
              <a:rPr lang="en-GB" sz="2800" dirty="0">
                <a:solidFill>
                  <a:schemeClr val="accent2">
                    <a:lumMod val="40000"/>
                    <a:lumOff val="60000"/>
                  </a:schemeClr>
                </a:solidFill>
                <a:latin typeface="Consolas"/>
                <a:ea typeface="Consolas"/>
                <a:cs typeface="Consolas"/>
                <a:sym typeface="Consolas"/>
              </a:rPr>
              <a:t>middle of left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8       Go back 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9   Else if person is later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10      </a:t>
            </a:r>
            <a:r>
              <a:rPr lang="en-GB" sz="2800" b="1" dirty="0">
                <a:solidFill>
                  <a:schemeClr val="accent2">
                    <a:lumMod val="40000"/>
                    <a:lumOff val="60000"/>
                  </a:schemeClr>
                </a:solidFill>
                <a:highlight>
                  <a:srgbClr val="808080"/>
                </a:highlight>
                <a:latin typeface="Consolas"/>
                <a:ea typeface="Consolas"/>
                <a:cs typeface="Consolas"/>
                <a:sym typeface="Consolas"/>
              </a:rPr>
              <a:t>Open to</a:t>
            </a:r>
            <a:r>
              <a:rPr lang="en-GB" sz="2800" b="1" dirty="0">
                <a:solidFill>
                  <a:schemeClr val="accent2">
                    <a:lumMod val="40000"/>
                    <a:lumOff val="60000"/>
                  </a:schemeClr>
                </a:solidFill>
                <a:latin typeface="Consolas"/>
                <a:ea typeface="Consolas"/>
                <a:cs typeface="Consolas"/>
                <a:sym typeface="Consolas"/>
              </a:rPr>
              <a:t> </a:t>
            </a:r>
            <a:r>
              <a:rPr lang="en-GB" sz="2800" dirty="0">
                <a:solidFill>
                  <a:schemeClr val="accent2">
                    <a:lumMod val="40000"/>
                    <a:lumOff val="60000"/>
                  </a:schemeClr>
                </a:solidFill>
                <a:latin typeface="Consolas"/>
                <a:ea typeface="Consolas"/>
                <a:cs typeface="Consolas"/>
                <a:sym typeface="Consolas"/>
              </a:rPr>
              <a:t>middle of right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11      Go back 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12  Else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13      </a:t>
            </a:r>
            <a:r>
              <a:rPr lang="en-GB" sz="2800" b="1" dirty="0">
                <a:solidFill>
                  <a:schemeClr val="accent2">
                    <a:lumMod val="40000"/>
                    <a:lumOff val="60000"/>
                  </a:schemeClr>
                </a:solidFill>
                <a:highlight>
                  <a:srgbClr val="808080"/>
                </a:highlight>
                <a:latin typeface="Consolas"/>
                <a:ea typeface="Consolas"/>
                <a:cs typeface="Consolas"/>
                <a:sym typeface="Consolas"/>
              </a:rPr>
              <a:t>Quit</a:t>
            </a:r>
          </a:p>
        </p:txBody>
      </p:sp>
      <p:pic>
        <p:nvPicPr>
          <p:cNvPr id="3" name="Picture 2">
            <a:extLst>
              <a:ext uri="{FF2B5EF4-FFF2-40B4-BE49-F238E27FC236}">
                <a16:creationId xmlns:a16="http://schemas.microsoft.com/office/drawing/2014/main" id="{62F3CF67-4D33-FCD6-9820-5FE8BF51B301}"/>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B66CA754-05BE-1CBA-7BEB-7C64276A655C}"/>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6121924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DB817-489B-4997-F7BE-AE106F7ED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BA478-00F4-0F5D-5146-496AF3F859CE}"/>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B11BF305-6E48-4FF7-38A8-F49FFB25B486}"/>
              </a:ext>
            </a:extLst>
          </p:cNvPr>
          <p:cNvSpPr>
            <a:spLocks noGrp="1"/>
          </p:cNvSpPr>
          <p:nvPr>
            <p:ph sz="half" idx="2"/>
          </p:nvPr>
        </p:nvSpPr>
        <p:spPr>
          <a:xfrm>
            <a:off x="606056" y="1825625"/>
            <a:ext cx="11189704" cy="4351338"/>
          </a:xfrm>
        </p:spPr>
        <p:txBody>
          <a:bodyPr>
            <a:normAutofit fontScale="85000" lnSpcReduction="20000"/>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Pick up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2   Open to middle of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3   Look at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4   </a:t>
            </a:r>
            <a:r>
              <a:rPr lang="en-GB" sz="2800" b="1" dirty="0">
                <a:solidFill>
                  <a:schemeClr val="accent2">
                    <a:lumMod val="40000"/>
                    <a:lumOff val="60000"/>
                  </a:schemeClr>
                </a:solidFill>
                <a:highlight>
                  <a:srgbClr val="808080"/>
                </a:highlight>
                <a:latin typeface="Consolas"/>
                <a:ea typeface="Consolas"/>
                <a:cs typeface="Consolas"/>
                <a:sym typeface="Consolas"/>
              </a:rPr>
              <a:t>If</a:t>
            </a:r>
            <a:r>
              <a:rPr lang="en-GB" sz="2800" dirty="0">
                <a:solidFill>
                  <a:schemeClr val="accent2">
                    <a:lumMod val="40000"/>
                    <a:lumOff val="60000"/>
                  </a:schemeClr>
                </a:solidFill>
                <a:latin typeface="Consolas"/>
                <a:ea typeface="Consolas"/>
                <a:cs typeface="Consolas"/>
                <a:sym typeface="Consolas"/>
              </a:rPr>
              <a:t> person is on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5       Call person</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6   </a:t>
            </a:r>
            <a:r>
              <a:rPr lang="en-GB" sz="2800" b="1" dirty="0">
                <a:solidFill>
                  <a:schemeClr val="accent2">
                    <a:lumMod val="40000"/>
                    <a:lumOff val="60000"/>
                  </a:schemeClr>
                </a:solidFill>
                <a:highlight>
                  <a:srgbClr val="808080"/>
                </a:highlight>
                <a:latin typeface="Consolas"/>
                <a:ea typeface="Consolas"/>
                <a:cs typeface="Consolas"/>
                <a:sym typeface="Consolas"/>
              </a:rPr>
              <a:t>Else if</a:t>
            </a:r>
            <a:r>
              <a:rPr lang="en-GB" sz="2800" dirty="0">
                <a:solidFill>
                  <a:schemeClr val="accent2">
                    <a:lumMod val="40000"/>
                    <a:lumOff val="60000"/>
                  </a:schemeClr>
                </a:solidFill>
                <a:latin typeface="Consolas"/>
                <a:ea typeface="Consolas"/>
                <a:cs typeface="Consolas"/>
                <a:sym typeface="Consolas"/>
              </a:rPr>
              <a:t> person is earlier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7       Open to middle of left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8       Go back 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9   </a:t>
            </a:r>
            <a:r>
              <a:rPr lang="en-GB" sz="2800" b="1" dirty="0">
                <a:solidFill>
                  <a:schemeClr val="accent2">
                    <a:lumMod val="40000"/>
                    <a:lumOff val="60000"/>
                  </a:schemeClr>
                </a:solidFill>
                <a:highlight>
                  <a:srgbClr val="808080"/>
                </a:highlight>
                <a:latin typeface="Consolas"/>
                <a:ea typeface="Consolas"/>
                <a:cs typeface="Consolas"/>
                <a:sym typeface="Consolas"/>
              </a:rPr>
              <a:t>Else if</a:t>
            </a:r>
            <a:r>
              <a:rPr lang="en-GB" sz="2800" dirty="0">
                <a:solidFill>
                  <a:schemeClr val="accent2">
                    <a:lumMod val="40000"/>
                    <a:lumOff val="60000"/>
                  </a:schemeClr>
                </a:solidFill>
                <a:latin typeface="Consolas"/>
                <a:ea typeface="Consolas"/>
                <a:cs typeface="Consolas"/>
                <a:sym typeface="Consolas"/>
              </a:rPr>
              <a:t> person is later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10      Open to middle of right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11      Go back 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12  </a:t>
            </a:r>
            <a:r>
              <a:rPr lang="en-GB" sz="2800" b="1" dirty="0">
                <a:solidFill>
                  <a:schemeClr val="accent2">
                    <a:lumMod val="40000"/>
                    <a:lumOff val="60000"/>
                  </a:schemeClr>
                </a:solidFill>
                <a:highlight>
                  <a:srgbClr val="808080"/>
                </a:highlight>
                <a:latin typeface="Consolas"/>
                <a:ea typeface="Consolas"/>
                <a:cs typeface="Consolas"/>
                <a:sym typeface="Consolas"/>
              </a:rPr>
              <a:t>Else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13      Quit</a:t>
            </a:r>
          </a:p>
        </p:txBody>
      </p:sp>
      <p:pic>
        <p:nvPicPr>
          <p:cNvPr id="3" name="Picture 2">
            <a:extLst>
              <a:ext uri="{FF2B5EF4-FFF2-40B4-BE49-F238E27FC236}">
                <a16:creationId xmlns:a16="http://schemas.microsoft.com/office/drawing/2014/main" id="{C747EF05-FDC8-84F8-FCD1-0D0D4A459A80}"/>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1EC805CE-61E4-E3C3-ECD4-9533D3ED951A}"/>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38868656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E1A6D-56BE-D8B1-C6F3-B4F611E47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3245E-1BD3-C82A-4DAB-F4A32DE6AAAB}"/>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CC62C021-4F05-8C3A-14DA-8338AB87920E}"/>
              </a:ext>
            </a:extLst>
          </p:cNvPr>
          <p:cNvSpPr>
            <a:spLocks noGrp="1"/>
          </p:cNvSpPr>
          <p:nvPr>
            <p:ph sz="half" idx="2"/>
          </p:nvPr>
        </p:nvSpPr>
        <p:spPr>
          <a:xfrm>
            <a:off x="606056" y="1825625"/>
            <a:ext cx="11189704" cy="4351338"/>
          </a:xfrm>
        </p:spPr>
        <p:txBody>
          <a:bodyPr>
            <a:normAutofit fontScale="85000" lnSpcReduction="20000"/>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Pick up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2   Open to middle of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3   Look at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4   If </a:t>
            </a:r>
            <a:r>
              <a:rPr lang="en-GB" sz="2800" b="1" dirty="0">
                <a:solidFill>
                  <a:schemeClr val="accent2">
                    <a:lumMod val="40000"/>
                    <a:lumOff val="60000"/>
                  </a:schemeClr>
                </a:solidFill>
                <a:highlight>
                  <a:srgbClr val="808080"/>
                </a:highlight>
                <a:latin typeface="Consolas"/>
                <a:ea typeface="Consolas"/>
                <a:cs typeface="Consolas"/>
                <a:sym typeface="Consolas"/>
              </a:rPr>
              <a:t>person is on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5       Call person</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6   Else if </a:t>
            </a:r>
            <a:r>
              <a:rPr lang="en-GB" sz="2800" b="1" dirty="0">
                <a:solidFill>
                  <a:schemeClr val="accent2">
                    <a:lumMod val="40000"/>
                    <a:lumOff val="60000"/>
                  </a:schemeClr>
                </a:solidFill>
                <a:highlight>
                  <a:srgbClr val="808080"/>
                </a:highlight>
                <a:latin typeface="Consolas"/>
                <a:ea typeface="Consolas"/>
                <a:cs typeface="Consolas"/>
                <a:sym typeface="Consolas"/>
              </a:rPr>
              <a:t>person is earlier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7       Open to middle of left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8       Go back 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9   Else if </a:t>
            </a:r>
            <a:r>
              <a:rPr lang="en-GB" sz="2800" b="1" dirty="0">
                <a:solidFill>
                  <a:schemeClr val="accent2">
                    <a:lumMod val="40000"/>
                    <a:lumOff val="60000"/>
                  </a:schemeClr>
                </a:solidFill>
                <a:highlight>
                  <a:srgbClr val="808080"/>
                </a:highlight>
                <a:latin typeface="Consolas"/>
                <a:ea typeface="Consolas"/>
                <a:cs typeface="Consolas"/>
                <a:sym typeface="Consolas"/>
              </a:rPr>
              <a:t>person is later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10      Open to middle of right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11      Go back 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12  Else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13      Quit</a:t>
            </a:r>
          </a:p>
        </p:txBody>
      </p:sp>
      <p:pic>
        <p:nvPicPr>
          <p:cNvPr id="3" name="Picture 2">
            <a:extLst>
              <a:ext uri="{FF2B5EF4-FFF2-40B4-BE49-F238E27FC236}">
                <a16:creationId xmlns:a16="http://schemas.microsoft.com/office/drawing/2014/main" id="{CAEDF4D4-98F2-6880-9B68-B4BAA52DD841}"/>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9A18830E-F2B0-08B7-D227-05B31E2AB926}"/>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16633023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D2995-852C-9DC4-4333-0D4B6ADF8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60CD9-70A0-BFCA-2BCD-BF3FB9E84C6D}"/>
              </a:ext>
            </a:extLst>
          </p:cNvPr>
          <p:cNvSpPr>
            <a:spLocks noGrp="1"/>
          </p:cNvSpPr>
          <p:nvPr>
            <p:ph type="title"/>
          </p:nvPr>
        </p:nvSpPr>
        <p:spPr/>
        <p:txBody>
          <a:bodyPr/>
          <a:lstStyle/>
          <a:p>
            <a:r>
              <a:rPr lang="en-GB" dirty="0"/>
              <a:t>Pseudocode</a:t>
            </a:r>
          </a:p>
        </p:txBody>
      </p:sp>
      <p:sp>
        <p:nvSpPr>
          <p:cNvPr id="5" name="Content Placeholder 4">
            <a:extLst>
              <a:ext uri="{FF2B5EF4-FFF2-40B4-BE49-F238E27FC236}">
                <a16:creationId xmlns:a16="http://schemas.microsoft.com/office/drawing/2014/main" id="{9F77180C-5F97-E08B-F565-F0C8594721AE}"/>
              </a:ext>
            </a:extLst>
          </p:cNvPr>
          <p:cNvSpPr>
            <a:spLocks noGrp="1"/>
          </p:cNvSpPr>
          <p:nvPr>
            <p:ph sz="half" idx="2"/>
          </p:nvPr>
        </p:nvSpPr>
        <p:spPr>
          <a:xfrm>
            <a:off x="606056" y="1825625"/>
            <a:ext cx="11189704" cy="4351338"/>
          </a:xfrm>
        </p:spPr>
        <p:txBody>
          <a:bodyPr>
            <a:normAutofit fontScale="85000" lnSpcReduction="20000"/>
          </a:bodyPr>
          <a:lstStyle/>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   Pick up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2   Open to middle of phone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3   Look at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4   If person is on page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5       Call person</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6   Else if person is earlier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7       Open to middle of left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8       </a:t>
            </a:r>
            <a:r>
              <a:rPr lang="en-GB" sz="2800" b="1" dirty="0">
                <a:solidFill>
                  <a:schemeClr val="accent2">
                    <a:lumMod val="40000"/>
                    <a:lumOff val="60000"/>
                  </a:schemeClr>
                </a:solidFill>
                <a:highlight>
                  <a:srgbClr val="808080"/>
                </a:highlight>
                <a:latin typeface="Consolas"/>
                <a:ea typeface="Consolas"/>
                <a:cs typeface="Consolas"/>
                <a:sym typeface="Consolas"/>
              </a:rPr>
              <a:t>Go back</a:t>
            </a:r>
            <a:r>
              <a:rPr lang="en-GB" sz="2800" b="1" dirty="0">
                <a:solidFill>
                  <a:schemeClr val="accent2">
                    <a:lumMod val="40000"/>
                    <a:lumOff val="60000"/>
                  </a:schemeClr>
                </a:solidFill>
                <a:latin typeface="Consolas"/>
                <a:ea typeface="Consolas"/>
                <a:cs typeface="Consolas"/>
                <a:sym typeface="Consolas"/>
              </a:rPr>
              <a:t> </a:t>
            </a:r>
            <a:r>
              <a:rPr lang="en-GB" sz="2800" dirty="0">
                <a:solidFill>
                  <a:schemeClr val="accent2">
                    <a:lumMod val="40000"/>
                    <a:lumOff val="60000"/>
                  </a:schemeClr>
                </a:solidFill>
                <a:latin typeface="Consolas"/>
                <a:ea typeface="Consolas"/>
                <a:cs typeface="Consolas"/>
                <a:sym typeface="Consolas"/>
              </a:rPr>
              <a:t>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9   Else if person is later in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10      Open to middle of right half of book</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11      </a:t>
            </a:r>
            <a:r>
              <a:rPr lang="en-GB" sz="2800" b="1" dirty="0">
                <a:solidFill>
                  <a:schemeClr val="accent2">
                    <a:lumMod val="40000"/>
                    <a:lumOff val="60000"/>
                  </a:schemeClr>
                </a:solidFill>
                <a:highlight>
                  <a:srgbClr val="808080"/>
                </a:highlight>
                <a:latin typeface="Consolas"/>
                <a:ea typeface="Consolas"/>
                <a:cs typeface="Consolas"/>
                <a:sym typeface="Consolas"/>
              </a:rPr>
              <a:t>Go back</a:t>
            </a:r>
            <a:r>
              <a:rPr lang="en-GB" sz="2800" b="1" dirty="0">
                <a:solidFill>
                  <a:schemeClr val="accent2">
                    <a:lumMod val="40000"/>
                    <a:lumOff val="60000"/>
                  </a:schemeClr>
                </a:solidFill>
                <a:latin typeface="Consolas"/>
                <a:ea typeface="Consolas"/>
                <a:cs typeface="Consolas"/>
                <a:sym typeface="Consolas"/>
              </a:rPr>
              <a:t> </a:t>
            </a:r>
            <a:r>
              <a:rPr lang="en-GB" sz="2800" dirty="0">
                <a:solidFill>
                  <a:schemeClr val="accent2">
                    <a:lumMod val="40000"/>
                    <a:lumOff val="60000"/>
                  </a:schemeClr>
                </a:solidFill>
                <a:latin typeface="Consolas"/>
                <a:ea typeface="Consolas"/>
                <a:cs typeface="Consolas"/>
                <a:sym typeface="Consolas"/>
              </a:rPr>
              <a:t>to line 3</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12  Else</a:t>
            </a:r>
          </a:p>
          <a:p>
            <a:pPr marL="0" lvl="0" indent="0" algn="l" rtl="0">
              <a:lnSpc>
                <a:spcPct val="100000"/>
              </a:lnSpc>
              <a:spcBef>
                <a:spcPts val="0"/>
              </a:spcBef>
              <a:spcAft>
                <a:spcPts val="0"/>
              </a:spcAft>
              <a:buNone/>
            </a:pPr>
            <a:r>
              <a:rPr lang="en-GB" sz="2800" dirty="0">
                <a:solidFill>
                  <a:schemeClr val="accent2">
                    <a:lumMod val="40000"/>
                    <a:lumOff val="60000"/>
                  </a:schemeClr>
                </a:solidFill>
                <a:latin typeface="Consolas"/>
                <a:ea typeface="Consolas"/>
                <a:cs typeface="Consolas"/>
                <a:sym typeface="Consolas"/>
              </a:rPr>
              <a:t>13      Quit</a:t>
            </a:r>
          </a:p>
        </p:txBody>
      </p:sp>
      <p:pic>
        <p:nvPicPr>
          <p:cNvPr id="3" name="Picture 2">
            <a:extLst>
              <a:ext uri="{FF2B5EF4-FFF2-40B4-BE49-F238E27FC236}">
                <a16:creationId xmlns:a16="http://schemas.microsoft.com/office/drawing/2014/main" id="{5AB8F73F-E4ED-0514-164D-391159D1424D}"/>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4" name="Picture 3">
            <a:extLst>
              <a:ext uri="{FF2B5EF4-FFF2-40B4-BE49-F238E27FC236}">
                <a16:creationId xmlns:a16="http://schemas.microsoft.com/office/drawing/2014/main" id="{10A127EE-19AA-51DE-EB14-B1BFA7F6E3DA}"/>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18750137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6BC65-862A-1CE5-7BF5-4BBBC758D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2635E-1D0F-7747-A578-9539C65A6073}"/>
              </a:ext>
            </a:extLst>
          </p:cNvPr>
          <p:cNvSpPr>
            <a:spLocks noGrp="1"/>
          </p:cNvSpPr>
          <p:nvPr>
            <p:ph type="title"/>
          </p:nvPr>
        </p:nvSpPr>
        <p:spPr/>
        <p:txBody>
          <a:bodyPr/>
          <a:lstStyle/>
          <a:p>
            <a:r>
              <a:rPr lang="en-GB" dirty="0"/>
              <a:t>Artificial Intelligence</a:t>
            </a:r>
          </a:p>
        </p:txBody>
      </p:sp>
      <p:sp>
        <p:nvSpPr>
          <p:cNvPr id="3" name="Content Placeholder 2">
            <a:extLst>
              <a:ext uri="{FF2B5EF4-FFF2-40B4-BE49-F238E27FC236}">
                <a16:creationId xmlns:a16="http://schemas.microsoft.com/office/drawing/2014/main" id="{916EDB7F-5A79-E53F-B458-735CBF56B1D1}"/>
              </a:ext>
            </a:extLst>
          </p:cNvPr>
          <p:cNvSpPr>
            <a:spLocks noGrp="1"/>
          </p:cNvSpPr>
          <p:nvPr>
            <p:ph idx="1"/>
          </p:nvPr>
        </p:nvSpPr>
        <p:spPr/>
        <p:txBody>
          <a:bodyPr>
            <a:normAutofit/>
          </a:bodyPr>
          <a:lstStyle/>
          <a:p>
            <a:pPr marL="0" indent="0">
              <a:buNone/>
            </a:pPr>
            <a:r>
              <a:rPr lang="en-GB" sz="2400" b="0" i="0" dirty="0">
                <a:solidFill>
                  <a:schemeClr val="accent2">
                    <a:lumMod val="40000"/>
                    <a:lumOff val="60000"/>
                  </a:schemeClr>
                </a:solidFill>
                <a:effectLst/>
                <a:latin typeface="Lucida Console" panose="020B0609040504020204" pitchFamily="49" charset="0"/>
              </a:rPr>
              <a:t>If student says hello </a:t>
            </a:r>
          </a:p>
          <a:p>
            <a:pPr marL="0" indent="0">
              <a:buNone/>
            </a:pPr>
            <a:r>
              <a:rPr lang="en-GB" sz="2400" b="0" i="0" dirty="0">
                <a:solidFill>
                  <a:schemeClr val="accent2">
                    <a:lumMod val="40000"/>
                    <a:lumOff val="60000"/>
                  </a:schemeClr>
                </a:solidFill>
                <a:effectLst/>
                <a:latin typeface="Lucida Console" panose="020B0609040504020204" pitchFamily="49" charset="0"/>
              </a:rPr>
              <a:t>	Say hello </a:t>
            </a:r>
          </a:p>
          <a:p>
            <a:pPr marL="0" indent="0">
              <a:buNone/>
            </a:pPr>
            <a:r>
              <a:rPr lang="en-GB" sz="2400" b="0" i="0" dirty="0">
                <a:solidFill>
                  <a:schemeClr val="accent2">
                    <a:lumMod val="40000"/>
                    <a:lumOff val="60000"/>
                  </a:schemeClr>
                </a:solidFill>
                <a:effectLst/>
                <a:latin typeface="Lucida Console" panose="020B0609040504020204" pitchFamily="49" charset="0"/>
              </a:rPr>
              <a:t>Else if student says goodbye </a:t>
            </a:r>
          </a:p>
          <a:p>
            <a:pPr marL="0" indent="0">
              <a:buNone/>
            </a:pPr>
            <a:r>
              <a:rPr lang="en-GB" sz="2400" b="0" i="0" dirty="0">
                <a:solidFill>
                  <a:schemeClr val="accent2">
                    <a:lumMod val="40000"/>
                    <a:lumOff val="60000"/>
                  </a:schemeClr>
                </a:solidFill>
                <a:effectLst/>
                <a:latin typeface="Lucida Console" panose="020B0609040504020204" pitchFamily="49" charset="0"/>
              </a:rPr>
              <a:t>	Say goodbye </a:t>
            </a:r>
          </a:p>
          <a:p>
            <a:pPr marL="0" indent="0">
              <a:buNone/>
            </a:pPr>
            <a:r>
              <a:rPr lang="en-GB" sz="2400" b="0" i="0" dirty="0">
                <a:solidFill>
                  <a:schemeClr val="accent2">
                    <a:lumMod val="40000"/>
                    <a:lumOff val="60000"/>
                  </a:schemeClr>
                </a:solidFill>
                <a:effectLst/>
                <a:latin typeface="Lucida Console" panose="020B0609040504020204" pitchFamily="49" charset="0"/>
              </a:rPr>
              <a:t>Else if student asks how you are </a:t>
            </a:r>
          </a:p>
          <a:p>
            <a:pPr marL="0" indent="0">
              <a:buNone/>
            </a:pPr>
            <a:r>
              <a:rPr lang="en-GB" sz="2400" b="0" i="0" dirty="0">
                <a:solidFill>
                  <a:schemeClr val="accent2">
                    <a:lumMod val="40000"/>
                    <a:lumOff val="60000"/>
                  </a:schemeClr>
                </a:solidFill>
                <a:effectLst/>
                <a:latin typeface="Lucida Console" panose="020B0609040504020204" pitchFamily="49" charset="0"/>
              </a:rPr>
              <a:t>	Say well </a:t>
            </a:r>
          </a:p>
          <a:p>
            <a:pPr marL="0" indent="0">
              <a:buNone/>
            </a:pPr>
            <a:r>
              <a:rPr lang="en-GB" sz="2400" b="0" i="0" dirty="0">
                <a:solidFill>
                  <a:schemeClr val="accent2">
                    <a:lumMod val="40000"/>
                    <a:lumOff val="60000"/>
                  </a:schemeClr>
                </a:solidFill>
                <a:effectLst/>
                <a:latin typeface="Lucida Console" panose="020B0609040504020204" pitchFamily="49" charset="0"/>
              </a:rPr>
              <a:t>Else if student asks why 111 in binary is 7 in decimal ...</a:t>
            </a:r>
            <a:endParaRPr lang="en-GB" sz="2400" dirty="0">
              <a:solidFill>
                <a:schemeClr val="accent2">
                  <a:lumMod val="40000"/>
                  <a:lumOff val="60000"/>
                </a:schemeClr>
              </a:solidFill>
              <a:latin typeface="Lucida Console" panose="020B0609040504020204" pitchFamily="49" charset="0"/>
            </a:endParaRPr>
          </a:p>
        </p:txBody>
      </p:sp>
      <p:pic>
        <p:nvPicPr>
          <p:cNvPr id="4" name="Picture 3">
            <a:extLst>
              <a:ext uri="{FF2B5EF4-FFF2-40B4-BE49-F238E27FC236}">
                <a16:creationId xmlns:a16="http://schemas.microsoft.com/office/drawing/2014/main" id="{16CD6A34-D312-C21B-ABD8-AEE16087DDA1}"/>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A2099C0F-97F9-D71F-238B-DC3DA2306428}"/>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23306663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294CC-6A68-863C-30DD-523044F3A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3CC93-8FF7-0E5E-9632-3A5C46FA8A07}"/>
              </a:ext>
            </a:extLst>
          </p:cNvPr>
          <p:cNvSpPr>
            <a:spLocks noGrp="1"/>
          </p:cNvSpPr>
          <p:nvPr>
            <p:ph type="title"/>
          </p:nvPr>
        </p:nvSpPr>
        <p:spPr>
          <a:xfrm>
            <a:off x="838200" y="2862262"/>
            <a:ext cx="10515600" cy="1133475"/>
          </a:xfrm>
        </p:spPr>
        <p:txBody>
          <a:bodyPr/>
          <a:lstStyle/>
          <a:p>
            <a:r>
              <a:rPr lang="en-GB" dirty="0"/>
              <a:t>Break</a:t>
            </a:r>
          </a:p>
        </p:txBody>
      </p:sp>
      <p:pic>
        <p:nvPicPr>
          <p:cNvPr id="7" name="Picture 6">
            <a:extLst>
              <a:ext uri="{FF2B5EF4-FFF2-40B4-BE49-F238E27FC236}">
                <a16:creationId xmlns:a16="http://schemas.microsoft.com/office/drawing/2014/main" id="{D5DC3F8F-D8CD-4B9B-CEEF-A3FFA47593E6}"/>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8" name="Picture 7">
            <a:extLst>
              <a:ext uri="{FF2B5EF4-FFF2-40B4-BE49-F238E27FC236}">
                <a16:creationId xmlns:a16="http://schemas.microsoft.com/office/drawing/2014/main" id="{160C9357-1C99-29DE-9E1F-092AE3C7E9BD}"/>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sp>
        <p:nvSpPr>
          <p:cNvPr id="20" name="Freeform 6">
            <a:extLst>
              <a:ext uri="{FF2B5EF4-FFF2-40B4-BE49-F238E27FC236}">
                <a16:creationId xmlns:a16="http://schemas.microsoft.com/office/drawing/2014/main" id="{6CC95B73-4625-3D79-82C3-B8434AF76E8B}"/>
              </a:ext>
            </a:extLst>
          </p:cNvPr>
          <p:cNvSpPr>
            <a:spLocks noChangeAspect="1"/>
          </p:cNvSpPr>
          <p:nvPr/>
        </p:nvSpPr>
        <p:spPr>
          <a:xfrm>
            <a:off x="8698390" y="1495189"/>
            <a:ext cx="2552629" cy="3867620"/>
          </a:xfrm>
          <a:custGeom>
            <a:avLst/>
            <a:gdLst/>
            <a:ahLst/>
            <a:cxnLst/>
            <a:rect l="l" t="t" r="r" b="b"/>
            <a:pathLst>
              <a:path w="5431536" h="8229600">
                <a:moveTo>
                  <a:pt x="0" y="0"/>
                </a:moveTo>
                <a:lnTo>
                  <a:pt x="5431536" y="0"/>
                </a:lnTo>
                <a:lnTo>
                  <a:pt x="5431536" y="8229600"/>
                </a:lnTo>
                <a:lnTo>
                  <a:pt x="0" y="8229600"/>
                </a:lnTo>
                <a:lnTo>
                  <a:pt x="0" y="0"/>
                </a:lnTo>
                <a:close/>
              </a:path>
            </a:pathLst>
          </a:custGeom>
          <a:blipFill>
            <a:blip r:embed="rId4"/>
            <a:stretch>
              <a:fillRect/>
            </a:stretch>
          </a:blipFill>
        </p:spPr>
        <p:txBody>
          <a:bodyPr/>
          <a:lstStyle/>
          <a:p>
            <a:endParaRPr lang="en-GB"/>
          </a:p>
        </p:txBody>
      </p:sp>
      <p:pic>
        <p:nvPicPr>
          <p:cNvPr id="21" name="Picture 2">
            <a:extLst>
              <a:ext uri="{FF2B5EF4-FFF2-40B4-BE49-F238E27FC236}">
                <a16:creationId xmlns:a16="http://schemas.microsoft.com/office/drawing/2014/main" id="{827E97B3-4B82-B761-1E16-D2B919BD66E7}"/>
              </a:ext>
            </a:extLst>
          </p:cNvPr>
          <p:cNvPicPr>
            <a:picLocks noChangeAspect="1"/>
          </p:cNvPicPr>
          <p:nvPr/>
        </p:nvPicPr>
        <p:blipFill>
          <a:blip r:embed="rId5"/>
          <a:stretch>
            <a:fillRect/>
          </a:stretch>
        </p:blipFill>
        <p:spPr>
          <a:xfrm>
            <a:off x="3831602" y="1529519"/>
            <a:ext cx="3587833" cy="3587833"/>
          </a:xfrm>
          <a:prstGeom prst="rect">
            <a:avLst/>
          </a:prstGeom>
        </p:spPr>
      </p:pic>
      <p:sp>
        <p:nvSpPr>
          <p:cNvPr id="22" name="TextBox 21">
            <a:extLst>
              <a:ext uri="{FF2B5EF4-FFF2-40B4-BE49-F238E27FC236}">
                <a16:creationId xmlns:a16="http://schemas.microsoft.com/office/drawing/2014/main" id="{44BDB3DD-0E39-8780-9EB8-ED2761A80AF2}"/>
              </a:ext>
            </a:extLst>
          </p:cNvPr>
          <p:cNvSpPr txBox="1"/>
          <p:nvPr/>
        </p:nvSpPr>
        <p:spPr>
          <a:xfrm>
            <a:off x="4585008" y="4959148"/>
            <a:ext cx="2081019" cy="369332"/>
          </a:xfrm>
          <a:prstGeom prst="rect">
            <a:avLst/>
          </a:prstGeom>
          <a:noFill/>
        </p:spPr>
        <p:txBody>
          <a:bodyPr wrap="none" rtlCol="0">
            <a:spAutoFit/>
          </a:bodyPr>
          <a:lstStyle/>
          <a:p>
            <a:r>
              <a:rPr lang="en-GB" dirty="0"/>
              <a:t>Fill out form please</a:t>
            </a:r>
          </a:p>
        </p:txBody>
      </p:sp>
    </p:spTree>
    <p:extLst>
      <p:ext uri="{BB962C8B-B14F-4D97-AF65-F5344CB8AC3E}">
        <p14:creationId xmlns:p14="http://schemas.microsoft.com/office/powerpoint/2010/main" val="11302916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79C4B6-2F82-F694-B6CF-5A0B88996185}"/>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6" name="Picture 5">
            <a:extLst>
              <a:ext uri="{FF2B5EF4-FFF2-40B4-BE49-F238E27FC236}">
                <a16:creationId xmlns:a16="http://schemas.microsoft.com/office/drawing/2014/main" id="{5BAC4513-EBC0-4E57-FCAA-049EB9A937A8}"/>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pic>
        <p:nvPicPr>
          <p:cNvPr id="7" name="Picture 6">
            <a:extLst>
              <a:ext uri="{FF2B5EF4-FFF2-40B4-BE49-F238E27FC236}">
                <a16:creationId xmlns:a16="http://schemas.microsoft.com/office/drawing/2014/main" id="{B325667E-4D3A-2FBC-EDBA-3D62CD229E04}"/>
              </a:ext>
            </a:extLst>
          </p:cNvPr>
          <p:cNvPicPr>
            <a:picLocks noChangeAspect="1"/>
          </p:cNvPicPr>
          <p:nvPr/>
        </p:nvPicPr>
        <p:blipFill>
          <a:blip r:embed="rId4">
            <a:alphaModFix/>
          </a:blip>
          <a:srcRect l="16420" r="16416"/>
          <a:stretch/>
        </p:blipFill>
        <p:spPr>
          <a:xfrm>
            <a:off x="5918538" y="1261527"/>
            <a:ext cx="4983927" cy="4174074"/>
          </a:xfrm>
          <a:prstGeom prst="rect">
            <a:avLst/>
          </a:prstGeom>
        </p:spPr>
      </p:pic>
      <p:sp>
        <p:nvSpPr>
          <p:cNvPr id="10" name="Title 1">
            <a:extLst>
              <a:ext uri="{FF2B5EF4-FFF2-40B4-BE49-F238E27FC236}">
                <a16:creationId xmlns:a16="http://schemas.microsoft.com/office/drawing/2014/main" id="{09F7819A-163C-7709-7FEF-5F0969037894}"/>
              </a:ext>
            </a:extLst>
          </p:cNvPr>
          <p:cNvSpPr>
            <a:spLocks noGrp="1"/>
          </p:cNvSpPr>
          <p:nvPr>
            <p:ph type="title"/>
          </p:nvPr>
        </p:nvSpPr>
        <p:spPr>
          <a:xfrm>
            <a:off x="838200" y="2862262"/>
            <a:ext cx="10515600" cy="1133475"/>
          </a:xfrm>
        </p:spPr>
        <p:txBody>
          <a:bodyPr/>
          <a:lstStyle/>
          <a:p>
            <a:r>
              <a:rPr lang="en-GB" dirty="0"/>
              <a:t>This week</a:t>
            </a:r>
          </a:p>
        </p:txBody>
      </p:sp>
    </p:spTree>
    <p:extLst>
      <p:ext uri="{BB962C8B-B14F-4D97-AF65-F5344CB8AC3E}">
        <p14:creationId xmlns:p14="http://schemas.microsoft.com/office/powerpoint/2010/main" val="39381629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3AEFA-372C-1444-F243-1E0EA6AA9635}"/>
              </a:ext>
            </a:extLst>
          </p:cNvPr>
          <p:cNvSpPr>
            <a:spLocks noGrp="1"/>
          </p:cNvSpPr>
          <p:nvPr>
            <p:ph type="title"/>
          </p:nvPr>
        </p:nvSpPr>
        <p:spPr/>
        <p:txBody>
          <a:bodyPr/>
          <a:lstStyle/>
          <a:p>
            <a:r>
              <a:rPr lang="en-GB" dirty="0"/>
              <a:t>Introducing scratch</a:t>
            </a:r>
          </a:p>
        </p:txBody>
      </p:sp>
      <p:sp>
        <p:nvSpPr>
          <p:cNvPr id="3" name="Content Placeholder 2">
            <a:extLst>
              <a:ext uri="{FF2B5EF4-FFF2-40B4-BE49-F238E27FC236}">
                <a16:creationId xmlns:a16="http://schemas.microsoft.com/office/drawing/2014/main" id="{47EF67B4-1330-CF66-6D21-EC6A9BDA8600}"/>
              </a:ext>
            </a:extLst>
          </p:cNvPr>
          <p:cNvSpPr>
            <a:spLocks noGrp="1"/>
          </p:cNvSpPr>
          <p:nvPr>
            <p:ph idx="1"/>
          </p:nvPr>
        </p:nvSpPr>
        <p:spPr>
          <a:xfrm>
            <a:off x="838200" y="1825625"/>
            <a:ext cx="5166360" cy="4351338"/>
          </a:xfrm>
        </p:spPr>
        <p:txBody>
          <a:bodyPr>
            <a:normAutofit/>
          </a:bodyPr>
          <a:lstStyle/>
          <a:p>
            <a:r>
              <a:rPr lang="en-GB" dirty="0"/>
              <a:t>Visual programming language</a:t>
            </a:r>
          </a:p>
          <a:p>
            <a:r>
              <a:rPr lang="en-GB" dirty="0"/>
              <a:t>Uses same essential coding building blocks as other languages</a:t>
            </a:r>
          </a:p>
          <a:p>
            <a:pPr lvl="1"/>
            <a:r>
              <a:rPr lang="en-GB" dirty="0"/>
              <a:t>Functions</a:t>
            </a:r>
          </a:p>
          <a:p>
            <a:pPr lvl="1"/>
            <a:r>
              <a:rPr lang="en-GB" dirty="0"/>
              <a:t>Conditionals</a:t>
            </a:r>
          </a:p>
          <a:p>
            <a:pPr lvl="1"/>
            <a:r>
              <a:rPr lang="en-GB" dirty="0"/>
              <a:t>Boolean expressions</a:t>
            </a:r>
          </a:p>
          <a:p>
            <a:pPr lvl="1"/>
            <a:r>
              <a:rPr lang="en-GB" dirty="0"/>
              <a:t>Loops</a:t>
            </a:r>
          </a:p>
          <a:p>
            <a:pPr lvl="1"/>
            <a:r>
              <a:rPr lang="en-GB" dirty="0"/>
              <a:t>Etc…</a:t>
            </a:r>
          </a:p>
        </p:txBody>
      </p:sp>
      <p:pic>
        <p:nvPicPr>
          <p:cNvPr id="4" name="Picture 3">
            <a:extLst>
              <a:ext uri="{FF2B5EF4-FFF2-40B4-BE49-F238E27FC236}">
                <a16:creationId xmlns:a16="http://schemas.microsoft.com/office/drawing/2014/main" id="{8E0150B7-5578-B95A-6E40-ACB52E0E2AC5}"/>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5" name="Picture 4">
            <a:extLst>
              <a:ext uri="{FF2B5EF4-FFF2-40B4-BE49-F238E27FC236}">
                <a16:creationId xmlns:a16="http://schemas.microsoft.com/office/drawing/2014/main" id="{71BDAB06-8ACD-1B7B-9BE7-8DBDFE800306}"/>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pic>
        <p:nvPicPr>
          <p:cNvPr id="6" name="Picture 5">
            <a:extLst>
              <a:ext uri="{FF2B5EF4-FFF2-40B4-BE49-F238E27FC236}">
                <a16:creationId xmlns:a16="http://schemas.microsoft.com/office/drawing/2014/main" id="{10328040-8CA2-60AD-DA2A-2960B74B5342}"/>
              </a:ext>
            </a:extLst>
          </p:cNvPr>
          <p:cNvPicPr>
            <a:picLocks noChangeAspect="1"/>
          </p:cNvPicPr>
          <p:nvPr/>
        </p:nvPicPr>
        <p:blipFill>
          <a:blip r:embed="rId4">
            <a:alphaModFix/>
          </a:blip>
          <a:srcRect l="16420" r="16416"/>
          <a:stretch/>
        </p:blipFill>
        <p:spPr>
          <a:xfrm>
            <a:off x="6578938" y="1825625"/>
            <a:ext cx="4983927" cy="4174074"/>
          </a:xfrm>
          <a:prstGeom prst="rect">
            <a:avLst/>
          </a:prstGeom>
        </p:spPr>
      </p:pic>
    </p:spTree>
    <p:extLst>
      <p:ext uri="{BB962C8B-B14F-4D97-AF65-F5344CB8AC3E}">
        <p14:creationId xmlns:p14="http://schemas.microsoft.com/office/powerpoint/2010/main" val="32484937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AD460-08FA-6842-3CEF-6409EE12D860}"/>
              </a:ext>
            </a:extLst>
          </p:cNvPr>
          <p:cNvSpPr>
            <a:spLocks noGrp="1"/>
          </p:cNvSpPr>
          <p:nvPr>
            <p:ph type="title"/>
          </p:nvPr>
        </p:nvSpPr>
        <p:spPr/>
        <p:txBody>
          <a:bodyPr/>
          <a:lstStyle/>
          <a:p>
            <a:r>
              <a:rPr lang="en-GB" dirty="0"/>
              <a:t>Scratch demos</a:t>
            </a:r>
          </a:p>
        </p:txBody>
      </p:sp>
      <p:sp>
        <p:nvSpPr>
          <p:cNvPr id="3" name="Content Placeholder 2">
            <a:extLst>
              <a:ext uri="{FF2B5EF4-FFF2-40B4-BE49-F238E27FC236}">
                <a16:creationId xmlns:a16="http://schemas.microsoft.com/office/drawing/2014/main" id="{AB53E673-5056-B372-431C-801061565953}"/>
              </a:ext>
            </a:extLst>
          </p:cNvPr>
          <p:cNvSpPr>
            <a:spLocks noGrp="1"/>
          </p:cNvSpPr>
          <p:nvPr>
            <p:ph idx="1"/>
          </p:nvPr>
        </p:nvSpPr>
        <p:spPr/>
        <p:txBody>
          <a:bodyPr/>
          <a:lstStyle/>
          <a:p>
            <a:r>
              <a:rPr lang="en-GB" dirty="0"/>
              <a:t>Meet the scratch IDE</a:t>
            </a:r>
          </a:p>
          <a:p>
            <a:endParaRPr lang="en-GB" dirty="0"/>
          </a:p>
          <a:p>
            <a:r>
              <a:rPr lang="en-GB" dirty="0"/>
              <a:t>Demos</a:t>
            </a:r>
          </a:p>
          <a:p>
            <a:pPr lvl="1"/>
            <a:r>
              <a:rPr lang="en-GB" dirty="0"/>
              <a:t>Hello World</a:t>
            </a:r>
          </a:p>
          <a:p>
            <a:pPr lvl="1"/>
            <a:r>
              <a:rPr lang="en-GB" dirty="0"/>
              <a:t>Hello, You</a:t>
            </a:r>
          </a:p>
          <a:p>
            <a:pPr lvl="1"/>
            <a:r>
              <a:rPr lang="en-GB" dirty="0"/>
              <a:t>Meow &amp; Abstraction</a:t>
            </a:r>
          </a:p>
          <a:p>
            <a:pPr lvl="1"/>
            <a:r>
              <a:rPr lang="en-GB" dirty="0"/>
              <a:t>Conditionals</a:t>
            </a:r>
          </a:p>
          <a:p>
            <a:pPr marL="457200" lvl="1" indent="0">
              <a:buNone/>
            </a:pPr>
            <a:endParaRPr lang="en-GB" dirty="0"/>
          </a:p>
          <a:p>
            <a:pPr lvl="1"/>
            <a:r>
              <a:rPr lang="en-GB" dirty="0" err="1"/>
              <a:t>Oscartime</a:t>
            </a:r>
            <a:endParaRPr lang="en-GB" dirty="0"/>
          </a:p>
          <a:p>
            <a:pPr lvl="1"/>
            <a:r>
              <a:rPr lang="en-GB" dirty="0"/>
              <a:t>Ivy’s Hardest Game</a:t>
            </a:r>
          </a:p>
          <a:p>
            <a:endParaRPr lang="en-GB" dirty="0"/>
          </a:p>
        </p:txBody>
      </p:sp>
      <p:pic>
        <p:nvPicPr>
          <p:cNvPr id="4" name="Picture 3">
            <a:extLst>
              <a:ext uri="{FF2B5EF4-FFF2-40B4-BE49-F238E27FC236}">
                <a16:creationId xmlns:a16="http://schemas.microsoft.com/office/drawing/2014/main" id="{039BEF8F-CE58-0037-5E1F-DF9AFA6DF464}"/>
              </a:ext>
            </a:extLst>
          </p:cNvPr>
          <p:cNvPicPr>
            <a:picLocks noChangeAspect="1"/>
          </p:cNvPicPr>
          <p:nvPr/>
        </p:nvPicPr>
        <p:blipFill>
          <a:blip r:embed="rId2">
            <a:alphaModFix/>
          </a:blip>
          <a:srcRect l="16420" r="16416"/>
          <a:stretch/>
        </p:blipFill>
        <p:spPr>
          <a:xfrm>
            <a:off x="6578938" y="1825625"/>
            <a:ext cx="4983927" cy="4174074"/>
          </a:xfrm>
          <a:prstGeom prst="rect">
            <a:avLst/>
          </a:prstGeom>
        </p:spPr>
      </p:pic>
      <p:pic>
        <p:nvPicPr>
          <p:cNvPr id="5" name="Picture 4">
            <a:extLst>
              <a:ext uri="{FF2B5EF4-FFF2-40B4-BE49-F238E27FC236}">
                <a16:creationId xmlns:a16="http://schemas.microsoft.com/office/drawing/2014/main" id="{892F07BE-4D5F-8913-EFBB-1ABD5A8FE8EF}"/>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6" name="Picture 5">
            <a:extLst>
              <a:ext uri="{FF2B5EF4-FFF2-40B4-BE49-F238E27FC236}">
                <a16:creationId xmlns:a16="http://schemas.microsoft.com/office/drawing/2014/main" id="{927C1C09-3DAB-9103-9956-0CCA5B2D1924}"/>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37139401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6A15F-1A0F-6E2B-97E7-A6ED55A74F90}"/>
              </a:ext>
            </a:extLst>
          </p:cNvPr>
          <p:cNvSpPr>
            <a:spLocks noGrp="1"/>
          </p:cNvSpPr>
          <p:nvPr>
            <p:ph type="title"/>
          </p:nvPr>
        </p:nvSpPr>
        <p:spPr/>
        <p:txBody>
          <a:bodyPr/>
          <a:lstStyle/>
          <a:p>
            <a:r>
              <a:rPr lang="en-GB" dirty="0"/>
              <a:t>Week 1 problem set</a:t>
            </a:r>
          </a:p>
        </p:txBody>
      </p:sp>
      <p:sp>
        <p:nvSpPr>
          <p:cNvPr id="3" name="Content Placeholder 2">
            <a:extLst>
              <a:ext uri="{FF2B5EF4-FFF2-40B4-BE49-F238E27FC236}">
                <a16:creationId xmlns:a16="http://schemas.microsoft.com/office/drawing/2014/main" id="{B1FA0256-A8EB-D7F3-D858-3C1328983D07}"/>
              </a:ext>
            </a:extLst>
          </p:cNvPr>
          <p:cNvSpPr>
            <a:spLocks noGrp="1"/>
          </p:cNvSpPr>
          <p:nvPr>
            <p:ph sz="half" idx="1"/>
          </p:nvPr>
        </p:nvSpPr>
        <p:spPr/>
        <p:txBody>
          <a:bodyPr/>
          <a:lstStyle/>
          <a:p>
            <a:r>
              <a:rPr lang="en-GB" dirty="0"/>
              <a:t>Your project must include:</a:t>
            </a:r>
          </a:p>
          <a:p>
            <a:pPr lvl="1"/>
            <a:r>
              <a:rPr lang="en-GB" dirty="0"/>
              <a:t>At least 2 sprites</a:t>
            </a:r>
          </a:p>
          <a:p>
            <a:pPr lvl="1"/>
            <a:r>
              <a:rPr lang="en-GB" dirty="0"/>
              <a:t>At least three scripts</a:t>
            </a:r>
          </a:p>
          <a:p>
            <a:pPr lvl="1"/>
            <a:r>
              <a:rPr lang="en-GB" dirty="0"/>
              <a:t>One conditional</a:t>
            </a:r>
          </a:p>
          <a:p>
            <a:pPr lvl="1"/>
            <a:r>
              <a:rPr lang="en-GB" dirty="0"/>
              <a:t>One loop</a:t>
            </a:r>
          </a:p>
          <a:p>
            <a:pPr lvl="1"/>
            <a:r>
              <a:rPr lang="en-GB" dirty="0"/>
              <a:t>At least one variable</a:t>
            </a:r>
          </a:p>
          <a:p>
            <a:pPr lvl="1"/>
            <a:r>
              <a:rPr lang="en-GB" dirty="0"/>
              <a:t>At least one custom block</a:t>
            </a:r>
          </a:p>
          <a:p>
            <a:pPr marL="0" indent="0">
              <a:buNone/>
            </a:pPr>
            <a:endParaRPr lang="en-GB" dirty="0"/>
          </a:p>
        </p:txBody>
      </p:sp>
      <p:sp>
        <p:nvSpPr>
          <p:cNvPr id="4" name="Content Placeholder 3">
            <a:extLst>
              <a:ext uri="{FF2B5EF4-FFF2-40B4-BE49-F238E27FC236}">
                <a16:creationId xmlns:a16="http://schemas.microsoft.com/office/drawing/2014/main" id="{F495036E-DC6A-B776-DC10-56C6055F9F21}"/>
              </a:ext>
            </a:extLst>
          </p:cNvPr>
          <p:cNvSpPr>
            <a:spLocks noGrp="1"/>
          </p:cNvSpPr>
          <p:nvPr>
            <p:ph sz="half" idx="2"/>
          </p:nvPr>
        </p:nvSpPr>
        <p:spPr/>
        <p:txBody>
          <a:bodyPr/>
          <a:lstStyle/>
          <a:p>
            <a:r>
              <a:rPr lang="en-GB" dirty="0"/>
              <a:t>Submit using GitHub </a:t>
            </a:r>
            <a:r>
              <a:rPr lang="en-GB" dirty="0" err="1"/>
              <a:t>Codespaces</a:t>
            </a:r>
            <a:endParaRPr lang="en-GB" dirty="0"/>
          </a:p>
          <a:p>
            <a:endParaRPr lang="en-GB" dirty="0"/>
          </a:p>
          <a:p>
            <a:r>
              <a:rPr lang="en-GB" dirty="0"/>
              <a:t>Live demo example</a:t>
            </a:r>
          </a:p>
        </p:txBody>
      </p:sp>
      <p:pic>
        <p:nvPicPr>
          <p:cNvPr id="5" name="Picture 4">
            <a:extLst>
              <a:ext uri="{FF2B5EF4-FFF2-40B4-BE49-F238E27FC236}">
                <a16:creationId xmlns:a16="http://schemas.microsoft.com/office/drawing/2014/main" id="{2CEFB855-D0DC-29FE-8493-AE40E0B78F5D}"/>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6" name="Picture 5">
            <a:extLst>
              <a:ext uri="{FF2B5EF4-FFF2-40B4-BE49-F238E27FC236}">
                <a16:creationId xmlns:a16="http://schemas.microsoft.com/office/drawing/2014/main" id="{E831D60F-9AC4-4903-713A-BEA2B10F2721}"/>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39384391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A7A9E-2718-E974-2198-88EED20B77C7}"/>
              </a:ext>
            </a:extLst>
          </p:cNvPr>
          <p:cNvSpPr>
            <a:spLocks noGrp="1"/>
          </p:cNvSpPr>
          <p:nvPr>
            <p:ph type="title"/>
          </p:nvPr>
        </p:nvSpPr>
        <p:spPr/>
        <p:txBody>
          <a:bodyPr/>
          <a:lstStyle/>
          <a:p>
            <a:r>
              <a:rPr lang="en-GB" dirty="0"/>
              <a:t>Reminders</a:t>
            </a:r>
          </a:p>
        </p:txBody>
      </p:sp>
      <p:sp>
        <p:nvSpPr>
          <p:cNvPr id="5" name="Content Placeholder 4">
            <a:extLst>
              <a:ext uri="{FF2B5EF4-FFF2-40B4-BE49-F238E27FC236}">
                <a16:creationId xmlns:a16="http://schemas.microsoft.com/office/drawing/2014/main" id="{134E04D0-5118-841F-99D2-3EAE21D2FB64}"/>
              </a:ext>
            </a:extLst>
          </p:cNvPr>
          <p:cNvSpPr>
            <a:spLocks noGrp="1"/>
          </p:cNvSpPr>
          <p:nvPr>
            <p:ph idx="1"/>
          </p:nvPr>
        </p:nvSpPr>
        <p:spPr/>
        <p:txBody>
          <a:bodyPr>
            <a:normAutofit/>
          </a:bodyPr>
          <a:lstStyle/>
          <a:p>
            <a:r>
              <a:rPr lang="en-GB" sz="3200" dirty="0"/>
              <a:t>Submit problem set by 23:00 (11pm) on the Tuesday before next Computing Technology class</a:t>
            </a:r>
          </a:p>
          <a:p>
            <a:endParaRPr lang="en-GB" sz="3200" dirty="0"/>
          </a:p>
          <a:p>
            <a:pPr marL="0" indent="0">
              <a:buNone/>
            </a:pPr>
            <a:endParaRPr lang="en-GB" sz="3200" dirty="0"/>
          </a:p>
          <a:p>
            <a:r>
              <a:rPr lang="en-GB" sz="3200" dirty="0"/>
              <a:t>If you get stuck?</a:t>
            </a:r>
          </a:p>
          <a:p>
            <a:pPr lvl="1"/>
            <a:r>
              <a:rPr lang="en-GB" sz="2800" dirty="0"/>
              <a:t>Check through tips on the website</a:t>
            </a:r>
          </a:p>
          <a:p>
            <a:pPr lvl="1"/>
            <a:r>
              <a:rPr lang="en-GB" sz="2800" dirty="0"/>
              <a:t>Drop a message on Discord</a:t>
            </a:r>
          </a:p>
        </p:txBody>
      </p:sp>
      <p:pic>
        <p:nvPicPr>
          <p:cNvPr id="6" name="Picture 5">
            <a:extLst>
              <a:ext uri="{FF2B5EF4-FFF2-40B4-BE49-F238E27FC236}">
                <a16:creationId xmlns:a16="http://schemas.microsoft.com/office/drawing/2014/main" id="{EAAF9514-A1D9-8189-4256-C09E65DC01E0}"/>
              </a:ext>
            </a:extLst>
          </p:cNvPr>
          <p:cNvPicPr>
            <a:picLocks noChangeAspect="1"/>
          </p:cNvPicPr>
          <p:nvPr/>
        </p:nvPicPr>
        <p:blipFill>
          <a:blip r:embed="rId2">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8" name="Picture 7">
            <a:extLst>
              <a:ext uri="{FF2B5EF4-FFF2-40B4-BE49-F238E27FC236}">
                <a16:creationId xmlns:a16="http://schemas.microsoft.com/office/drawing/2014/main" id="{486B4D41-AFB8-1793-1467-9C6C0DB9A312}"/>
              </a:ext>
            </a:extLst>
          </p:cNvPr>
          <p:cNvPicPr>
            <a:picLocks noChangeAspect="1"/>
          </p:cNvPicPr>
          <p:nvPr/>
        </p:nvPicPr>
        <p:blipFill>
          <a:blip r:embed="rId3">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38116040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3C004-9C97-41A4-A2C7-3D8D3D0F53CC}"/>
              </a:ext>
            </a:extLst>
          </p:cNvPr>
          <p:cNvSpPr>
            <a:spLocks noGrp="1"/>
          </p:cNvSpPr>
          <p:nvPr>
            <p:ph type="title"/>
          </p:nvPr>
        </p:nvSpPr>
        <p:spPr/>
        <p:txBody>
          <a:bodyPr/>
          <a:lstStyle/>
          <a:p>
            <a:pPr algn="ctr"/>
            <a:r>
              <a:rPr lang="en-GB" dirty="0"/>
              <a:t>Time to code…</a:t>
            </a:r>
          </a:p>
        </p:txBody>
      </p:sp>
      <p:grpSp>
        <p:nvGrpSpPr>
          <p:cNvPr id="4" name="Group 3">
            <a:extLst>
              <a:ext uri="{FF2B5EF4-FFF2-40B4-BE49-F238E27FC236}">
                <a16:creationId xmlns:a16="http://schemas.microsoft.com/office/drawing/2014/main" id="{4EAC3651-7283-A292-C6D4-2D927822296D}"/>
              </a:ext>
            </a:extLst>
          </p:cNvPr>
          <p:cNvGrpSpPr/>
          <p:nvPr/>
        </p:nvGrpSpPr>
        <p:grpSpPr>
          <a:xfrm>
            <a:off x="3503938" y="2179320"/>
            <a:ext cx="4893302" cy="3967651"/>
            <a:chOff x="4953000" y="495299"/>
            <a:chExt cx="6705600" cy="5468791"/>
          </a:xfrm>
        </p:grpSpPr>
        <p:sp>
          <p:nvSpPr>
            <p:cNvPr id="5" name="Freeform 3">
              <a:extLst>
                <a:ext uri="{FF2B5EF4-FFF2-40B4-BE49-F238E27FC236}">
                  <a16:creationId xmlns:a16="http://schemas.microsoft.com/office/drawing/2014/main" id="{0005E7B9-549D-113E-FF79-E98CFF4F0413}"/>
                </a:ext>
              </a:extLst>
            </p:cNvPr>
            <p:cNvSpPr/>
            <p:nvPr/>
          </p:nvSpPr>
          <p:spPr>
            <a:xfrm>
              <a:off x="4953000" y="495299"/>
              <a:ext cx="3971404" cy="5451183"/>
            </a:xfrm>
            <a:custGeom>
              <a:avLst/>
              <a:gdLst/>
              <a:ahLst/>
              <a:cxnLst/>
              <a:rect l="l" t="t" r="r" b="b"/>
              <a:pathLst>
                <a:path w="6723607" h="5451183">
                  <a:moveTo>
                    <a:pt x="0" y="0"/>
                  </a:moveTo>
                  <a:lnTo>
                    <a:pt x="6723607" y="0"/>
                  </a:lnTo>
                  <a:lnTo>
                    <a:pt x="6723607" y="5451183"/>
                  </a:lnTo>
                  <a:lnTo>
                    <a:pt x="0" y="5451183"/>
                  </a:lnTo>
                  <a:lnTo>
                    <a:pt x="0" y="0"/>
                  </a:lnTo>
                  <a:close/>
                </a:path>
              </a:pathLst>
            </a:custGeom>
            <a:blipFill>
              <a:blip r:embed="rId2"/>
              <a:stretch>
                <a:fillRect l="-1" r="-69300"/>
              </a:stretch>
            </a:blipFill>
          </p:spPr>
          <p:txBody>
            <a:bodyPr/>
            <a:lstStyle/>
            <a:p>
              <a:endParaRPr lang="en-GB"/>
            </a:p>
          </p:txBody>
        </p:sp>
        <p:sp>
          <p:nvSpPr>
            <p:cNvPr id="6" name="Freeform 3">
              <a:extLst>
                <a:ext uri="{FF2B5EF4-FFF2-40B4-BE49-F238E27FC236}">
                  <a16:creationId xmlns:a16="http://schemas.microsoft.com/office/drawing/2014/main" id="{EEDF5CA2-7261-8597-84B9-5BD72F0FFC4D}"/>
                </a:ext>
              </a:extLst>
            </p:cNvPr>
            <p:cNvSpPr/>
            <p:nvPr/>
          </p:nvSpPr>
          <p:spPr>
            <a:xfrm>
              <a:off x="8619433" y="3220890"/>
              <a:ext cx="3039167" cy="2743200"/>
            </a:xfrm>
            <a:custGeom>
              <a:avLst/>
              <a:gdLst/>
              <a:ahLst/>
              <a:cxnLst/>
              <a:rect l="l" t="t" r="r" b="b"/>
              <a:pathLst>
                <a:path w="6723607" h="5451183">
                  <a:moveTo>
                    <a:pt x="0" y="0"/>
                  </a:moveTo>
                  <a:lnTo>
                    <a:pt x="6723607" y="0"/>
                  </a:lnTo>
                  <a:lnTo>
                    <a:pt x="6723607" y="5451183"/>
                  </a:lnTo>
                  <a:lnTo>
                    <a:pt x="0" y="5451183"/>
                  </a:lnTo>
                  <a:lnTo>
                    <a:pt x="0" y="0"/>
                  </a:lnTo>
                  <a:close/>
                </a:path>
              </a:pathLst>
            </a:custGeom>
            <a:blipFill>
              <a:blip r:embed="rId2"/>
              <a:stretch>
                <a:fillRect l="-121232" t="-98716"/>
              </a:stretch>
            </a:blipFill>
          </p:spPr>
          <p:txBody>
            <a:bodyPr/>
            <a:lstStyle/>
            <a:p>
              <a:endParaRPr lang="en-GB"/>
            </a:p>
          </p:txBody>
        </p:sp>
      </p:grpSp>
      <p:pic>
        <p:nvPicPr>
          <p:cNvPr id="7" name="Picture 6">
            <a:extLst>
              <a:ext uri="{FF2B5EF4-FFF2-40B4-BE49-F238E27FC236}">
                <a16:creationId xmlns:a16="http://schemas.microsoft.com/office/drawing/2014/main" id="{F199FA73-0FD4-DDA8-35D5-1A9E7C97C728}"/>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188976" y="6176963"/>
            <a:ext cx="1617452" cy="527739"/>
          </a:xfrm>
          <a:prstGeom prst="rect">
            <a:avLst/>
          </a:prstGeom>
        </p:spPr>
      </p:pic>
      <p:pic>
        <p:nvPicPr>
          <p:cNvPr id="8" name="Picture 7">
            <a:extLst>
              <a:ext uri="{FF2B5EF4-FFF2-40B4-BE49-F238E27FC236}">
                <a16:creationId xmlns:a16="http://schemas.microsoft.com/office/drawing/2014/main" id="{6598768D-9262-A677-28F5-DB3253AD7214}"/>
              </a:ext>
            </a:extLst>
          </p:cNvPr>
          <p:cNvPicPr>
            <a:picLocks noChangeAspect="1"/>
          </p:cNvPicPr>
          <p:nvPr/>
        </p:nvPicPr>
        <p:blipFill>
          <a:blip r:embed="rId4">
            <a:biLevel thresh="50000"/>
            <a:alphaModFix amt="50000"/>
          </a:blip>
          <a:stretch>
            <a:fillRect/>
          </a:stretch>
        </p:blipFill>
        <p:spPr>
          <a:xfrm>
            <a:off x="11353800" y="151692"/>
            <a:ext cx="654952" cy="755714"/>
          </a:xfrm>
          <a:prstGeom prst="rect">
            <a:avLst/>
          </a:prstGeom>
        </p:spPr>
      </p:pic>
    </p:spTree>
    <p:extLst>
      <p:ext uri="{BB962C8B-B14F-4D97-AF65-F5344CB8AC3E}">
        <p14:creationId xmlns:p14="http://schemas.microsoft.com/office/powerpoint/2010/main" val="3380776902"/>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002F6C"/>
      </a:accent1>
      <a:accent2>
        <a:srgbClr val="FFE800"/>
      </a:accent2>
      <a:accent3>
        <a:srgbClr val="196B24"/>
      </a:accent3>
      <a:accent4>
        <a:srgbClr val="C9E4E7"/>
      </a:accent4>
      <a:accent5>
        <a:srgbClr val="B7D5D4"/>
      </a:accent5>
      <a:accent6>
        <a:srgbClr val="77878B"/>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1192</TotalTime>
  <Words>3259</Words>
  <Application>Microsoft Office PowerPoint</Application>
  <PresentationFormat>Widescreen</PresentationFormat>
  <Paragraphs>528</Paragraphs>
  <Slides>72</Slides>
  <Notes>47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Aptos</vt:lpstr>
      <vt:lpstr>Aptos Display</vt:lpstr>
      <vt:lpstr>Arial</vt:lpstr>
      <vt:lpstr>Atkinson Hyperlegible</vt:lpstr>
      <vt:lpstr>Consolas</vt:lpstr>
      <vt:lpstr>Lucida Console</vt:lpstr>
      <vt:lpstr>Wingdings</vt:lpstr>
      <vt:lpstr>Office Theme</vt:lpstr>
      <vt:lpstr>Computing Technology</vt:lpstr>
      <vt:lpstr>Today’s plan</vt:lpstr>
      <vt:lpstr>Module Information</vt:lpstr>
      <vt:lpstr>Session Format – Flipped Classroom</vt:lpstr>
      <vt:lpstr>Assignments</vt:lpstr>
      <vt:lpstr>Not Reasonable</vt:lpstr>
      <vt:lpstr>Reasonable</vt:lpstr>
      <vt:lpstr>Module website tour</vt:lpstr>
      <vt:lpstr>Account Setups</vt:lpstr>
      <vt:lpstr>Account Setups</vt:lpstr>
      <vt:lpstr>Account Setups</vt:lpstr>
      <vt:lpstr>Account Setups</vt:lpstr>
      <vt:lpstr>Account Setups</vt:lpstr>
      <vt:lpstr>Visual Studio  Github Codespace</vt:lpstr>
      <vt:lpstr>Break</vt:lpstr>
      <vt:lpstr>Computing technology</vt:lpstr>
      <vt:lpstr>Drinking from the fire hose…</vt:lpstr>
      <vt:lpstr>Rubber duck debugging</vt:lpstr>
      <vt:lpstr>Getting code help - Discord</vt:lpstr>
      <vt:lpstr>Basics of computing concepts</vt:lpstr>
      <vt:lpstr>Basics of computing concepts</vt:lpstr>
      <vt:lpstr>Basics of computing concepts</vt:lpstr>
      <vt:lpstr>Basics of computing concepts</vt:lpstr>
      <vt:lpstr>Basics of computing concepts</vt:lpstr>
      <vt:lpstr>Basics of computing concepts</vt:lpstr>
      <vt:lpstr>The language of computers</vt:lpstr>
      <vt:lpstr>The Language of Computers - Binary</vt:lpstr>
      <vt:lpstr>The Language of Computers - Binary</vt:lpstr>
      <vt:lpstr>The Language of Computers - Binary</vt:lpstr>
      <vt:lpstr>The Language of Computers - Binary</vt:lpstr>
      <vt:lpstr>The Language of Computers - Binary</vt:lpstr>
      <vt:lpstr>The Language of Computers - Binary</vt:lpstr>
      <vt:lpstr>The Language of Computers - Binary</vt:lpstr>
      <vt:lpstr>The Language of Computers - Binary</vt:lpstr>
      <vt:lpstr>The language of computers - Binary</vt:lpstr>
      <vt:lpstr>ASCII</vt:lpstr>
      <vt:lpstr>ASCII</vt:lpstr>
      <vt:lpstr>Unicode</vt:lpstr>
      <vt:lpstr>RGB</vt:lpstr>
      <vt:lpstr>RGB</vt:lpstr>
      <vt:lpstr>RGB</vt:lpstr>
      <vt:lpstr>PowerPoint Presentation</vt:lpstr>
      <vt:lpstr>Algorithms</vt:lpstr>
      <vt:lpstr>Algorithms</vt:lpstr>
      <vt:lpstr>Algorithms</vt:lpstr>
      <vt:lpstr>Algorithms</vt:lpstr>
      <vt:lpstr>Algorithms</vt:lpstr>
      <vt:lpstr>Algorithms</vt:lpstr>
      <vt:lpstr>Algorithms</vt:lpstr>
      <vt:lpstr>Algorithms</vt:lpstr>
      <vt:lpstr>Algorithms</vt:lpstr>
      <vt:lpstr>Algorithms</vt:lpstr>
      <vt:lpstr>Pseudocode</vt:lpstr>
      <vt:lpstr>Pseudocode</vt:lpstr>
      <vt:lpstr>Pseudocode</vt:lpstr>
      <vt:lpstr>Pseudocode</vt:lpstr>
      <vt:lpstr>Pseudocode</vt:lpstr>
      <vt:lpstr>Pseudocode</vt:lpstr>
      <vt:lpstr>Pseudocode</vt:lpstr>
      <vt:lpstr>Pseudocode</vt:lpstr>
      <vt:lpstr>Pseudocode</vt:lpstr>
      <vt:lpstr>Pseudocode</vt:lpstr>
      <vt:lpstr>Pseudocode</vt:lpstr>
      <vt:lpstr>Pseudocode</vt:lpstr>
      <vt:lpstr>Artificial Intelligence</vt:lpstr>
      <vt:lpstr>Break</vt:lpstr>
      <vt:lpstr>This week</vt:lpstr>
      <vt:lpstr>Introducing scratch</vt:lpstr>
      <vt:lpstr>Scratch demos</vt:lpstr>
      <vt:lpstr>Week 1 problem set</vt:lpstr>
      <vt:lpstr>Reminders</vt:lpstr>
      <vt:lpstr>Time to code…</vt:lpstr>
    </vt:vector>
  </TitlesOfParts>
  <Company>Harper Adams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Megan Lewis</dc:creator>
  <cp:lastModifiedBy>Megan Lewis</cp:lastModifiedBy>
  <cp:revision>1</cp:revision>
  <dcterms:created xsi:type="dcterms:W3CDTF">2025-09-30T12:21:43Z</dcterms:created>
  <dcterms:modified xsi:type="dcterms:W3CDTF">2025-10-01T08:14:00Z</dcterms:modified>
</cp:coreProperties>
</file>
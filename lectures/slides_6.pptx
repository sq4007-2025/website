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87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45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4" r:id="rId94"/>
    <p:sldId id="355" r:id="rId95"/>
    <p:sldId id="356" r:id="rId96"/>
    <p:sldId id="357" r:id="rId97"/>
    <p:sldId id="358" r:id="rId98"/>
    <p:sldId id="359" r:id="rId99"/>
    <p:sldId id="360" r:id="rId100"/>
    <p:sldId id="361" r:id="rId101"/>
    <p:sldId id="362" r:id="rId102"/>
    <p:sldId id="363" r:id="rId103"/>
    <p:sldId id="364" r:id="rId104"/>
    <p:sldId id="365" r:id="rId105"/>
    <p:sldId id="369" r:id="rId106"/>
    <p:sldId id="370" r:id="rId107"/>
    <p:sldId id="371" r:id="rId108"/>
    <p:sldId id="372" r:id="rId109"/>
    <p:sldId id="373" r:id="rId110"/>
    <p:sldId id="374" r:id="rId111"/>
    <p:sldId id="375" r:id="rId112"/>
    <p:sldId id="376" r:id="rId113"/>
    <p:sldId id="377" r:id="rId114"/>
    <p:sldId id="378" r:id="rId115"/>
    <p:sldId id="379" r:id="rId116"/>
    <p:sldId id="380" r:id="rId117"/>
    <p:sldId id="381" r:id="rId118"/>
    <p:sldId id="382" r:id="rId119"/>
    <p:sldId id="383" r:id="rId120"/>
    <p:sldId id="384" r:id="rId121"/>
    <p:sldId id="385" r:id="rId122"/>
    <p:sldId id="386" r:id="rId123"/>
    <p:sldId id="387" r:id="rId124"/>
    <p:sldId id="388" r:id="rId125"/>
    <p:sldId id="389" r:id="rId126"/>
    <p:sldId id="390" r:id="rId127"/>
    <p:sldId id="391" r:id="rId128"/>
    <p:sldId id="392" r:id="rId129"/>
    <p:sldId id="393" r:id="rId130"/>
    <p:sldId id="394" r:id="rId131"/>
    <p:sldId id="395" r:id="rId132"/>
    <p:sldId id="396" r:id="rId133"/>
    <p:sldId id="398" r:id="rId134"/>
    <p:sldId id="399" r:id="rId135"/>
    <p:sldId id="400" r:id="rId136"/>
    <p:sldId id="401" r:id="rId137"/>
    <p:sldId id="402" r:id="rId138"/>
    <p:sldId id="403" r:id="rId139"/>
    <p:sldId id="404" r:id="rId140"/>
    <p:sldId id="405" r:id="rId141"/>
    <p:sldId id="406" r:id="rId142"/>
    <p:sldId id="407" r:id="rId143"/>
    <p:sldId id="408" r:id="rId144"/>
    <p:sldId id="409" r:id="rId145"/>
    <p:sldId id="410" r:id="rId146"/>
    <p:sldId id="411" r:id="rId147"/>
    <p:sldId id="412" r:id="rId148"/>
    <p:sldId id="413" r:id="rId149"/>
    <p:sldId id="414" r:id="rId150"/>
    <p:sldId id="415" r:id="rId151"/>
    <p:sldId id="416" r:id="rId152"/>
    <p:sldId id="417" r:id="rId153"/>
    <p:sldId id="418" r:id="rId154"/>
    <p:sldId id="419" r:id="rId155"/>
    <p:sldId id="420" r:id="rId156"/>
    <p:sldId id="421" r:id="rId157"/>
    <p:sldId id="422" r:id="rId158"/>
    <p:sldId id="423" r:id="rId159"/>
    <p:sldId id="424" r:id="rId160"/>
    <p:sldId id="425" r:id="rId161"/>
    <p:sldId id="426" r:id="rId162"/>
    <p:sldId id="427" r:id="rId163"/>
    <p:sldId id="428" r:id="rId164"/>
    <p:sldId id="429" r:id="rId165"/>
    <p:sldId id="430" r:id="rId166"/>
    <p:sldId id="431" r:id="rId167"/>
    <p:sldId id="432" r:id="rId168"/>
    <p:sldId id="433" r:id="rId169"/>
    <p:sldId id="434" r:id="rId170"/>
    <p:sldId id="439" r:id="rId171"/>
    <p:sldId id="440" r:id="rId172"/>
    <p:sldId id="441" r:id="rId173"/>
    <p:sldId id="442" r:id="rId174"/>
    <p:sldId id="443" r:id="rId175"/>
    <p:sldId id="444" r:id="rId176"/>
    <p:sldId id="445" r:id="rId177"/>
    <p:sldId id="446" r:id="rId178"/>
    <p:sldId id="447" r:id="rId179"/>
    <p:sldId id="448" r:id="rId180"/>
    <p:sldId id="449" r:id="rId181"/>
    <p:sldId id="450" r:id="rId182"/>
    <p:sldId id="451" r:id="rId183"/>
    <p:sldId id="452" r:id="rId184"/>
    <p:sldId id="453" r:id="rId185"/>
    <p:sldId id="455" r:id="rId18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EDFBB0-13A7-47BE-B947-3DDBA9F1D619}">
  <a:tblStyle styleId="{FCEDFBB0-13A7-47BE-B947-3DDBA9F1D6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505" autoAdjust="0"/>
  </p:normalViewPr>
  <p:slideViewPr>
    <p:cSldViewPr snapToGrid="0">
      <p:cViewPr varScale="1">
        <p:scale>
          <a:sx n="129" d="100"/>
          <a:sy n="129" d="100"/>
        </p:scale>
        <p:origin x="110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tableStyles" Target="tableStyles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189" Type="http://schemas.openxmlformats.org/officeDocument/2006/relationships/viewProps" Target="viewProp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0" Type="http://schemas.openxmlformats.org/officeDocument/2006/relationships/theme" Target="theme/theme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tAG3s6KIEI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apple.com/us/app/contacts/id1069512615#?platform=iphone" TargetMode="External"/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3" Type="http://schemas.openxmlformats.org/officeDocument/2006/relationships/hyperlink" Target="https://nintendo.fandom.com/wiki/Nintendo_characters#Mario_series_(including_sub-franchises)" TargetMode="External"/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5d419bd39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5d419bd39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5d419bd39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5d419bd39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may seem arcane but lots of data structures in world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-Decide in advance how big array is – traditional approach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5d833f1ce6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5d833f1ce6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Sometimes data is abstract(!)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Need flexibility on memory, type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5d419bd39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5d419bd39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waiting in line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- </a:t>
            </a:r>
            <a:r>
              <a:rPr lang="en-GB" dirty="0">
                <a:solidFill>
                  <a:schemeClr val="dk1"/>
                </a:solidFill>
              </a:rPr>
              <a:t>Draw how queues work omg!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5d419bd39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5d419bd39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First in first out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5d419bd39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5d419bd39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Put into the queue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Take out of the queue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d833f1ce6_8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d833f1ce6_8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Encapsulate data types in a  struct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 size keeps track of number of peeps in the queue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d419bd39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d419bd39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stack of sweaters – like stack of tshirts last in first out! (like ed’s tshirt stack)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Gmail inbox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- 3 volunteers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5d419bd39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5d419bd39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Last in First out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Draw demo of this unfair queue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3A2C69B1-D653-0A57-9705-6520239A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5d419bd39f_0_82:notes">
            <a:extLst>
              <a:ext uri="{FF2B5EF4-FFF2-40B4-BE49-F238E27FC236}">
                <a16:creationId xmlns:a16="http://schemas.microsoft.com/office/drawing/2014/main" id="{0A651EB3-8BE8-305F-7297-3A229E6B33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5d419bd39f_0_82:notes">
            <a:extLst>
              <a:ext uri="{FF2B5EF4-FFF2-40B4-BE49-F238E27FC236}">
                <a16:creationId xmlns:a16="http://schemas.microsoft.com/office/drawing/2014/main" id="{5C4E755E-236F-73D4-28D8-C10B57C8DF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Last in First out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Draw demo of this unfair queue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3831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5d419bd39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5d419bd39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5d833f1ce6_8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5d833f1ce6_8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5d419bd39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5d419bd39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https://www.youtube.com/watch?v=ItAG3s6KIEI</a:t>
            </a:r>
            <a:r>
              <a:rPr lang="en" dirty="0"/>
              <a:t>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Prof. Shannon Duvall of Elon University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393d7a9a9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393d7a9a9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 will start to use these new concepts with the array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62f05f059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62f05f0593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62f05f0593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62f05f0593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62f05f059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62f05f059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Want to place another number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62f05f0593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62f05f0593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Computer memory context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53a78cba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53a78cba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Lots of garbage floating arounds but adjacent block is in use with hello, world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2f05f059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2f05f059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Found a slot big enough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62f05f059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62f05f0593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2f05f0593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2f05f0593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62f05f0593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62f05f0593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53a78cbad9_0_1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53a78cbad9_0_1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This is kind of a faff for the computer (inefficient)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-could have “overallocated” but this wastes memory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THIS is the </a:t>
            </a:r>
            <a:r>
              <a:rPr lang="en-GB" dirty="0" err="1"/>
              <a:t>tradeoff</a:t>
            </a: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53a78cbad9_0_1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53a78cbad9_0_1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list{0,1,2}.c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kind of a faff for the computer (inefficient)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-could have “overallocated” but this wastes memory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the tradeoff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62f5dbb06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62f5dbb06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62f5dbb06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62f5dbb06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-struct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-dot operator goes inside a structure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-* pointer</a:t>
            </a: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62fb2649b2_8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62fb2649b2_8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/>
              <a:t>This is same as using a period and a star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/>
              <a:t>Have a look at the </a:t>
            </a:r>
            <a:r>
              <a:rPr lang="en-GB" dirty="0" err="1"/>
              <a:t>list.c</a:t>
            </a:r>
            <a:r>
              <a:rPr lang="en-GB" dirty="0"/>
              <a:t> code examples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/>
              <a:t>Particularly note use of free() with malloc()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/>
              <a:t>Also </a:t>
            </a:r>
            <a:r>
              <a:rPr lang="en-GB" dirty="0" err="1"/>
              <a:t>realloc</a:t>
            </a:r>
            <a:r>
              <a:rPr lang="en-GB" dirty="0"/>
              <a:t>()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/>
              <a:t>Heading towards LINKED LIST</a:t>
            </a: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62f05f0593_0_5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62f05f0593_0_5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-just using pointers to link lists in memory</a:t>
            </a: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2f05f0593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2f05f0593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d419bd39f_0_1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d419bd39f_0_1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5d419bd39f_0_1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5d419bd39f_0_1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5d419bd39f_0_10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5d419bd39f_0_10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62f05f0593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62f05f0593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d419bd39f_0_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5d419bd39f_0_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d419bd39f_0_10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5d419bd39f_0_10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5d419bd39f_0_1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5d419bd39f_0_10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5d419bd39f_0_10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5d419bd39f_0_10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5d419bd39f_0_1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5d419bd39f_0_1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5d419bd39f_0_10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5d419bd39f_0_10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“linked list”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-more efficient use of memory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-But, fragmentation...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-also 2x the space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5d833f1ce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5d833f1ce6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Our struct person</a:t>
            </a:r>
            <a:endParaRPr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62f05f0593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62f05f0593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list3.c (to show prepending)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</a:t>
            </a:r>
            <a:r>
              <a:rPr lang="en" dirty="0"/>
              <a:t>heck out code to see creation of a linked list struct</a:t>
            </a:r>
            <a:endParaRPr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53a78cbad9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53a78cbad9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Story of creating a linked list</a:t>
            </a:r>
            <a:endParaRPr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5d419bd39f_0_1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5d419bd39f_0_1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5d419bd39f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5d419bd39f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5d419bd39f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5d419bd39f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53a78cbad9_0_8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53a78cbad9_0_8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5d419bd39f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5d419bd39f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5d419bd39f_0_8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5d419bd39f_0_8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5d419bd39f_0_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5d419bd39f_0_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5d419bd39f_0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5d419bd39f_0_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5d419bd39f_0_1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5d419bd39f_0_1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5d419bd39f_0_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5d419bd39f_0_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5d419bd39f_0_1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5d419bd39f_0_1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5d419bd39f_0_9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5d419bd39f_0_9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5d419bd39f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5d419bd39f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5d419bd39f_0_1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5d419bd39f_0_1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5d419bd39f_0_1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5d419bd39f_0_1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5d419bd39f_0_1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15d419bd39f_0_1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5d419bd39f_0_1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5d419bd39f_0_1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5d419bd39f_0_1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5d419bd39f_0_1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5d419bd39f_0_1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5d419bd39f_0_1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5d419bd39f_0_1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15d419bd39f_0_1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5d419bd39f_0_1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5d419bd39f_0_1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5d419bd39f_0_1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5d419bd39f_0_1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15d419bd39f_0_1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15d419bd39f_0_1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5d419bd39f_0_1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5d419bd39f_0_1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15d419bd39f_0_1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15d419bd39f_0_1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5d419bd39f_0_1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5d419bd39f_0_1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15d419bd39f_0_1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15d419bd39f_0_1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5d419bd39f_0_1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5d419bd39f_0_1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5d419bd39f_0_1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5d419bd39f_0_1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15d419bd39f_0_1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15d419bd39f_0_1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15d419bd39f_0_1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5d419bd39f_0_1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5d419bd39f_0_1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15d419bd39f_0_1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15d419bd39f_0_1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15d419bd39f_0_1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5d419bd39f_0_1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5d419bd39f_0_1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5d419bd39f_0_1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15d419bd39f_0_1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list4.c (to show printing with while loop)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5d419bd39f_0_1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15d419bd39f_0_15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5d419bd39f_0_1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5d419bd39f_0_1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15d419bd39f_0_1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15d419bd39f_0_1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5d419bd39f_0_1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5d419bd39f_0_1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15d419bd39f_0_1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15d419bd39f_0_1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list5.c (for loop instead)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15d419bd39f_0_1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15d419bd39f_0_18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15d419bd39f_0_1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15d419bd39f_0_18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15d419bd39f_0_1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15d419bd39f_0_1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5d419bd39f_0_1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5d419bd39f_0_1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5d419bd39f_0_1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5d419bd39f_0_1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08eb15aab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08eb15aab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08eb15aa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08eb15aa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list6.c (freeing, after showing valgrind on list5)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08eb15aab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08eb15aab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08eb15aab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08eb15aab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15d419bd39f_0_1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15d419bd39f_0_1687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5d419bd39f_0_1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15d419bd39f_0_1701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5d419bd39f_0_17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5d419bd39f_0_1715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5d419bd39f_0_1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5d419bd39f_0_1729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08eb15aab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08eb15aab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list7.c (append)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08eb15aab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08eb15aab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5d419bd39f_0_1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15d419bd39f_0_1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15d419bd39f_0_18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15d419bd39f_0_18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15d419bd39f_0_17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15d419bd39f_0_17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15d419bd39f_0_1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15d419bd39f_0_1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5d419bd39f_0_1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5d419bd39f_0_1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62f05f0593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62f05f0593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structures: We have arrays, we have lists, let’s look at something called trees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62f05f0593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62f05f0593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2 dimensional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Allows binary search </a:t>
            </a:r>
            <a:endParaRPr dirty="0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62f05f0593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62f05f0593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Now mark middle (next slide)</a:t>
            </a:r>
            <a:endParaRPr dirty="0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62f05f0593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62f05f0593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Now mark middle of middles (next slide)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62f05f0593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62f05f0593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62f05f0593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62f05f0593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etc</a:t>
            </a:r>
            <a:endParaRPr dirty="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62f05f0593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62f05f0593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Now make it a tree (pointers useful here)</a:t>
            </a:r>
            <a:endParaRPr dirty="0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62f5dbb06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62f5dbb06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each square is an abstraction of a node now, no need to keep drawing rects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</a:t>
            </a:r>
            <a:r>
              <a:rPr lang="en" dirty="0"/>
              <a:t>ach box contains 2 pointers – a forward and a back!</a:t>
            </a:r>
            <a:endParaRPr dirty="0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62f05f0593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62f05f0593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Remember: Node for linked list</a:t>
            </a:r>
            <a:endParaRPr dirty="0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62f05f0593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62f05f0593_0_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62f05f0593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62f05f0593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62f05f0593_0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62f05f0593_0_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Struct for a tree struct for binary search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*downside is uses more memory!</a:t>
            </a:r>
            <a:endParaRPr dirty="0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62f5dbb06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62f5dbb06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53a78cbad9_0_1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53a78cbad9_0_1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Using recursion to search a binary search node</a:t>
            </a:r>
            <a:endParaRPr dirty="0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53a78cbad9_0_1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53a78cbad9_0_1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53a78cbad9_0_1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53a78cbad9_0_1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53a78cbad9_0_1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53a78cbad9_0_1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53a78cbad9_0_1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53a78cbad9_0_1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53a78cbad9_0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53a78cbad9_0_1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Divide and conquer strategy</a:t>
            </a:r>
            <a:endParaRPr dirty="0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3a78cbad9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3a78cbad9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Perfect balance for this tree!!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But, is there a problem...?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Need this balance</a:t>
            </a:r>
            <a:endParaRPr dirty="0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9b6bd73be5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9b6bd73be5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build a BST from scratch, starting with 2?</a:t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15d419bd39f_0_1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15d419bd39f_0_1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15d419bd39f_0_1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15d419bd39f_0_1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1</a:t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5d419bd39f_0_1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15d419bd39f_0_1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3. looks fine.</a:t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9b6bd73be5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9b6bd73be5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the insertion order is 1-2-3 instead?</a:t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5d419bd39f_0_1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15d419bd39f_0_19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15d419bd39f_0_1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15d419bd39f_0_1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15d419bd39f_0_19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15d419bd39f_0_19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Binary search tree can devolve into linked list – not balanced, not ideal!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Involves “balanced trees” and more pointer tricks (not for us just now)</a:t>
            </a:r>
            <a:endParaRPr dirty="0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15d419bd39f_0_2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15d419bd39f_0_2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Dictionary another structure</a:t>
            </a:r>
            <a:endParaRPr dirty="0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15d419bd39f_0_2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15d419bd39f_0_2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15d419bd39f_0_2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15d419bd39f_0_2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5d419bd39f_0_2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5d419bd39f_0_2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08eb15aab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308eb15aab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https://apps.apple.com/us/app/contacts/id1069512615#?platform=iphone</a:t>
            </a:r>
            <a:r>
              <a:rPr lang="en"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08eb15aab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308eb15aab3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https://nintendo.fandom.com/wiki/Nintendo_characters#Mario_series_(including_sub-franchises)</a:t>
            </a:r>
            <a:r>
              <a:rPr lang="en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08eb15aab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08eb15aab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15d419bd39f_0_2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15d419bd39f_0_2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5d419bd39f_0_2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5d419bd39f_0_2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15d419bd39f_0_2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15d419bd39f_0_2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Constant time searching access to data!! Can we do it...?</a:t>
            </a:r>
            <a:endParaRPr dirty="0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62f05f0593_0_58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62f05f0593_0_58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cards into buckets</a:t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15d419bd39f_0_1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15d419bd39f_0_1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Decides where data goes into memory</a:t>
            </a:r>
            <a:endParaRPr dirty="0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15d419bd39f_0_1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15d419bd39f_0_19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28a630188d0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28a630188d0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Think of this like a bunch of “buckets” that reduces the scale of a sorting problem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Maybe like phone list A to Z</a:t>
            </a:r>
            <a:endParaRPr dirty="0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8a630188d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8a630188d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8a630188d0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8a630188d0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8a630188d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8a630188d0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8a630188d0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8a630188d0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28a630188d0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28a630188d0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8a630188d0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8a630188d0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This allows very fast finding</a:t>
            </a:r>
            <a:endParaRPr dirty="0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8a630188d0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8a630188d0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28a630188d0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28a630188d0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Collision of values – how to handle</a:t>
            </a:r>
            <a:endParaRPr dirty="0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28a630188d0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28a630188d0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Hash table of linked list!!</a:t>
            </a:r>
            <a:endParaRPr dirty="0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28a630188d0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28a630188d0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15e23d64255_195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15e23d64255_195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308eb15aa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308eb15aa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15d419bd39f_0_2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15d419bd39f_0_2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15d833f1ce6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15d833f1ce6_3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Little bit of space for *next</a:t>
            </a:r>
            <a:endParaRPr dirty="0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f598746acf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f598746acf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Implement hash table in code</a:t>
            </a:r>
            <a:endParaRPr dirty="0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62f05f0593_0_1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62f05f0593_0_1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62f05f0593_0_1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2" name="Google Shape;2012;g62f05f0593_0_1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28a630188d0_0_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28a630188d0_0_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g28a630188d0_0_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5" name="Google Shape;2025;g28a630188d0_0_7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g28a630188d0_0_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2" name="Google Shape;2032;g28a630188d0_0_7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17,576 buckets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Drive down probability of collisitions with dictionary keys</a:t>
            </a:r>
            <a:endParaRPr dirty="0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g15d419bd39f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2" name="Google Shape;2072;g15d419bd39f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28b74819b0e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28b74819b0e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28b74819b0e_6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2" name="Google Shape;2082;g28b74819b0e_6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Check out the notes to explore the pros and cons of hash table building</a:t>
            </a:r>
            <a:endParaRPr dirty="0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62f05f0593_0_5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62f05f0593_0_5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Tries, short for retrieval (of data)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Try == tree of arrays</a:t>
            </a:r>
            <a:endParaRPr dirty="0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28b3ae6755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28b3ae6755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Beginning of a try (26 spaces)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Array of pointers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g28b3ae6755a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7" name="Google Shape;2117;g28b3ae6755a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Introduce </a:t>
            </a:r>
            <a:r>
              <a:rPr lang="en-GB" dirty="0" err="1"/>
              <a:t>toadette</a:t>
            </a:r>
            <a:endParaRPr dirty="0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g28b3ae6755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2" name="Google Shape;2122;g28b3ae6755a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28b3ae6755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28b3ae6755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Points to new array</a:t>
            </a:r>
            <a:endParaRPr dirty="0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28b3ae6755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28b3ae6755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g28b3ae6755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7" name="Google Shape;2137;g28b3ae6755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Green, a name ends here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But, can extend it too!</a:t>
            </a:r>
            <a:endParaRPr dirty="0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28b3ae6755a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28b3ae6755a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28b3ae6755a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7" name="Google Shape;2147;g28b3ae6755a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28b3ae6755a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28b3ae6755a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28b3ae6755a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28b3ae6755a_1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Second end for </a:t>
            </a:r>
            <a:r>
              <a:rPr lang="en-GB" dirty="0" err="1"/>
              <a:t>toadette</a:t>
            </a:r>
            <a:endParaRPr dirty="0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g28b3c9fbe2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28b3c9fbe2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Search time only depends on length of name </a:t>
            </a:r>
            <a:r>
              <a:rPr lang="en-GB" dirty="0" err="1"/>
              <a:t>itsel;f</a:t>
            </a:r>
            <a:endParaRPr dirty="0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f598746acf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7" name="Google Shape;2167;gf598746acf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don't need to bother storing name, since implicit in trie</a:t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f598746acf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2" name="Google Shape;2172;gf598746acf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g62f5dbb06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7" name="Google Shape;2177;g62f5dbb067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Tries are constant time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Tradeoff</a:t>
            </a:r>
            <a:r>
              <a:rPr lang="en-GB" dirty="0"/>
              <a:t> is memory required for all those arrays</a:t>
            </a:r>
            <a:endParaRPr dirty="0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15d419bd39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7" name="Google Shape;2187;g15d419bd39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ItAG3s6KIEI?feature=oembed" TargetMode="Externa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1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1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3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3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3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3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4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3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3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3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1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1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1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1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1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1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1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1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1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1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3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3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3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173A6F-4EC9-0550-300D-49127A29314F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data types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FIFO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enqueue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dequeue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int CAPACITY = 50;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person people[CAPACITY];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size;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queue;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FF31F1DE-EBB6-5670-E1F2-D785EA931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>
            <a:extLst>
              <a:ext uri="{FF2B5EF4-FFF2-40B4-BE49-F238E27FC236}">
                <a16:creationId xmlns:a16="http://schemas.microsoft.com/office/drawing/2014/main" id="{AD4EA1AB-4401-946F-3893-7ECA503D9D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LIFO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131ECF-BC47-CE83-4BC1-98D5A699912C}"/>
              </a:ext>
            </a:extLst>
          </p:cNvPr>
          <p:cNvSpPr txBox="1"/>
          <p:nvPr/>
        </p:nvSpPr>
        <p:spPr>
          <a:xfrm>
            <a:off x="1048215" y="2150850"/>
            <a:ext cx="17187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Millwall Club chant: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No one likes us,</a:t>
            </a:r>
          </a:p>
          <a:p>
            <a:r>
              <a:rPr lang="en-GB" dirty="0">
                <a:solidFill>
                  <a:schemeClr val="tx1"/>
                </a:solidFill>
              </a:rPr>
              <a:t>No one likes us,</a:t>
            </a:r>
          </a:p>
          <a:p>
            <a:r>
              <a:rPr lang="en-GB" dirty="0">
                <a:solidFill>
                  <a:schemeClr val="tx1"/>
                </a:solidFill>
              </a:rPr>
              <a:t>No one likes us,</a:t>
            </a:r>
          </a:p>
          <a:p>
            <a:r>
              <a:rPr lang="en-GB" dirty="0">
                <a:solidFill>
                  <a:schemeClr val="tx1"/>
                </a:solidFill>
              </a:rPr>
              <a:t>We don’t care.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83477D5-00DD-1B13-5DC9-52DD70B70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000" y="853185"/>
            <a:ext cx="1297665" cy="129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151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push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pop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int CAPACITY = 50;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person people[CAPACITY];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size;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stack;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Jack Learns the Facts About Queues and Stacks">
            <a:hlinkClick r:id="" action="ppaction://media"/>
            <a:extLst>
              <a:ext uri="{FF2B5EF4-FFF2-40B4-BE49-F238E27FC236}">
                <a16:creationId xmlns:a16="http://schemas.microsoft.com/office/drawing/2014/main" id="{2AE4B016-F35C-2DDD-A3C5-4C7FD9570B8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60639" y="418514"/>
            <a:ext cx="7622721" cy="43064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p40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41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42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43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Google Shape;195;p44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6" name="Google Shape;1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oogle Shape;224;p45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25" name="Google Shape;22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46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34" name="Google Shape;23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" name="Google Shape;241;p47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2" name="Google Shape;24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" name="Google Shape;248;p48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9" name="Google Shape;24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49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" name="Google Shape;259;p50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" name="Google Shape;284;p55"/>
          <p:cNvGraphicFramePr/>
          <p:nvPr>
            <p:extLst>
              <p:ext uri="{D42A27DB-BD31-4B8C-83A1-F6EECF244321}">
                <p14:modId xmlns:p14="http://schemas.microsoft.com/office/powerpoint/2010/main" val="2354050070"/>
              </p:ext>
            </p:extLst>
          </p:nvPr>
        </p:nvGraphicFramePr>
        <p:xfrm>
          <a:off x="0" y="-50"/>
          <a:ext cx="9144000" cy="5112518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9619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208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1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61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61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p56"/>
          <p:cNvGraphicFramePr/>
          <p:nvPr>
            <p:extLst>
              <p:ext uri="{D42A27DB-BD31-4B8C-83A1-F6EECF244321}">
                <p14:modId xmlns:p14="http://schemas.microsoft.com/office/powerpoint/2010/main" val="2767580372"/>
              </p:ext>
            </p:extLst>
          </p:nvPr>
        </p:nvGraphicFramePr>
        <p:xfrm>
          <a:off x="0" y="-50"/>
          <a:ext cx="9144000" cy="5163156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1792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7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2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2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2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" name="Google Shape;294;p57"/>
          <p:cNvGraphicFramePr/>
          <p:nvPr>
            <p:extLst>
              <p:ext uri="{D42A27DB-BD31-4B8C-83A1-F6EECF244321}">
                <p14:modId xmlns:p14="http://schemas.microsoft.com/office/powerpoint/2010/main" val="1211822641"/>
              </p:ext>
            </p:extLst>
          </p:nvPr>
        </p:nvGraphicFramePr>
        <p:xfrm>
          <a:off x="0" y="-50"/>
          <a:ext cx="9144000" cy="5141724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953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3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0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20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20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" name="Google Shape;299;p58"/>
          <p:cNvGraphicFramePr/>
          <p:nvPr>
            <p:extLst>
              <p:ext uri="{D42A27DB-BD31-4B8C-83A1-F6EECF244321}">
                <p14:modId xmlns:p14="http://schemas.microsoft.com/office/powerpoint/2010/main" val="1339649175"/>
              </p:ext>
            </p:extLst>
          </p:nvPr>
        </p:nvGraphicFramePr>
        <p:xfrm>
          <a:off x="0" y="-50"/>
          <a:ext cx="9144000" cy="5176104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756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56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56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4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4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Google Shape;304;p59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" name="Google Shape;309;p60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4" name="Google Shape;314;p61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" name="Google Shape;319;p62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63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Google Shape;329;p64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Google Shape;334;p65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35" name="Google Shape;335;p65"/>
          <p:cNvCxnSpPr/>
          <p:nvPr/>
        </p:nvCxnSpPr>
        <p:spPr>
          <a:xfrm rot="10800000" flipH="1">
            <a:off x="2933700" y="1181025"/>
            <a:ext cx="1562100" cy="5049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6" name="Google Shape;336;p65"/>
          <p:cNvCxnSpPr/>
          <p:nvPr/>
        </p:nvCxnSpPr>
        <p:spPr>
          <a:xfrm rot="10800000" flipH="1">
            <a:off x="5229225" y="2319300"/>
            <a:ext cx="1562100" cy="5049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" name="Google Shape;337;p65"/>
          <p:cNvCxnSpPr/>
          <p:nvPr/>
        </p:nvCxnSpPr>
        <p:spPr>
          <a:xfrm rot="-5400000">
            <a:off x="-20600" y="661350"/>
            <a:ext cx="2790000" cy="1659900"/>
          </a:xfrm>
          <a:prstGeom prst="curvedConnector3">
            <a:avLst>
              <a:gd name="adj1" fmla="val 88341"/>
            </a:avLst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7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4" name="Google Shape;39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2241741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7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7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2" name="Google Shape;40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2241741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7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7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7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7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79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8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80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5" name="Google Shape;425;p80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80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7" name="Google Shape;42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4227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8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8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8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81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7" name="Google Shape;43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81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81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41" name="Google Shape;44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4227265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81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81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8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8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8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82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53" name="Google Shape;45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8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8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82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8" name="Google Shape;458;p82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9" name="Google Shape;459;p82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8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8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7" name="Google Shape;467;p8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83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(*n).number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9" name="Google Shape;46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8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8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83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4" name="Google Shape;474;p83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5" name="Google Shape;475;p83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8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2" name="Google Shape;482;p8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8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(*n).number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5" name="Google Shape;48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8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8" name="Google Shape;488;p84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84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0" name="Google Shape;490;p84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8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7" name="Google Shape;497;p8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8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8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0" name="Google Shape;50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8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8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3" name="Google Shape;503;p85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4" name="Google Shape;504;p85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05" name="Google Shape;505;p85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8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2" name="Google Shape;512;p8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8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8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5" name="Google Shape;51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8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8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8" name="Google Shape;518;p86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9" name="Google Shape;519;p86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0" name="Google Shape;520;p86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8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7" name="Google Shape;527;p8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8" name="Google Shape;528;p8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8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8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8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87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87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4" name="Google Shape;534;p87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8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1" name="Google Shape;541;p8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2" name="Google Shape;542;p8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8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88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88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6" name="Google Shape;546;p88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p88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8" name="Google Shape;548;p88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8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5" name="Google Shape;555;p8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6" name="Google Shape;556;p8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89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8" name="Google Shape;558;p89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89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0" name="Google Shape;560;p89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1" name="Google Shape;561;p89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2" name="Google Shape;562;p89"/>
          <p:cNvCxnSpPr>
            <a:endCxn id="555" idx="1"/>
          </p:cNvCxnSpPr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3" name="Google Shape;563;p89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9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0" name="Google Shape;570;p9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1" name="Google Shape;571;p9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90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73" name="Google Shape;573;p90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9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0" name="Google Shape;580;p9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1" name="Google Shape;581;p9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91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83" name="Google Shape;583;p91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9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0" name="Google Shape;590;p9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1" name="Google Shape;591;p9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92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93" name="Google Shape;593;p92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4" name="Google Shape;594;p9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9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96" name="Google Shape;59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12" y="4189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9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3" name="Google Shape;603;p9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4" name="Google Shape;604;p9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93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06" name="Google Shape;606;p93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9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9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9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9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11" name="Google Shape;61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12" y="4189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9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0" name="Google Shape;620;p9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1" name="Google Shape;621;p9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94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23" name="Google Shape;623;p9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4" name="Google Shape;624;p9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5" name="Google Shape;625;p9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9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9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8" name="Google Shape;62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0" name="Google Shape;630;p94"/>
          <p:cNvCxnSpPr>
            <a:stCxn id="626" idx="3"/>
            <a:endCxn id="624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9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9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7" name="Google Shape;637;p9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8" name="Google Shape;638;p9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95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40" name="Google Shape;640;p9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2;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1" name="Google Shape;641;p9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2" name="Google Shape;642;p9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9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9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45" name="Google Shape;64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7" name="Google Shape;647;p95"/>
          <p:cNvCxnSpPr>
            <a:stCxn id="643" idx="3"/>
            <a:endCxn id="641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9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9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5" name="Google Shape;655;p9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96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57" name="Google Shape;657;p9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2;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8" name="Google Shape;658;p9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9" name="Google Shape;659;p9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9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9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62" name="Google Shape;66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3" name="Google Shape;663;p96"/>
          <p:cNvCxnSpPr>
            <a:stCxn id="660" idx="3"/>
            <a:endCxn id="658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9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9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0" name="Google Shape;670;p9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1" name="Google Shape;671;p9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97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73" name="Google Shape;673;p9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4" name="Google Shape;674;p9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5" name="Google Shape;675;p9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9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9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78" name="Google Shape;67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9" name="Google Shape;679;p97"/>
          <p:cNvCxnSpPr>
            <a:stCxn id="676" idx="3"/>
            <a:endCxn id="674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9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p9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7" name="Google Shape;687;p9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98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89" name="Google Shape;689;p9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0" name="Google Shape;690;p9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1" name="Google Shape;691;p9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98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98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4" name="Google Shape;694;p98"/>
          <p:cNvCxnSpPr>
            <a:stCxn id="692" idx="3"/>
            <a:endCxn id="690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9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1" name="Google Shape;701;p9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2" name="Google Shape;702;p9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99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704" name="Google Shape;704;p99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5" name="Google Shape;705;p9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6" name="Google Shape;706;p9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99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99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09" name="Google Shape;709;p99"/>
          <p:cNvCxnSpPr>
            <a:stCxn id="707" idx="3"/>
            <a:endCxn id="705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10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6" name="Google Shape;716;p10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7" name="Google Shape;717;p10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00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719" name="Google Shape;719;p100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0" name="Google Shape;720;p100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1" name="Google Shape;721;p100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100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00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24" name="Google Shape;724;p100"/>
          <p:cNvCxnSpPr>
            <a:stCxn id="722" idx="3"/>
            <a:endCxn id="720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10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1" name="Google Shape;731;p10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2" name="Google Shape;732;p10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01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4" name="Google Shape;734;p10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5" name="Google Shape;735;p10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01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01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8" name="Google Shape;738;p101"/>
          <p:cNvCxnSpPr>
            <a:stCxn id="736" idx="3"/>
            <a:endCxn id="734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" name="Google Shape;739;p101"/>
          <p:cNvCxnSpPr>
            <a:stCxn id="729" idx="3"/>
            <a:endCxn id="734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0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6" name="Google Shape;746;p10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7" name="Google Shape;747;p10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102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FF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9" name="Google Shape;749;p10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0" name="Google Shape;750;p10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0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0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53" name="Google Shape;753;p102"/>
          <p:cNvCxnSpPr>
            <a:stCxn id="751" idx="3"/>
            <a:endCxn id="749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4" name="Google Shape;754;p102"/>
          <p:cNvCxnSpPr>
            <a:stCxn id="744" idx="3"/>
            <a:endCxn id="749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0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0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1" name="Google Shape;761;p10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2" name="Google Shape;762;p10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03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764" name="Google Shape;764;p103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5" name="Google Shape;765;p10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6" name="Google Shape;766;p10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10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0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69" name="Google Shape;769;p103"/>
          <p:cNvCxnSpPr>
            <a:stCxn id="767" idx="3"/>
            <a:endCxn id="765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0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0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6" name="Google Shape;776;p10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7" name="Google Shape;777;p10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04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779" name="Google Shape;779;p10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0" name="Google Shape;780;p10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1" name="Google Shape;781;p10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0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0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84" name="Google Shape;784;p104"/>
          <p:cNvCxnSpPr>
            <a:stCxn id="782" idx="3"/>
            <a:endCxn id="780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0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1" name="Google Shape;791;p10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2" name="Google Shape;792;p10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05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794" name="Google Shape;794;p10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5" name="Google Shape;795;p10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6" name="Google Shape;796;p10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0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0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99" name="Google Shape;799;p105"/>
          <p:cNvCxnSpPr>
            <a:stCxn id="797" idx="3"/>
            <a:endCxn id="795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0" name="Google Shape;800;p105"/>
          <p:cNvCxnSpPr>
            <a:stCxn id="796" idx="3"/>
            <a:endCxn id="791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0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10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7" name="Google Shape;807;p10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8" name="Google Shape;808;p10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06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810" name="Google Shape;810;p10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1" name="Google Shape;811;p10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2" name="Google Shape;812;p10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10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10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15" name="Google Shape;815;p106"/>
          <p:cNvCxnSpPr>
            <a:stCxn id="813" idx="3"/>
            <a:endCxn id="811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6" name="Google Shape;816;p106"/>
          <p:cNvCxnSpPr>
            <a:stCxn id="812" idx="3"/>
            <a:endCxn id="807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0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3" name="Google Shape;823;p10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4" name="Google Shape;824;p10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0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6" name="Google Shape;826;p10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7" name="Google Shape;827;p10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0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0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0" name="Google Shape;830;p107"/>
          <p:cNvCxnSpPr>
            <a:stCxn id="828" idx="3"/>
            <a:endCxn id="826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1" name="Google Shape;831;p107"/>
          <p:cNvCxnSpPr>
            <a:stCxn id="827" idx="3"/>
            <a:endCxn id="823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2" name="Google Shape;832;p107"/>
          <p:cNvCxnSpPr>
            <a:stCxn id="821" idx="3"/>
            <a:endCxn id="826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0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0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9" name="Google Shape;839;p10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0" name="Google Shape;840;p10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10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2" name="Google Shape;842;p10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3" name="Google Shape;843;p10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44" name="Google Shape;844;p108"/>
          <p:cNvCxnSpPr>
            <a:stCxn id="843" idx="3"/>
            <a:endCxn id="839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5" name="Google Shape;845;p108"/>
          <p:cNvCxnSpPr>
            <a:stCxn id="837" idx="3"/>
            <a:endCxn id="842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0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1" name="Google Shape;851;p10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0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0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54" name="Google Shape;854;p109"/>
          <p:cNvCxnSpPr>
            <a:stCxn id="852" idx="3"/>
            <a:endCxn id="855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5" name="Google Shape;855;p109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6" name="Google Shape;856;p109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57" name="Google Shape;857;p109"/>
          <p:cNvCxnSpPr>
            <a:stCxn id="856" idx="3"/>
            <a:endCxn id="850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8" name="Google Shape;858;p10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9" name="Google Shape;859;p10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0" name="Google Shape;860;p109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10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6" name="Google Shape;866;p110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11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11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69" name="Google Shape;869;p110"/>
          <p:cNvCxnSpPr>
            <a:stCxn id="867" idx="3"/>
            <a:endCxn id="870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0" name="Google Shape;870;p110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1" name="Google Shape;871;p110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72" name="Google Shape;872;p110"/>
          <p:cNvCxnSpPr>
            <a:stCxn id="871" idx="3"/>
            <a:endCxn id="865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3" name="Google Shape;873;p11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4" name="Google Shape;874;p11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75" name="Google Shape;875;p110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6" name="Google Shape;876;p110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110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8" name="Google Shape;878;p110"/>
          <p:cNvCxnSpPr>
            <a:stCxn id="876" idx="1"/>
            <a:endCxn id="870" idx="0"/>
          </p:cNvCxnSpPr>
          <p:nvPr/>
        </p:nvCxnSpPr>
        <p:spPr>
          <a:xfrm flipH="1">
            <a:off x="1632300" y="1038375"/>
            <a:ext cx="1141800" cy="22605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4" name="Google Shape;884;p11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1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11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87" name="Google Shape;887;p111"/>
          <p:cNvCxnSpPr>
            <a:stCxn id="885" idx="3"/>
            <a:endCxn id="888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8" name="Google Shape;888;p111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9" name="Google Shape;889;p111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0" name="Google Shape;890;p111"/>
          <p:cNvCxnSpPr>
            <a:stCxn id="889" idx="3"/>
            <a:endCxn id="883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1" name="Google Shape;891;p11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2" name="Google Shape;892;p11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3" name="Google Shape;893;p111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4" name="Google Shape;894;p111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111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96" name="Google Shape;896;p111"/>
          <p:cNvCxnSpPr>
            <a:stCxn id="894" idx="2"/>
            <a:endCxn id="883" idx="0"/>
          </p:cNvCxnSpPr>
          <p:nvPr/>
        </p:nvCxnSpPr>
        <p:spPr>
          <a:xfrm rot="-5400000" flipH="1">
            <a:off x="3223950" y="1603875"/>
            <a:ext cx="328200" cy="600"/>
          </a:xfrm>
          <a:prstGeom prst="curvedConnector3">
            <a:avLst>
              <a:gd name="adj1" fmla="val 5001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1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2" name="Google Shape;902;p11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1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1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5" name="Google Shape;905;p112"/>
          <p:cNvCxnSpPr>
            <a:stCxn id="903" idx="3"/>
            <a:endCxn id="906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6" name="Google Shape;906;p112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7" name="Google Shape;907;p112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8" name="Google Shape;908;p112"/>
          <p:cNvCxnSpPr>
            <a:stCxn id="907" idx="3"/>
            <a:endCxn id="901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9" name="Google Shape;909;p11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0" name="Google Shape;910;p11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11" name="Google Shape;911;p112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2" name="Google Shape;912;p112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112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4" name="Google Shape;914;p112"/>
          <p:cNvCxnSpPr>
            <a:stCxn id="912" idx="3"/>
            <a:endCxn id="909" idx="0"/>
          </p:cNvCxnSpPr>
          <p:nvPr/>
        </p:nvCxnSpPr>
        <p:spPr>
          <a:xfrm>
            <a:off x="4001400" y="1038375"/>
            <a:ext cx="1014000" cy="21174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1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0" name="Google Shape;920;p11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11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11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23" name="Google Shape;923;p113"/>
          <p:cNvCxnSpPr>
            <a:stCxn id="921" idx="3"/>
            <a:endCxn id="924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4" name="Google Shape;924;p113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5" name="Google Shape;925;p113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6" name="Google Shape;926;p113"/>
          <p:cNvCxnSpPr>
            <a:stCxn id="925" idx="3"/>
            <a:endCxn id="919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7" name="Google Shape;927;p11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8" name="Google Shape;928;p11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9" name="Google Shape;929;p113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0" name="Google Shape;930;p113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113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1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7" name="Google Shape;937;p11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11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11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40" name="Google Shape;940;p114"/>
          <p:cNvCxnSpPr>
            <a:stCxn id="938" idx="3"/>
            <a:endCxn id="941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1" name="Google Shape;941;p114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2" name="Google Shape;942;p114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3" name="Google Shape;943;p114"/>
          <p:cNvCxnSpPr>
            <a:stCxn id="942" idx="3"/>
            <a:endCxn id="936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4" name="Google Shape;944;p11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p11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6" name="Google Shape;946;p114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1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11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1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11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4" name="Google Shape;964;p11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5" name="Google Shape;965;p11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117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1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1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3" name="Google Shape;973;p11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4" name="Google Shape;974;p11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11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6" name="Google Shape;976;p11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77" name="Google Shape;977;p118"/>
          <p:cNvCxnSpPr>
            <a:stCxn id="976" idx="3"/>
            <a:endCxn id="973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8" name="Google Shape;978;p118"/>
          <p:cNvCxnSpPr>
            <a:stCxn id="971" idx="3"/>
            <a:endCxn id="975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1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4" name="Google Shape;984;p11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11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11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87" name="Google Shape;987;p119"/>
          <p:cNvCxnSpPr>
            <a:stCxn id="985" idx="3"/>
            <a:endCxn id="988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8" name="Google Shape;988;p119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119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0" name="Google Shape;990;p119"/>
          <p:cNvCxnSpPr>
            <a:stCxn id="989" idx="3"/>
            <a:endCxn id="983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1" name="Google Shape;991;p11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2" name="Google Shape;992;p11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3" name="Google Shape;993;p119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endParaRPr>
              <a:solidFill>
                <a:srgbClr val="00000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r>
              <a:rPr lang="en">
                <a:solidFill>
                  <a:srgbClr val="666666"/>
                </a:solidFill>
              </a:rPr>
              <a:t>insertion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r>
              <a:rPr lang="en">
                <a:solidFill>
                  <a:srgbClr val="666666"/>
                </a:solidFill>
              </a:rPr>
              <a:t>insertion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2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12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2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5" name="Google Shape;1025;p12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12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12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28" name="Google Shape;1028;p125"/>
          <p:cNvCxnSpPr>
            <a:stCxn id="1026" idx="3"/>
            <a:endCxn id="1024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2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4" name="Google Shape;1034;p12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12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12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7" name="Google Shape;1037;p126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8" name="Google Shape;1038;p126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39" name="Google Shape;1039;p126"/>
          <p:cNvCxnSpPr>
            <a:stCxn id="1035" idx="3"/>
            <a:endCxn id="1033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0" name="Google Shape;1040;p126"/>
          <p:cNvCxnSpPr>
            <a:stCxn id="1034" idx="3"/>
            <a:endCxn id="1037" idx="1"/>
          </p:cNvCxnSpPr>
          <p:nvPr/>
        </p:nvCxnSpPr>
        <p:spPr>
          <a:xfrm rot="10800000" flipH="1">
            <a:off x="4001400" y="1135050"/>
            <a:ext cx="2106600" cy="18384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2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6" name="Google Shape;1046;p12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12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12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9" name="Google Shape;1049;p127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0" name="Google Shape;1050;p127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51" name="Google Shape;1051;p127"/>
          <p:cNvCxnSpPr>
            <a:stCxn id="1047" idx="3"/>
            <a:endCxn id="1045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2" name="Google Shape;1052;p127"/>
          <p:cNvCxnSpPr>
            <a:stCxn id="1046" idx="3"/>
            <a:endCxn id="1049" idx="1"/>
          </p:cNvCxnSpPr>
          <p:nvPr/>
        </p:nvCxnSpPr>
        <p:spPr>
          <a:xfrm rot="10800000" flipH="1">
            <a:off x="4001400" y="1135050"/>
            <a:ext cx="2106600" cy="18384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3" name="Google Shape;1053;p127"/>
          <p:cNvSpPr/>
          <p:nvPr/>
        </p:nvSpPr>
        <p:spPr>
          <a:xfrm>
            <a:off x="7718425" y="229002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4" name="Google Shape;1054;p127"/>
          <p:cNvSpPr/>
          <p:nvPr/>
        </p:nvSpPr>
        <p:spPr>
          <a:xfrm>
            <a:off x="7718425" y="309342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55" name="Google Shape;1055;p127"/>
          <p:cNvCxnSpPr>
            <a:stCxn id="1050" idx="3"/>
            <a:endCxn id="1053" idx="1"/>
          </p:cNvCxnSpPr>
          <p:nvPr/>
        </p:nvCxnSpPr>
        <p:spPr>
          <a:xfrm>
            <a:off x="7335275" y="1938550"/>
            <a:ext cx="383100" cy="753300"/>
          </a:xfrm>
          <a:prstGeom prst="curvedConnector3">
            <a:avLst>
              <a:gd name="adj1" fmla="val 50007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deletion, insertion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3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13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3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7" name="Google Shape;1077;p13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13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13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0" name="Google Shape;1080;p131"/>
          <p:cNvCxnSpPr>
            <a:stCxn id="1078" idx="3"/>
            <a:endCxn id="1076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3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6" name="Google Shape;1086;p13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13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13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9" name="Google Shape;1089;p132"/>
          <p:cNvCxnSpPr>
            <a:stCxn id="1087" idx="3"/>
            <a:endCxn id="1090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0" name="Google Shape;1090;p132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p132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92" name="Google Shape;1092;p132"/>
          <p:cNvCxnSpPr>
            <a:stCxn id="1091" idx="3"/>
            <a:endCxn id="1085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3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8" name="Google Shape;1098;p13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13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13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01" name="Google Shape;1101;p133"/>
          <p:cNvCxnSpPr>
            <a:stCxn id="1099" idx="3"/>
            <a:endCxn id="1102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2" name="Google Shape;1102;p133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3" name="Google Shape;1103;p133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04" name="Google Shape;1104;p133"/>
          <p:cNvCxnSpPr>
            <a:stCxn id="1103" idx="3"/>
            <a:endCxn id="1097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5" name="Google Shape;1105;p133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6" name="Google Shape;1106;p133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07" name="Google Shape;1107;p133"/>
          <p:cNvCxnSpPr/>
          <p:nvPr/>
        </p:nvCxnSpPr>
        <p:spPr>
          <a:xfrm rot="10800000" flipH="1">
            <a:off x="4001400" y="1135050"/>
            <a:ext cx="2106600" cy="18384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3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3" name="Google Shape;1113;p13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13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13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16" name="Google Shape;1116;p134"/>
          <p:cNvCxnSpPr>
            <a:stCxn id="1114" idx="3"/>
            <a:endCxn id="1117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7" name="Google Shape;1117;p134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8" name="Google Shape;1118;p134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19" name="Google Shape;1119;p134"/>
          <p:cNvCxnSpPr>
            <a:stCxn id="1118" idx="3"/>
            <a:endCxn id="1112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0" name="Google Shape;1120;p134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1" name="Google Shape;1121;p134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13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3" name="Google Shape;1123;p13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24" name="Google Shape;1124;p134"/>
          <p:cNvCxnSpPr/>
          <p:nvPr/>
        </p:nvCxnSpPr>
        <p:spPr>
          <a:xfrm rot="10800000" flipH="1">
            <a:off x="5629163" y="1135275"/>
            <a:ext cx="478800" cy="32256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5" name="Google Shape;1125;p134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trees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5" name="Google Shape;1155;p140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0" name="Google Shape;1160;p141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5" name="Google Shape;1165;p142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0" name="Google Shape;1170;p143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5" name="Google Shape;1175;p144"/>
          <p:cNvGraphicFramePr/>
          <p:nvPr/>
        </p:nvGraphicFramePr>
        <p:xfrm>
          <a:off x="3994238" y="361825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6" name="Google Shape;1176;p144"/>
          <p:cNvGraphicFramePr/>
          <p:nvPr/>
        </p:nvGraphicFramePr>
        <p:xfrm>
          <a:off x="1695708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7" name="Google Shape;1177;p144"/>
          <p:cNvGraphicFramePr/>
          <p:nvPr/>
        </p:nvGraphicFramePr>
        <p:xfrm>
          <a:off x="6292767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8" name="Google Shape;1178;p144"/>
          <p:cNvGraphicFramePr/>
          <p:nvPr/>
        </p:nvGraphicFramePr>
        <p:xfrm>
          <a:off x="552708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9" name="Google Shape;1179;p144"/>
          <p:cNvGraphicFramePr/>
          <p:nvPr/>
        </p:nvGraphicFramePr>
        <p:xfrm>
          <a:off x="2851233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0" name="Google Shape;1180;p144"/>
          <p:cNvGraphicFramePr/>
          <p:nvPr/>
        </p:nvGraphicFramePr>
        <p:xfrm>
          <a:off x="5149758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1" name="Google Shape;1181;p144"/>
          <p:cNvGraphicFramePr/>
          <p:nvPr/>
        </p:nvGraphicFramePr>
        <p:xfrm>
          <a:off x="7448283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6" name="Google Shape;1186;p145"/>
          <p:cNvGraphicFramePr/>
          <p:nvPr/>
        </p:nvGraphicFramePr>
        <p:xfrm>
          <a:off x="3994238" y="361825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7" name="Google Shape;1187;p145"/>
          <p:cNvGraphicFramePr/>
          <p:nvPr/>
        </p:nvGraphicFramePr>
        <p:xfrm>
          <a:off x="1695708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8" name="Google Shape;1188;p145"/>
          <p:cNvGraphicFramePr/>
          <p:nvPr/>
        </p:nvGraphicFramePr>
        <p:xfrm>
          <a:off x="6292767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9" name="Google Shape;1189;p145"/>
          <p:cNvGraphicFramePr/>
          <p:nvPr/>
        </p:nvGraphicFramePr>
        <p:xfrm>
          <a:off x="552708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0" name="Google Shape;1190;p145"/>
          <p:cNvGraphicFramePr/>
          <p:nvPr/>
        </p:nvGraphicFramePr>
        <p:xfrm>
          <a:off x="2851233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1" name="Google Shape;1191;p145"/>
          <p:cNvGraphicFramePr/>
          <p:nvPr/>
        </p:nvGraphicFramePr>
        <p:xfrm>
          <a:off x="5149758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2" name="Google Shape;1192;p145"/>
          <p:cNvGraphicFramePr/>
          <p:nvPr/>
        </p:nvGraphicFramePr>
        <p:xfrm>
          <a:off x="7448283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93" name="Google Shape;1193;p145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145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145"/>
          <p:cNvSpPr/>
          <p:nvPr/>
        </p:nvSpPr>
        <p:spPr>
          <a:xfrm rot="-3128501" flipH="1">
            <a:off x="147999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145"/>
          <p:cNvSpPr/>
          <p:nvPr/>
        </p:nvSpPr>
        <p:spPr>
          <a:xfrm rot="-3128501" flipH="1">
            <a:off x="6079043" y="313191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145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45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*left;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*right;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3" name="Google Shape;1223;p150"/>
          <p:cNvGraphicFramePr/>
          <p:nvPr/>
        </p:nvGraphicFramePr>
        <p:xfrm>
          <a:off x="3994238" y="361825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4" name="Google Shape;1224;p150"/>
          <p:cNvGraphicFramePr/>
          <p:nvPr/>
        </p:nvGraphicFramePr>
        <p:xfrm>
          <a:off x="1695708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5" name="Google Shape;1225;p150"/>
          <p:cNvGraphicFramePr/>
          <p:nvPr/>
        </p:nvGraphicFramePr>
        <p:xfrm>
          <a:off x="6292767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6" name="Google Shape;1226;p150"/>
          <p:cNvGraphicFramePr/>
          <p:nvPr/>
        </p:nvGraphicFramePr>
        <p:xfrm>
          <a:off x="552708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7" name="Google Shape;1227;p150"/>
          <p:cNvGraphicFramePr/>
          <p:nvPr/>
        </p:nvGraphicFramePr>
        <p:xfrm>
          <a:off x="2851233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8" name="Google Shape;1228;p150"/>
          <p:cNvGraphicFramePr/>
          <p:nvPr/>
        </p:nvGraphicFramePr>
        <p:xfrm>
          <a:off x="5149758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9" name="Google Shape;1229;p150"/>
          <p:cNvGraphicFramePr/>
          <p:nvPr/>
        </p:nvGraphicFramePr>
        <p:xfrm>
          <a:off x="7448283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0" name="Google Shape;1230;p150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150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150"/>
          <p:cNvSpPr/>
          <p:nvPr/>
        </p:nvSpPr>
        <p:spPr>
          <a:xfrm rot="-3128501" flipH="1">
            <a:off x="147999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150"/>
          <p:cNvSpPr/>
          <p:nvPr/>
        </p:nvSpPr>
        <p:spPr>
          <a:xfrm rot="-3128501" flipH="1">
            <a:off x="6079043" y="313191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150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150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51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if (tree == NULL)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52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53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54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55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56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0" name="Google Shape;1270;p157"/>
          <p:cNvGraphicFramePr/>
          <p:nvPr/>
        </p:nvGraphicFramePr>
        <p:xfrm>
          <a:off x="3994238" y="361825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1" name="Google Shape;1271;p157"/>
          <p:cNvGraphicFramePr/>
          <p:nvPr/>
        </p:nvGraphicFramePr>
        <p:xfrm>
          <a:off x="1695708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2" name="Google Shape;1272;p157"/>
          <p:cNvGraphicFramePr/>
          <p:nvPr/>
        </p:nvGraphicFramePr>
        <p:xfrm>
          <a:off x="6292767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3" name="Google Shape;1273;p157"/>
          <p:cNvGraphicFramePr/>
          <p:nvPr/>
        </p:nvGraphicFramePr>
        <p:xfrm>
          <a:off x="552708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4" name="Google Shape;1274;p157"/>
          <p:cNvGraphicFramePr/>
          <p:nvPr/>
        </p:nvGraphicFramePr>
        <p:xfrm>
          <a:off x="2851233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5" name="Google Shape;1275;p157"/>
          <p:cNvGraphicFramePr/>
          <p:nvPr/>
        </p:nvGraphicFramePr>
        <p:xfrm>
          <a:off x="5149758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6" name="Google Shape;1276;p157"/>
          <p:cNvGraphicFramePr/>
          <p:nvPr/>
        </p:nvGraphicFramePr>
        <p:xfrm>
          <a:off x="7448283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77" name="Google Shape;1277;p157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157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157"/>
          <p:cNvSpPr/>
          <p:nvPr/>
        </p:nvSpPr>
        <p:spPr>
          <a:xfrm rot="-3128501" flipH="1">
            <a:off x="147999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157"/>
          <p:cNvSpPr/>
          <p:nvPr/>
        </p:nvSpPr>
        <p:spPr>
          <a:xfrm rot="-3128501" flipH="1">
            <a:off x="6079043" y="313191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157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157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1" name="Google Shape;1291;p159"/>
          <p:cNvGraphicFramePr/>
          <p:nvPr/>
        </p:nvGraphicFramePr>
        <p:xfrm>
          <a:off x="3994238" y="361825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6" name="Google Shape;1296;p160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97" name="Google Shape;1297;p160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98" name="Google Shape;1298;p160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3" name="Google Shape;1303;p161"/>
          <p:cNvGraphicFramePr/>
          <p:nvPr/>
        </p:nvGraphicFramePr>
        <p:xfrm>
          <a:off x="3994238" y="361825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4" name="Google Shape;1304;p161"/>
          <p:cNvGraphicFramePr/>
          <p:nvPr/>
        </p:nvGraphicFramePr>
        <p:xfrm>
          <a:off x="1695708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5" name="Google Shape;1305;p161"/>
          <p:cNvGraphicFramePr/>
          <p:nvPr/>
        </p:nvGraphicFramePr>
        <p:xfrm>
          <a:off x="6292767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06" name="Google Shape;1306;p161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161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6" name="Google Shape;1316;p163"/>
          <p:cNvGraphicFramePr/>
          <p:nvPr/>
        </p:nvGraphicFramePr>
        <p:xfrm>
          <a:off x="3994238" y="361825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1" name="Google Shape;1321;p164"/>
          <p:cNvGraphicFramePr/>
          <p:nvPr/>
        </p:nvGraphicFramePr>
        <p:xfrm>
          <a:off x="3994238" y="361825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2" name="Google Shape;1322;p164"/>
          <p:cNvGraphicFramePr/>
          <p:nvPr/>
        </p:nvGraphicFramePr>
        <p:xfrm>
          <a:off x="6292767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3" name="Google Shape;1323;p164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8" name="Google Shape;1328;p165"/>
          <p:cNvGraphicFramePr/>
          <p:nvPr/>
        </p:nvGraphicFramePr>
        <p:xfrm>
          <a:off x="3994238" y="361825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9" name="Google Shape;1329;p165"/>
          <p:cNvGraphicFramePr/>
          <p:nvPr/>
        </p:nvGraphicFramePr>
        <p:xfrm>
          <a:off x="6292767" y="1810178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0" name="Google Shape;1330;p165"/>
          <p:cNvGraphicFramePr/>
          <p:nvPr/>
        </p:nvGraphicFramePr>
        <p:xfrm>
          <a:off x="7448283" y="3461021"/>
          <a:ext cx="1143000" cy="114300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1" name="Google Shape;1331;p165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165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6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</a:t>
            </a: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7" name="Google Shape;1347;p168"/>
          <p:cNvGraphicFramePr/>
          <p:nvPr/>
        </p:nvGraphicFramePr>
        <p:xfrm>
          <a:off x="952500" y="895375"/>
          <a:ext cx="7239000" cy="350514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2" name="Google Shape;1352;p169"/>
          <p:cNvGraphicFramePr/>
          <p:nvPr/>
        </p:nvGraphicFramePr>
        <p:xfrm>
          <a:off x="952500" y="895375"/>
          <a:ext cx="7239000" cy="350514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word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definition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7" name="Google Shape;1357;p170"/>
          <p:cNvGraphicFramePr/>
          <p:nvPr/>
        </p:nvGraphicFramePr>
        <p:xfrm>
          <a:off x="952500" y="895375"/>
          <a:ext cx="7239000" cy="350514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50" y="1297400"/>
            <a:ext cx="2548700" cy="2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172"/>
          <p:cNvPicPr preferRelativeResize="0"/>
          <p:nvPr/>
        </p:nvPicPr>
        <p:blipFill rotWithShape="1">
          <a:blip r:embed="rId3">
            <a:alphaModFix/>
          </a:blip>
          <a:srcRect t="6516" b="14965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73"/>
          <p:cNvPicPr preferRelativeResize="0"/>
          <p:nvPr/>
        </p:nvPicPr>
        <p:blipFill rotWithShape="1">
          <a:blip r:embed="rId3">
            <a:alphaModFix/>
          </a:blip>
          <a:srcRect t="10741" b="10741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7" name="Google Shape;1377;p174"/>
          <p:cNvGraphicFramePr/>
          <p:nvPr/>
        </p:nvGraphicFramePr>
        <p:xfrm>
          <a:off x="952500" y="895375"/>
          <a:ext cx="7239000" cy="3505140"/>
        </p:xfrm>
        <a:graphic>
          <a:graphicData uri="http://schemas.openxmlformats.org/drawingml/2006/table">
            <a:tbl>
              <a:tblPr>
                <a:noFill/>
                <a:tableStyleId>{FCEDFBB0-13A7-47BE-B947-3DDBA9F1D619}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number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75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83" name="Google Shape;1383;p175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84" name="Google Shape;1384;p175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385" name="Google Shape;1385;p175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lang="en" sz="2400" baseline="-25000">
                <a:solidFill>
                  <a:srgbClr val="FFFFFF"/>
                </a:solidFill>
              </a:rPr>
              <a:t> 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386" name="Google Shape;1386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76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92" name="Google Shape;1392;p176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93" name="Google Shape;1393;p176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394" name="Google Shape;1394;p176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lang="en" sz="2400" baseline="-25000">
                <a:solidFill>
                  <a:srgbClr val="FFFFFF"/>
                </a:solidFill>
              </a:rPr>
              <a:t> 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395" name="Google Shape;1395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6" name="Google Shape;1396;p176"/>
          <p:cNvCxnSpPr/>
          <p:nvPr/>
        </p:nvCxnSpPr>
        <p:spPr>
          <a:xfrm>
            <a:off x="1371600" y="4147225"/>
            <a:ext cx="6393000" cy="0"/>
          </a:xfrm>
          <a:prstGeom prst="straightConnector1">
            <a:avLst/>
          </a:prstGeom>
          <a:noFill/>
          <a:ln w="38100" cap="flat" cmpd="sng">
            <a:solidFill>
              <a:srgbClr val="00FF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97" name="Google Shape;1397;p176"/>
          <p:cNvSpPr txBox="1"/>
          <p:nvPr/>
        </p:nvSpPr>
        <p:spPr>
          <a:xfrm>
            <a:off x="7772400" y="383865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(1)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7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hashing</a:t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7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function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7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tables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8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18" name="Google Shape;1418;p18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19" name="Google Shape;1419;p18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0" name="Google Shape;1420;p18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1" name="Google Shape;1421;p18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2" name="Google Shape;1422;p18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3" name="Google Shape;1423;p18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4" name="Google Shape;1424;p18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5" name="Google Shape;1425;p18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6" name="Google Shape;1426;p18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7" name="Google Shape;1427;p18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8" name="Google Shape;1428;p18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9" name="Google Shape;1429;p18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0" name="Google Shape;1430;p18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1" name="Google Shape;1431;p18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2" name="Google Shape;1432;p18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3" name="Google Shape;1433;p18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4" name="Google Shape;1434;p18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5" name="Google Shape;1435;p18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6" name="Google Shape;1436;p18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7" name="Google Shape;1437;p18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8" name="Google Shape;1438;p18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9" name="Google Shape;1439;p18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40" name="Google Shape;1440;p18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41" name="Google Shape;1441;p18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42" name="Google Shape;1442;p18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81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48" name="Google Shape;1448;p181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49" name="Google Shape;1449;p181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0" name="Google Shape;1450;p181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1" name="Google Shape;1451;p181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2" name="Google Shape;1452;p181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3" name="Google Shape;1453;p181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4" name="Google Shape;1454;p181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5" name="Google Shape;1455;p181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6" name="Google Shape;1456;p181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7" name="Google Shape;1457;p181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8" name="Google Shape;1458;p181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9" name="Google Shape;1459;p181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0" name="Google Shape;1460;p181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1" name="Google Shape;1461;p181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2" name="Google Shape;1462;p181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3" name="Google Shape;1463;p181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4" name="Google Shape;1464;p181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5" name="Google Shape;1465;p181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6" name="Google Shape;1466;p181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7" name="Google Shape;1467;p181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8" name="Google Shape;1468;p181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9" name="Google Shape;1469;p181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0" name="Google Shape;1470;p181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1" name="Google Shape;1471;p181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2" name="Google Shape;1472;p181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3" name="Google Shape;1473;p181"/>
          <p:cNvSpPr txBox="1"/>
          <p:nvPr/>
        </p:nvSpPr>
        <p:spPr>
          <a:xfrm>
            <a:off x="47625" y="166650"/>
            <a:ext cx="4092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82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9" name="Google Shape;1479;p182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0" name="Google Shape;1480;p182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1" name="Google Shape;1481;p182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2" name="Google Shape;1482;p182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3" name="Google Shape;1483;p182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4" name="Google Shape;1484;p182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5" name="Google Shape;1485;p182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6" name="Google Shape;1486;p182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7" name="Google Shape;1487;p182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8" name="Google Shape;1488;p182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9" name="Google Shape;1489;p182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0" name="Google Shape;1490;p182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1" name="Google Shape;1491;p182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2" name="Google Shape;1492;p182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3" name="Google Shape;1493;p182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4" name="Google Shape;1494;p182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5" name="Google Shape;1495;p182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6" name="Google Shape;1496;p182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7" name="Google Shape;1497;p182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8" name="Google Shape;1498;p182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9" name="Google Shape;1499;p182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0" name="Google Shape;1500;p182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1" name="Google Shape;1501;p182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2" name="Google Shape;1502;p182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3" name="Google Shape;1503;p182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4" name="Google Shape;1504;p182"/>
          <p:cNvSpPr txBox="1"/>
          <p:nvPr/>
        </p:nvSpPr>
        <p:spPr>
          <a:xfrm>
            <a:off x="199850" y="166650"/>
            <a:ext cx="2571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Z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83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0" name="Google Shape;1510;p183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1" name="Google Shape;1511;p183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2" name="Google Shape;1512;p183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3" name="Google Shape;1513;p183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4" name="Google Shape;1514;p183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5" name="Google Shape;1515;p183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6" name="Google Shape;1516;p183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7" name="Google Shape;1517;p183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8" name="Google Shape;1518;p183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9" name="Google Shape;1519;p183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0" name="Google Shape;1520;p183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1" name="Google Shape;1521;p183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2" name="Google Shape;1522;p183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3" name="Google Shape;1523;p183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4" name="Google Shape;1524;p183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5" name="Google Shape;1525;p183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6" name="Google Shape;1526;p183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7" name="Google Shape;1527;p183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8" name="Google Shape;1528;p183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9" name="Google Shape;1529;p183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0" name="Google Shape;1530;p183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1" name="Google Shape;1531;p183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2" name="Google Shape;1532;p183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3" name="Google Shape;1533;p183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4" name="Google Shape;1534;p183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84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0" name="Google Shape;1540;p184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1" name="Google Shape;1541;p184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2" name="Google Shape;1542;p184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3" name="Google Shape;1543;p184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4" name="Google Shape;1544;p184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5" name="Google Shape;1545;p184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6" name="Google Shape;1546;p184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7" name="Google Shape;1547;p184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8" name="Google Shape;1548;p184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9" name="Google Shape;1549;p184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0" name="Google Shape;1550;p184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1" name="Google Shape;1551;p184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2" name="Google Shape;1552;p184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3" name="Google Shape;1553;p184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4" name="Google Shape;1554;p184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5" name="Google Shape;1555;p184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6" name="Google Shape;1556;p184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7" name="Google Shape;1557;p184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8" name="Google Shape;1558;p184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9" name="Google Shape;1559;p184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0" name="Google Shape;1560;p184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1" name="Google Shape;1561;p184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2" name="Google Shape;1562;p184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3" name="Google Shape;1563;p184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4" name="Google Shape;1564;p184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5" name="Google Shape;1565;p184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66" name="Google Shape;1566;p184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7" name="Google Shape;1567;p184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85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3" name="Google Shape;1573;p185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4" name="Google Shape;1574;p185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5" name="Google Shape;1575;p185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6" name="Google Shape;1576;p185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7" name="Google Shape;1577;p185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8" name="Google Shape;1578;p185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9" name="Google Shape;1579;p185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0" name="Google Shape;1580;p185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1" name="Google Shape;1581;p185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2" name="Google Shape;1582;p185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3" name="Google Shape;1583;p185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4" name="Google Shape;1584;p185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5" name="Google Shape;1585;p185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6" name="Google Shape;1586;p185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7" name="Google Shape;1587;p185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8" name="Google Shape;1588;p185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9" name="Google Shape;1589;p185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0" name="Google Shape;1590;p185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1" name="Google Shape;1591;p185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2" name="Google Shape;1592;p185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3" name="Google Shape;1593;p185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4" name="Google Shape;1594;p185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5" name="Google Shape;1595;p185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6" name="Google Shape;1596;p185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7" name="Google Shape;1597;p185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8" name="Google Shape;1598;p185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99" name="Google Shape;1599;p185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0" name="Google Shape;1600;p185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1" name="Google Shape;1601;p185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02" name="Google Shape;1602;p185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3" name="Google Shape;1603;p185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86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9" name="Google Shape;1609;p186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0" name="Google Shape;1610;p186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1" name="Google Shape;1611;p186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2" name="Google Shape;1612;p186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3" name="Google Shape;1613;p186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4" name="Google Shape;1614;p186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5" name="Google Shape;1615;p186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6" name="Google Shape;1616;p186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7" name="Google Shape;1617;p186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8" name="Google Shape;1618;p186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9" name="Google Shape;1619;p186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0" name="Google Shape;1620;p186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1" name="Google Shape;1621;p186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2" name="Google Shape;1622;p186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3" name="Google Shape;1623;p186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4" name="Google Shape;1624;p186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5" name="Google Shape;1625;p186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6" name="Google Shape;1626;p186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7" name="Google Shape;1627;p186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8" name="Google Shape;1628;p186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9" name="Google Shape;1629;p186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0" name="Google Shape;1630;p186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1" name="Google Shape;1631;p186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2" name="Google Shape;1632;p186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3" name="Google Shape;1633;p186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4" name="Google Shape;1634;p186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5" name="Google Shape;1635;p186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6" name="Google Shape;1636;p186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7" name="Google Shape;1637;p186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8" name="Google Shape;1638;p186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9" name="Google Shape;1639;p186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0" name="Google Shape;1640;p186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41" name="Google Shape;1641;p186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2" name="Google Shape;1642;p186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87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8" name="Google Shape;1648;p187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9" name="Google Shape;1649;p187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0" name="Google Shape;1650;p187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1" name="Google Shape;1651;p187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2" name="Google Shape;1652;p187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3" name="Google Shape;1653;p187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4" name="Google Shape;1654;p187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5" name="Google Shape;1655;p187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6" name="Google Shape;1656;p187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7" name="Google Shape;1657;p187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8" name="Google Shape;1658;p187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9" name="Google Shape;1659;p187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0" name="Google Shape;1660;p187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1" name="Google Shape;1661;p187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2" name="Google Shape;1662;p187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3" name="Google Shape;1663;p187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4" name="Google Shape;1664;p187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5" name="Google Shape;1665;p187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6" name="Google Shape;1666;p187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7" name="Google Shape;1667;p187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8" name="Google Shape;1668;p187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9" name="Google Shape;1669;p187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0" name="Google Shape;1670;p187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1" name="Google Shape;1671;p187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2" name="Google Shape;1672;p187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3" name="Google Shape;1673;p187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74" name="Google Shape;1674;p187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5" name="Google Shape;1675;p187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6" name="Google Shape;1676;p187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77" name="Google Shape;1677;p187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8" name="Google Shape;1678;p187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9" name="Google Shape;1679;p187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0" name="Google Shape;1680;p187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1" name="Google Shape;1681;p187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2" name="Google Shape;1682;p187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3" name="Google Shape;1683;p187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4" name="Google Shape;1684;p187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5" name="Google Shape;1685;p187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6" name="Google Shape;1686;p187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7" name="Google Shape;1687;p187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8" name="Google Shape;1688;p187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9" name="Google Shape;1689;p187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0" name="Google Shape;1690;p187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1" name="Google Shape;1691;p187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2" name="Google Shape;1692;p187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3" name="Google Shape;1693;p187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4" name="Google Shape;1694;p187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5" name="Google Shape;1695;p187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6" name="Google Shape;1696;p187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7" name="Google Shape;1697;p187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8" name="Google Shape;1698;p187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9" name="Google Shape;1699;p187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0" name="Google Shape;1700;p187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1" name="Google Shape;1701;p187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2" name="Google Shape;1702;p187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3" name="Google Shape;1703;p187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4" name="Google Shape;1704;p187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5" name="Google Shape;1705;p187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6" name="Google Shape;1706;p187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7" name="Google Shape;1707;p187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8" name="Google Shape;1708;p187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9" name="Google Shape;1709;p187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10" name="Google Shape;1710;p187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11" name="Google Shape;1711;p187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12" name="Google Shape;1712;p187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13" name="Google Shape;1713;p187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88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19" name="Google Shape;1719;p188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0" name="Google Shape;1720;p188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1" name="Google Shape;1721;p188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2" name="Google Shape;1722;p188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3" name="Google Shape;1723;p188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4" name="Google Shape;1724;p188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5" name="Google Shape;1725;p188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6" name="Google Shape;1726;p188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7" name="Google Shape;1727;p188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8" name="Google Shape;1728;p188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9" name="Google Shape;1729;p188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0" name="Google Shape;1730;p188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1" name="Google Shape;1731;p188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2" name="Google Shape;1732;p188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3" name="Google Shape;1733;p188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4" name="Google Shape;1734;p188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5" name="Google Shape;1735;p188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6" name="Google Shape;1736;p188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7" name="Google Shape;1737;p188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8" name="Google Shape;1738;p188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9" name="Google Shape;1739;p188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0" name="Google Shape;1740;p188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1" name="Google Shape;1741;p188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2" name="Google Shape;1742;p188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3" name="Google Shape;1743;p188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4" name="Google Shape;1744;p188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5" name="Google Shape;1745;p188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6" name="Google Shape;1746;p188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7" name="Google Shape;1747;p188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8" name="Google Shape;1748;p188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9" name="Google Shape;1749;p188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0" name="Google Shape;1750;p188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1" name="Google Shape;1751;p188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2" name="Google Shape;1752;p188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3" name="Google Shape;1753;p188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4" name="Google Shape;1754;p188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5" name="Google Shape;1755;p188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6" name="Google Shape;1756;p188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7" name="Google Shape;1757;p188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8" name="Google Shape;1758;p188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9" name="Google Shape;1759;p188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0" name="Google Shape;1760;p188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1" name="Google Shape;1761;p188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2" name="Google Shape;1762;p188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3" name="Google Shape;1763;p188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4" name="Google Shape;1764;p188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5" name="Google Shape;1765;p188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6" name="Google Shape;1766;p188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7" name="Google Shape;1767;p188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8" name="Google Shape;1768;p188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9" name="Google Shape;1769;p188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0" name="Google Shape;1770;p188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1" name="Google Shape;1771;p188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2" name="Google Shape;1772;p188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3" name="Google Shape;1773;p188"/>
          <p:cNvSpPr/>
          <p:nvPr/>
        </p:nvSpPr>
        <p:spPr>
          <a:xfrm rot="10800000" flipH="1">
            <a:off x="184620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4" name="Google Shape;1774;p188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5" name="Google Shape;1775;p188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6" name="Google Shape;1776;p188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7" name="Google Shape;1777;p188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8" name="Google Shape;1778;p188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9" name="Google Shape;1779;p188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0" name="Google Shape;1780;p188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1" name="Google Shape;1781;p188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2" name="Google Shape;1782;p188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3" name="Google Shape;1783;p188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4" name="Google Shape;1784;p188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5" name="Google Shape;1785;p188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6" name="Google Shape;1786;p188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7" name="Google Shape;1787;p188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89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3" name="Google Shape;1793;p189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4" name="Google Shape;1794;p189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5" name="Google Shape;1795;p189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6" name="Google Shape;1796;p189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7" name="Google Shape;1797;p189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8" name="Google Shape;1798;p189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9" name="Google Shape;1799;p189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0" name="Google Shape;1800;p189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1" name="Google Shape;1801;p189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2" name="Google Shape;1802;p189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3" name="Google Shape;1803;p189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4" name="Google Shape;1804;p189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5" name="Google Shape;1805;p189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6" name="Google Shape;1806;p189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7" name="Google Shape;1807;p189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8" name="Google Shape;1808;p189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9" name="Google Shape;1809;p189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0" name="Google Shape;1810;p189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1" name="Google Shape;1811;p189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2" name="Google Shape;1812;p189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3" name="Google Shape;1813;p189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4" name="Google Shape;1814;p189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5" name="Google Shape;1815;p189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6" name="Google Shape;1816;p189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7" name="Google Shape;1817;p189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8" name="Google Shape;1818;p189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19" name="Google Shape;1819;p189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0" name="Google Shape;1820;p189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1" name="Google Shape;1821;p189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2" name="Google Shape;1822;p189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3" name="Google Shape;1823;p189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4" name="Google Shape;1824;p189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5" name="Google Shape;1825;p189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6" name="Google Shape;1826;p189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7" name="Google Shape;1827;p189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8" name="Google Shape;1828;p189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9" name="Google Shape;1829;p189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0" name="Google Shape;1830;p189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1" name="Google Shape;1831;p189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2" name="Google Shape;1832;p189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3" name="Google Shape;1833;p189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4" name="Google Shape;1834;p189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5" name="Google Shape;1835;p189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6" name="Google Shape;1836;p189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7" name="Google Shape;1837;p189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8" name="Google Shape;1838;p189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9" name="Google Shape;1839;p189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0" name="Google Shape;1840;p189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1" name="Google Shape;1841;p189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2" name="Google Shape;1842;p189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3" name="Google Shape;1843;p189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4" name="Google Shape;1844;p189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5" name="Google Shape;1845;p189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6" name="Google Shape;1846;p189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7" name="Google Shape;1847;p189"/>
          <p:cNvSpPr/>
          <p:nvPr/>
        </p:nvSpPr>
        <p:spPr>
          <a:xfrm rot="10800000" flipH="1">
            <a:off x="184620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8" name="Google Shape;1848;p189"/>
          <p:cNvSpPr/>
          <p:nvPr/>
        </p:nvSpPr>
        <p:spPr>
          <a:xfrm>
            <a:off x="349885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9" name="Google Shape;1849;p189"/>
          <p:cNvSpPr/>
          <p:nvPr/>
        </p:nvSpPr>
        <p:spPr>
          <a:xfrm>
            <a:off x="431485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0" name="Google Shape;1850;p189"/>
          <p:cNvSpPr/>
          <p:nvPr/>
        </p:nvSpPr>
        <p:spPr>
          <a:xfrm rot="10800000" flipH="1">
            <a:off x="312655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1" name="Google Shape;1851;p189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2" name="Google Shape;1852;p189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3" name="Google Shape;1853;p189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4" name="Google Shape;1854;p189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5" name="Google Shape;1855;p189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6" name="Google Shape;1856;p189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7" name="Google Shape;1857;p189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8" name="Google Shape;1858;p189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9" name="Google Shape;1859;p189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60" name="Google Shape;1860;p189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1" name="Google Shape;1861;p189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62" name="Google Shape;1862;p189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63" name="Google Shape;1863;p189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4" name="Google Shape;1864;p189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19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0" name="Google Shape;1870;p19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1" name="Google Shape;1871;p19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2" name="Google Shape;1872;p19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3" name="Google Shape;1873;p19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4" name="Google Shape;1874;p19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5" name="Google Shape;1875;p19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6" name="Google Shape;1876;p19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7" name="Google Shape;1877;p19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8" name="Google Shape;1878;p19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9" name="Google Shape;1879;p19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0" name="Google Shape;1880;p19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1" name="Google Shape;1881;p19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2" name="Google Shape;1882;p19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3" name="Google Shape;1883;p19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4" name="Google Shape;1884;p19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5" name="Google Shape;1885;p19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6" name="Google Shape;1886;p19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7" name="Google Shape;1887;p19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8" name="Google Shape;1888;p19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9" name="Google Shape;1889;p19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0" name="Google Shape;1890;p19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1" name="Google Shape;1891;p19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2" name="Google Shape;1892;p19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3" name="Google Shape;1893;p19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4" name="Google Shape;1894;p19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5" name="Google Shape;1895;p190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96" name="Google Shape;1896;p190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7" name="Google Shape;1897;p190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8" name="Google Shape;1898;p190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99" name="Google Shape;1899;p190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0" name="Google Shape;1900;p190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1" name="Google Shape;1901;p190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2" name="Google Shape;1902;p190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3" name="Google Shape;1903;p190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4" name="Google Shape;1904;p190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5" name="Google Shape;1905;p190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6" name="Google Shape;1906;p190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7" name="Google Shape;1907;p190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8" name="Google Shape;1908;p190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9" name="Google Shape;1909;p190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0" name="Google Shape;1910;p190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1" name="Google Shape;1911;p190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2" name="Google Shape;1912;p190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3" name="Google Shape;1913;p190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4" name="Google Shape;1914;p190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5" name="Google Shape;1915;p190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6" name="Google Shape;1916;p190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7" name="Google Shape;1917;p190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8" name="Google Shape;1918;p190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9" name="Google Shape;1919;p190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0" name="Google Shape;1920;p190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1" name="Google Shape;1921;p190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2" name="Google Shape;1922;p190"/>
          <p:cNvSpPr/>
          <p:nvPr/>
        </p:nvSpPr>
        <p:spPr>
          <a:xfrm>
            <a:off x="221850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Spike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3" name="Google Shape;1923;p190"/>
          <p:cNvSpPr/>
          <p:nvPr/>
        </p:nvSpPr>
        <p:spPr>
          <a:xfrm>
            <a:off x="303450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4" name="Google Shape;1924;p190"/>
          <p:cNvSpPr/>
          <p:nvPr/>
        </p:nvSpPr>
        <p:spPr>
          <a:xfrm rot="10800000" flipH="1">
            <a:off x="184620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5" name="Google Shape;1925;p190"/>
          <p:cNvSpPr/>
          <p:nvPr/>
        </p:nvSpPr>
        <p:spPr>
          <a:xfrm>
            <a:off x="221850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Ganon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6" name="Google Shape;1926;p190"/>
          <p:cNvSpPr/>
          <p:nvPr/>
        </p:nvSpPr>
        <p:spPr>
          <a:xfrm>
            <a:off x="303450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7" name="Google Shape;1927;p190"/>
          <p:cNvSpPr/>
          <p:nvPr/>
        </p:nvSpPr>
        <p:spPr>
          <a:xfrm rot="10800000" flipH="1">
            <a:off x="184620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8" name="Google Shape;1928;p190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9" name="Google Shape;1929;p190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0" name="Google Shape;1930;p190"/>
          <p:cNvSpPr/>
          <p:nvPr/>
        </p:nvSpPr>
        <p:spPr>
          <a:xfrm rot="10800000" flipH="1">
            <a:off x="184620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1" name="Google Shape;1931;p190"/>
          <p:cNvSpPr/>
          <p:nvPr/>
        </p:nvSpPr>
        <p:spPr>
          <a:xfrm>
            <a:off x="349885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2" name="Google Shape;1932;p190"/>
          <p:cNvSpPr/>
          <p:nvPr/>
        </p:nvSpPr>
        <p:spPr>
          <a:xfrm>
            <a:off x="431485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3" name="Google Shape;1933;p190"/>
          <p:cNvSpPr/>
          <p:nvPr/>
        </p:nvSpPr>
        <p:spPr>
          <a:xfrm rot="10800000" flipH="1">
            <a:off x="312655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4" name="Google Shape;1934;p190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5" name="Google Shape;1935;p190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6" name="Google Shape;1936;p190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7" name="Google Shape;1937;p190"/>
          <p:cNvSpPr/>
          <p:nvPr/>
        </p:nvSpPr>
        <p:spPr>
          <a:xfrm>
            <a:off x="2218500" y="36962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Toadette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8" name="Google Shape;1938;p190"/>
          <p:cNvSpPr/>
          <p:nvPr/>
        </p:nvSpPr>
        <p:spPr>
          <a:xfrm>
            <a:off x="3034500" y="36962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9" name="Google Shape;1939;p190"/>
          <p:cNvSpPr/>
          <p:nvPr/>
        </p:nvSpPr>
        <p:spPr>
          <a:xfrm rot="10800000" flipH="1">
            <a:off x="1846200" y="36962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0" name="Google Shape;1940;p190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1" name="Google Shape;1941;p190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2" name="Google Shape;1942;p190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3" name="Google Shape;1943;p190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4" name="Google Shape;1944;p190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5" name="Google Shape;1945;p190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6" name="Google Shape;1946;p190"/>
          <p:cNvSpPr/>
          <p:nvPr/>
        </p:nvSpPr>
        <p:spPr>
          <a:xfrm>
            <a:off x="2218500" y="741778"/>
            <a:ext cx="1043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Donkey Kong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7" name="Google Shape;1947;p190"/>
          <p:cNvSpPr/>
          <p:nvPr/>
        </p:nvSpPr>
        <p:spPr>
          <a:xfrm>
            <a:off x="3262123" y="741775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8" name="Google Shape;1948;p190"/>
          <p:cNvSpPr/>
          <p:nvPr/>
        </p:nvSpPr>
        <p:spPr>
          <a:xfrm rot="10800000" flipH="1">
            <a:off x="1846200" y="74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9" name="Google Shape;1949;p190"/>
          <p:cNvSpPr/>
          <p:nvPr/>
        </p:nvSpPr>
        <p:spPr>
          <a:xfrm>
            <a:off x="3733425" y="741753"/>
            <a:ext cx="1043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Diddy Kong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0" name="Google Shape;1950;p190"/>
          <p:cNvSpPr/>
          <p:nvPr/>
        </p:nvSpPr>
        <p:spPr>
          <a:xfrm>
            <a:off x="4777048" y="741750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1" name="Google Shape;1951;p190"/>
          <p:cNvSpPr/>
          <p:nvPr/>
        </p:nvSpPr>
        <p:spPr>
          <a:xfrm rot="10800000" flipH="1">
            <a:off x="3361125" y="741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2" name="Google Shape;1952;p190"/>
          <p:cNvSpPr/>
          <p:nvPr/>
        </p:nvSpPr>
        <p:spPr>
          <a:xfrm>
            <a:off x="2218500" y="3724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Bowser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3" name="Google Shape;1953;p190"/>
          <p:cNvSpPr/>
          <p:nvPr/>
        </p:nvSpPr>
        <p:spPr>
          <a:xfrm>
            <a:off x="3034500" y="3724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4" name="Google Shape;1954;p190"/>
          <p:cNvSpPr/>
          <p:nvPr/>
        </p:nvSpPr>
        <p:spPr>
          <a:xfrm rot="10800000" flipH="1">
            <a:off x="1846200" y="3724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5" name="Google Shape;1955;p190"/>
          <p:cNvSpPr/>
          <p:nvPr/>
        </p:nvSpPr>
        <p:spPr>
          <a:xfrm>
            <a:off x="3498850" y="371778"/>
            <a:ext cx="924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Bowser Jr.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6" name="Google Shape;1956;p190"/>
          <p:cNvSpPr/>
          <p:nvPr/>
        </p:nvSpPr>
        <p:spPr>
          <a:xfrm>
            <a:off x="4422701" y="371775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7" name="Google Shape;1957;p190"/>
          <p:cNvSpPr/>
          <p:nvPr/>
        </p:nvSpPr>
        <p:spPr>
          <a:xfrm rot="10800000" flipH="1">
            <a:off x="3126550" y="37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8" name="Google Shape;1958;p190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9" name="Google Shape;1959;p190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0" name="Google Shape;1960;p190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1" name="Google Shape;1961;p190"/>
          <p:cNvSpPr/>
          <p:nvPr/>
        </p:nvSpPr>
        <p:spPr>
          <a:xfrm>
            <a:off x="2218500" y="42555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2" name="Google Shape;1962;p190"/>
          <p:cNvSpPr/>
          <p:nvPr/>
        </p:nvSpPr>
        <p:spPr>
          <a:xfrm>
            <a:off x="3034500" y="42555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3" name="Google Shape;1963;p190"/>
          <p:cNvSpPr/>
          <p:nvPr/>
        </p:nvSpPr>
        <p:spPr>
          <a:xfrm rot="10800000" flipH="1">
            <a:off x="1846200" y="42555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4" name="Google Shape;1964;p190"/>
          <p:cNvSpPr/>
          <p:nvPr/>
        </p:nvSpPr>
        <p:spPr>
          <a:xfrm>
            <a:off x="2218500" y="2961803"/>
            <a:ext cx="1142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Petey Piranha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5" name="Google Shape;1965;p190"/>
          <p:cNvSpPr/>
          <p:nvPr/>
        </p:nvSpPr>
        <p:spPr>
          <a:xfrm>
            <a:off x="3361125" y="2961800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6" name="Google Shape;1966;p190"/>
          <p:cNvSpPr/>
          <p:nvPr/>
        </p:nvSpPr>
        <p:spPr>
          <a:xfrm rot="10800000" flipH="1">
            <a:off x="1846200" y="296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7" name="Google Shape;1967;p190"/>
          <p:cNvSpPr/>
          <p:nvPr/>
        </p:nvSpPr>
        <p:spPr>
          <a:xfrm>
            <a:off x="5248350" y="741741"/>
            <a:ext cx="1043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Dry Bones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8" name="Google Shape;1968;p190"/>
          <p:cNvSpPr/>
          <p:nvPr/>
        </p:nvSpPr>
        <p:spPr>
          <a:xfrm>
            <a:off x="6291973" y="741738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9" name="Google Shape;1969;p190"/>
          <p:cNvSpPr/>
          <p:nvPr/>
        </p:nvSpPr>
        <p:spPr>
          <a:xfrm rot="10800000" flipH="1">
            <a:off x="4876050" y="741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0" name="Google Shape;1970;p190"/>
          <p:cNvSpPr/>
          <p:nvPr/>
        </p:nvSpPr>
        <p:spPr>
          <a:xfrm>
            <a:off x="3498850" y="3700329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Tom Nook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71" name="Google Shape;1971;p190"/>
          <p:cNvSpPr/>
          <p:nvPr/>
        </p:nvSpPr>
        <p:spPr>
          <a:xfrm>
            <a:off x="4314850" y="3701808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2" name="Google Shape;1972;p190"/>
          <p:cNvSpPr/>
          <p:nvPr/>
        </p:nvSpPr>
        <p:spPr>
          <a:xfrm rot="10800000" flipH="1">
            <a:off x="3126550" y="3700329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3" name="Google Shape;1973;p190"/>
          <p:cNvSpPr/>
          <p:nvPr/>
        </p:nvSpPr>
        <p:spPr>
          <a:xfrm>
            <a:off x="2218500" y="203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K.K. Slider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974" name="Google Shape;1974;p190"/>
          <p:cNvSpPr/>
          <p:nvPr/>
        </p:nvSpPr>
        <p:spPr>
          <a:xfrm>
            <a:off x="3034500" y="203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5" name="Google Shape;1975;p190"/>
          <p:cNvSpPr/>
          <p:nvPr/>
        </p:nvSpPr>
        <p:spPr>
          <a:xfrm rot="10800000" flipH="1">
            <a:off x="1846200" y="203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6" name="Google Shape;1976;p190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77" name="Google Shape;1977;p190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19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endParaRPr>
              <a:solidFill>
                <a:srgbClr val="00000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1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1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1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 *table[26];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96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8" name="Google Shape;2008;p196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09" name="Google Shape;2009;p196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197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5" name="Google Shape;2015;p197"/>
          <p:cNvSpPr txBox="1"/>
          <p:nvPr/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hash function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198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198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Mario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22" name="Google Shape;2022;p198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12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p199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8" name="Google Shape;2028;p199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Luigi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29" name="Google Shape;2029;p199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11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20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5" name="Google Shape;2035;p20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6" name="Google Shape;2036;p20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7" name="Google Shape;2037;p20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8" name="Google Shape;2038;p20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9" name="Google Shape;2039;p20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0" name="Google Shape;2040;p20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1" name="Google Shape;2041;p20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2" name="Google Shape;2042;p20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3" name="Google Shape;2043;p20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4" name="Google Shape;2044;p20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5" name="Google Shape;2045;p20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6" name="Google Shape;2046;p20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7" name="Google Shape;2047;p20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8" name="Google Shape;2048;p20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9" name="Google Shape;2049;p20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0" name="Google Shape;2050;p20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1" name="Google Shape;2051;p20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2" name="Google Shape;2052;p20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3" name="Google Shape;2053;p20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4" name="Google Shape;2054;p20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5" name="Google Shape;2055;p20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6" name="Google Shape;2056;p20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7" name="Google Shape;2057;p20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8" name="Google Shape;2058;p20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9" name="Google Shape;2059;p20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0" name="Google Shape;2060;p200"/>
          <p:cNvSpPr txBox="1"/>
          <p:nvPr/>
        </p:nvSpPr>
        <p:spPr>
          <a:xfrm>
            <a:off x="0" y="166650"/>
            <a:ext cx="4569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Laa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Lab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Lac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Lad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Lae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Laf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Lag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Lak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Lio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1" name="Google Shape;2061;p200"/>
          <p:cNvSpPr/>
          <p:nvPr/>
        </p:nvSpPr>
        <p:spPr>
          <a:xfrm>
            <a:off x="938150" y="38916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2" name="Google Shape;2062;p200"/>
          <p:cNvSpPr/>
          <p:nvPr/>
        </p:nvSpPr>
        <p:spPr>
          <a:xfrm>
            <a:off x="1754150" y="38915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3" name="Google Shape;2063;p200"/>
          <p:cNvSpPr/>
          <p:nvPr/>
        </p:nvSpPr>
        <p:spPr>
          <a:xfrm rot="10800000" flipH="1">
            <a:off x="565850" y="38916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4" name="Google Shape;2064;p200"/>
          <p:cNvSpPr/>
          <p:nvPr/>
        </p:nvSpPr>
        <p:spPr>
          <a:xfrm>
            <a:off x="938150" y="31486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5" name="Google Shape;2065;p200"/>
          <p:cNvSpPr/>
          <p:nvPr/>
        </p:nvSpPr>
        <p:spPr>
          <a:xfrm>
            <a:off x="1754150" y="31486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6" name="Google Shape;2066;p200"/>
          <p:cNvSpPr/>
          <p:nvPr/>
        </p:nvSpPr>
        <p:spPr>
          <a:xfrm rot="10800000" flipH="1">
            <a:off x="565850" y="31486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7" name="Google Shape;2067;p200"/>
          <p:cNvSpPr/>
          <p:nvPr/>
        </p:nvSpPr>
        <p:spPr>
          <a:xfrm>
            <a:off x="938150" y="25962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8" name="Google Shape;2068;p200"/>
          <p:cNvSpPr/>
          <p:nvPr/>
        </p:nvSpPr>
        <p:spPr>
          <a:xfrm>
            <a:off x="1754150" y="25961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9" name="Google Shape;2069;p200"/>
          <p:cNvSpPr/>
          <p:nvPr/>
        </p:nvSpPr>
        <p:spPr>
          <a:xfrm rot="10800000" flipH="1">
            <a:off x="565850" y="25962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20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hash(char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2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hash(const 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2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unsigned int hash(const 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20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tries</a:t>
            </a:r>
            <a:endParaRPr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4" name="Google Shape;2114;p209"/>
          <p:cNvPicPr preferRelativeResize="0"/>
          <p:nvPr/>
        </p:nvPicPr>
        <p:blipFill rotWithShape="1">
          <a:blip r:embed="rId3">
            <a:alphaModFix/>
          </a:blip>
          <a:srcRect t="4111" b="4111"/>
          <a:stretch/>
        </p:blipFill>
        <p:spPr>
          <a:xfrm>
            <a:off x="152400" y="290200"/>
            <a:ext cx="8839200" cy="456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" name="Google Shape;2119;p210"/>
          <p:cNvPicPr preferRelativeResize="0"/>
          <p:nvPr/>
        </p:nvPicPr>
        <p:blipFill rotWithShape="1">
          <a:blip r:embed="rId3">
            <a:alphaModFix/>
          </a:blip>
          <a:srcRect t="4111" b="4111"/>
          <a:stretch/>
        </p:blipFill>
        <p:spPr>
          <a:xfrm>
            <a:off x="152400" y="290200"/>
            <a:ext cx="8839200" cy="456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4" name="Google Shape;2124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" name="Google Shape;2129;p2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6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4" name="Google Shape;2134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9" name="Google Shape;2139;p2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4" name="Google Shape;2144;p2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9" name="Google Shape;2149;p2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4" name="Google Shape;2154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9" name="Google Shape;2159;p2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2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2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*children[26];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2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 *trie;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2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173A6F-4EC9-0550-300D-49127A29314F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</TotalTime>
  <Words>2739</Words>
  <Application>Microsoft Office PowerPoint</Application>
  <PresentationFormat>On-screen Show (16:9)</PresentationFormat>
  <Paragraphs>1023</Paragraphs>
  <Slides>184</Slides>
  <Notes>184</Notes>
  <HiddenSlides>3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184</vt:i4>
      </vt:variant>
    </vt:vector>
  </HeadingPairs>
  <TitlesOfParts>
    <vt:vector size="188" baseType="lpstr">
      <vt:lpstr>Arial</vt:lpstr>
      <vt:lpstr>Consolas</vt:lpstr>
      <vt:lpstr>Simple Dark</vt:lpstr>
      <vt:lpstr>Simple Dark</vt:lpstr>
      <vt:lpstr>PowerPoint Presentation</vt:lpstr>
      <vt:lpstr>data structures</vt:lpstr>
      <vt:lpstr>abstract data types</vt:lpstr>
      <vt:lpstr>queues</vt:lpstr>
      <vt:lpstr>FIFO</vt:lpstr>
      <vt:lpstr>PowerPoint Presentation</vt:lpstr>
      <vt:lpstr>PowerPoint Presentation</vt:lpstr>
      <vt:lpstr>stacks</vt:lpstr>
      <vt:lpstr>LIFO</vt:lpstr>
      <vt:lpstr>LIFO</vt:lpstr>
      <vt:lpstr>PowerPoint Presentation</vt:lpstr>
      <vt:lpstr>PowerPoint Presentation</vt:lpstr>
      <vt:lpstr>PowerPoint Presentation</vt:lpstr>
      <vt:lpstr>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structures</vt:lpstr>
      <vt:lpstr>PowerPoint Presentation</vt:lpstr>
      <vt:lpstr>PowerPoint Presentation</vt:lpstr>
      <vt:lpstr>linked 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node *list;</vt:lpstr>
      <vt:lpstr>node *list;</vt:lpstr>
      <vt:lpstr>node *list = NULL;</vt:lpstr>
      <vt:lpstr>node *list = NULL;</vt:lpstr>
      <vt:lpstr>node *n = malloc(sizeof(node));</vt:lpstr>
      <vt:lpstr>node *n = malloc(sizeof(node));</vt:lpstr>
      <vt:lpstr>node *n = malloc(sizeof(node));</vt:lpstr>
      <vt:lpstr>node *n = malloc(sizeof(node));</vt:lpstr>
      <vt:lpstr>(*n).number = 1;</vt:lpstr>
      <vt:lpstr>(*n).number = 1;</vt:lpstr>
      <vt:lpstr>n-&gt;number = 1;</vt:lpstr>
      <vt:lpstr>n-&gt;next = NULL;</vt:lpstr>
      <vt:lpstr>n-&gt;next = NULL;</vt:lpstr>
      <vt:lpstr>list = n;</vt:lpstr>
      <vt:lpstr>list = n;</vt:lpstr>
      <vt:lpstr> </vt:lpstr>
      <vt:lpstr>node *n = malloc(sizeof(node)); </vt:lpstr>
      <vt:lpstr>node *n = malloc(sizeof(node)); </vt:lpstr>
      <vt:lpstr>node *n = malloc(sizeof(node)); </vt:lpstr>
      <vt:lpstr>node *n = malloc(sizeof(node)); </vt:lpstr>
      <vt:lpstr>n-&gt;number = 2;</vt:lpstr>
      <vt:lpstr>n-&gt;number = 2;</vt:lpstr>
      <vt:lpstr>n-&gt;next = NULL;</vt:lpstr>
      <vt:lpstr>n-&gt;next = NULL;</vt:lpstr>
      <vt:lpstr> </vt:lpstr>
      <vt:lpstr>list = n;</vt:lpstr>
      <vt:lpstr>list = n;</vt:lpstr>
      <vt:lpstr>list = n;</vt:lpstr>
      <vt:lpstr> </vt:lpstr>
      <vt:lpstr>n-&gt;next = list;</vt:lpstr>
      <vt:lpstr>n-&gt;next = list;</vt:lpstr>
      <vt:lpstr>list = n;</vt:lpstr>
      <vt:lpstr>list = n;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trees</vt:lpstr>
      <vt:lpstr>binary search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dictionaries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hashing</vt:lpstr>
      <vt:lpstr>hash function</vt:lpstr>
      <vt:lpstr>hash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7</cp:revision>
  <dcterms:modified xsi:type="dcterms:W3CDTF">2025-11-03T14:10:17Z</dcterms:modified>
</cp:coreProperties>
</file>
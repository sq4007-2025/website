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0" r:id="rId1"/>
    <p:sldMasterId id="2147483671" r:id="rId2"/>
  </p:sldMasterIdLst>
  <p:notesMasterIdLst>
    <p:notesMasterId r:id="rId187"/>
  </p:notesMasterIdLst>
  <p:sldIdLst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45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8" r:id="rId43"/>
    <p:sldId id="304" r:id="rId44"/>
    <p:sldId id="305" r:id="rId45"/>
    <p:sldId id="306" r:id="rId46"/>
    <p:sldId id="307" r:id="rId47"/>
    <p:sldId id="308" r:id="rId48"/>
    <p:sldId id="309" r:id="rId49"/>
    <p:sldId id="310" r:id="rId50"/>
    <p:sldId id="311" r:id="rId51"/>
    <p:sldId id="312" r:id="rId52"/>
    <p:sldId id="313" r:id="rId53"/>
    <p:sldId id="314" r:id="rId54"/>
    <p:sldId id="315" r:id="rId55"/>
    <p:sldId id="316" r:id="rId56"/>
    <p:sldId id="317" r:id="rId57"/>
    <p:sldId id="318" r:id="rId58"/>
    <p:sldId id="319" r:id="rId59"/>
    <p:sldId id="320" r:id="rId60"/>
    <p:sldId id="321" r:id="rId61"/>
    <p:sldId id="322" r:id="rId62"/>
    <p:sldId id="323" r:id="rId63"/>
    <p:sldId id="324" r:id="rId64"/>
    <p:sldId id="325" r:id="rId65"/>
    <p:sldId id="326" r:id="rId66"/>
    <p:sldId id="327" r:id="rId67"/>
    <p:sldId id="328" r:id="rId68"/>
    <p:sldId id="329" r:id="rId69"/>
    <p:sldId id="330" r:id="rId70"/>
    <p:sldId id="331" r:id="rId71"/>
    <p:sldId id="332" r:id="rId72"/>
    <p:sldId id="333" r:id="rId73"/>
    <p:sldId id="334" r:id="rId74"/>
    <p:sldId id="335" r:id="rId75"/>
    <p:sldId id="336" r:id="rId76"/>
    <p:sldId id="337" r:id="rId77"/>
    <p:sldId id="338" r:id="rId78"/>
    <p:sldId id="339" r:id="rId79"/>
    <p:sldId id="340" r:id="rId80"/>
    <p:sldId id="341" r:id="rId81"/>
    <p:sldId id="342" r:id="rId82"/>
    <p:sldId id="343" r:id="rId83"/>
    <p:sldId id="344" r:id="rId84"/>
    <p:sldId id="345" r:id="rId85"/>
    <p:sldId id="346" r:id="rId86"/>
    <p:sldId id="347" r:id="rId87"/>
    <p:sldId id="348" r:id="rId88"/>
    <p:sldId id="349" r:id="rId89"/>
    <p:sldId id="350" r:id="rId90"/>
    <p:sldId id="351" r:id="rId91"/>
    <p:sldId id="352" r:id="rId92"/>
    <p:sldId id="353" r:id="rId93"/>
    <p:sldId id="354" r:id="rId94"/>
    <p:sldId id="355" r:id="rId95"/>
    <p:sldId id="356" r:id="rId96"/>
    <p:sldId id="357" r:id="rId97"/>
    <p:sldId id="358" r:id="rId98"/>
    <p:sldId id="359" r:id="rId99"/>
    <p:sldId id="360" r:id="rId100"/>
    <p:sldId id="361" r:id="rId101"/>
    <p:sldId id="362" r:id="rId102"/>
    <p:sldId id="363" r:id="rId103"/>
    <p:sldId id="364" r:id="rId104"/>
    <p:sldId id="365" r:id="rId105"/>
    <p:sldId id="369" r:id="rId106"/>
    <p:sldId id="370" r:id="rId107"/>
    <p:sldId id="371" r:id="rId108"/>
    <p:sldId id="372" r:id="rId109"/>
    <p:sldId id="373" r:id="rId110"/>
    <p:sldId id="374" r:id="rId111"/>
    <p:sldId id="375" r:id="rId112"/>
    <p:sldId id="376" r:id="rId113"/>
    <p:sldId id="377" r:id="rId114"/>
    <p:sldId id="378" r:id="rId115"/>
    <p:sldId id="379" r:id="rId116"/>
    <p:sldId id="380" r:id="rId117"/>
    <p:sldId id="381" r:id="rId118"/>
    <p:sldId id="382" r:id="rId119"/>
    <p:sldId id="383" r:id="rId120"/>
    <p:sldId id="384" r:id="rId121"/>
    <p:sldId id="385" r:id="rId122"/>
    <p:sldId id="386" r:id="rId123"/>
    <p:sldId id="387" r:id="rId124"/>
    <p:sldId id="388" r:id="rId125"/>
    <p:sldId id="389" r:id="rId126"/>
    <p:sldId id="390" r:id="rId127"/>
    <p:sldId id="391" r:id="rId128"/>
    <p:sldId id="392" r:id="rId129"/>
    <p:sldId id="393" r:id="rId130"/>
    <p:sldId id="394" r:id="rId131"/>
    <p:sldId id="395" r:id="rId132"/>
    <p:sldId id="396" r:id="rId133"/>
    <p:sldId id="398" r:id="rId134"/>
    <p:sldId id="399" r:id="rId135"/>
    <p:sldId id="400" r:id="rId136"/>
    <p:sldId id="401" r:id="rId137"/>
    <p:sldId id="402" r:id="rId138"/>
    <p:sldId id="403" r:id="rId139"/>
    <p:sldId id="404" r:id="rId140"/>
    <p:sldId id="405" r:id="rId141"/>
    <p:sldId id="406" r:id="rId142"/>
    <p:sldId id="407" r:id="rId143"/>
    <p:sldId id="408" r:id="rId144"/>
    <p:sldId id="409" r:id="rId145"/>
    <p:sldId id="410" r:id="rId146"/>
    <p:sldId id="411" r:id="rId147"/>
    <p:sldId id="412" r:id="rId148"/>
    <p:sldId id="413" r:id="rId149"/>
    <p:sldId id="414" r:id="rId150"/>
    <p:sldId id="415" r:id="rId151"/>
    <p:sldId id="416" r:id="rId152"/>
    <p:sldId id="417" r:id="rId153"/>
    <p:sldId id="418" r:id="rId154"/>
    <p:sldId id="419" r:id="rId155"/>
    <p:sldId id="420" r:id="rId156"/>
    <p:sldId id="421" r:id="rId157"/>
    <p:sldId id="422" r:id="rId158"/>
    <p:sldId id="423" r:id="rId159"/>
    <p:sldId id="424" r:id="rId160"/>
    <p:sldId id="425" r:id="rId161"/>
    <p:sldId id="426" r:id="rId162"/>
    <p:sldId id="427" r:id="rId163"/>
    <p:sldId id="428" r:id="rId164"/>
    <p:sldId id="429" r:id="rId165"/>
    <p:sldId id="430" r:id="rId166"/>
    <p:sldId id="431" r:id="rId167"/>
    <p:sldId id="432" r:id="rId168"/>
    <p:sldId id="433" r:id="rId169"/>
    <p:sldId id="434" r:id="rId170"/>
    <p:sldId id="439" r:id="rId171"/>
    <p:sldId id="440" r:id="rId172"/>
    <p:sldId id="441" r:id="rId173"/>
    <p:sldId id="442" r:id="rId174"/>
    <p:sldId id="443" r:id="rId175"/>
    <p:sldId id="444" r:id="rId176"/>
    <p:sldId id="445" r:id="rId177"/>
    <p:sldId id="446" r:id="rId178"/>
    <p:sldId id="447" r:id="rId179"/>
    <p:sldId id="448" r:id="rId180"/>
    <p:sldId id="449" r:id="rId181"/>
    <p:sldId id="450" r:id="rId182"/>
    <p:sldId id="451" r:id="rId183"/>
    <p:sldId id="452" r:id="rId184"/>
    <p:sldId id="453" r:id="rId185"/>
    <p:sldId id="455" r:id="rId18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CEDFBB0-13A7-47BE-B947-3DDBA9F1D619}">
  <a:tblStyle styleId="{FCEDFBB0-13A7-47BE-B947-3DDBA9F1D61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3505" autoAdjust="0"/>
  </p:normalViewPr>
  <p:slideViewPr>
    <p:cSldViewPr snapToGrid="0">
      <p:cViewPr varScale="1">
        <p:scale>
          <a:sx n="129" d="100"/>
          <a:sy n="129" d="100"/>
        </p:scale>
        <p:origin x="110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5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63" Type="http://schemas.openxmlformats.org/officeDocument/2006/relationships/slide" Target="slides/slide61.xml"/><Relationship Id="rId84" Type="http://schemas.openxmlformats.org/officeDocument/2006/relationships/slide" Target="slides/slide82.xml"/><Relationship Id="rId138" Type="http://schemas.openxmlformats.org/officeDocument/2006/relationships/slide" Target="slides/slide136.xml"/><Relationship Id="rId159" Type="http://schemas.openxmlformats.org/officeDocument/2006/relationships/slide" Target="slides/slide157.xml"/><Relationship Id="rId170" Type="http://schemas.openxmlformats.org/officeDocument/2006/relationships/slide" Target="slides/slide168.xml"/><Relationship Id="rId191" Type="http://schemas.openxmlformats.org/officeDocument/2006/relationships/tableStyles" Target="tableStyles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53" Type="http://schemas.openxmlformats.org/officeDocument/2006/relationships/slide" Target="slides/slide51.xml"/><Relationship Id="rId74" Type="http://schemas.openxmlformats.org/officeDocument/2006/relationships/slide" Target="slides/slide72.xml"/><Relationship Id="rId128" Type="http://schemas.openxmlformats.org/officeDocument/2006/relationships/slide" Target="slides/slide126.xml"/><Relationship Id="rId149" Type="http://schemas.openxmlformats.org/officeDocument/2006/relationships/slide" Target="slides/slide147.xml"/><Relationship Id="rId5" Type="http://schemas.openxmlformats.org/officeDocument/2006/relationships/slide" Target="slides/slide3.xml"/><Relationship Id="rId95" Type="http://schemas.openxmlformats.org/officeDocument/2006/relationships/slide" Target="slides/slide93.xml"/><Relationship Id="rId160" Type="http://schemas.openxmlformats.org/officeDocument/2006/relationships/slide" Target="slides/slide158.xml"/><Relationship Id="rId181" Type="http://schemas.openxmlformats.org/officeDocument/2006/relationships/slide" Target="slides/slide179.xml"/><Relationship Id="rId22" Type="http://schemas.openxmlformats.org/officeDocument/2006/relationships/slide" Target="slides/slide20.xml"/><Relationship Id="rId43" Type="http://schemas.openxmlformats.org/officeDocument/2006/relationships/slide" Target="slides/slide41.xml"/><Relationship Id="rId64" Type="http://schemas.openxmlformats.org/officeDocument/2006/relationships/slide" Target="slides/slide62.xml"/><Relationship Id="rId118" Type="http://schemas.openxmlformats.org/officeDocument/2006/relationships/slide" Target="slides/slide116.xml"/><Relationship Id="rId139" Type="http://schemas.openxmlformats.org/officeDocument/2006/relationships/slide" Target="slides/slide137.xml"/><Relationship Id="rId85" Type="http://schemas.openxmlformats.org/officeDocument/2006/relationships/slide" Target="slides/slide83.xml"/><Relationship Id="rId150" Type="http://schemas.openxmlformats.org/officeDocument/2006/relationships/slide" Target="slides/slide148.xml"/><Relationship Id="rId171" Type="http://schemas.openxmlformats.org/officeDocument/2006/relationships/slide" Target="slides/slide169.xml"/><Relationship Id="rId12" Type="http://schemas.openxmlformats.org/officeDocument/2006/relationships/slide" Target="slides/slide10.xml"/><Relationship Id="rId33" Type="http://schemas.openxmlformats.org/officeDocument/2006/relationships/slide" Target="slides/slide31.xml"/><Relationship Id="rId108" Type="http://schemas.openxmlformats.org/officeDocument/2006/relationships/slide" Target="slides/slide106.xml"/><Relationship Id="rId129" Type="http://schemas.openxmlformats.org/officeDocument/2006/relationships/slide" Target="slides/slide127.xml"/><Relationship Id="rId54" Type="http://schemas.openxmlformats.org/officeDocument/2006/relationships/slide" Target="slides/slide52.xml"/><Relationship Id="rId75" Type="http://schemas.openxmlformats.org/officeDocument/2006/relationships/slide" Target="slides/slide73.xml"/><Relationship Id="rId96" Type="http://schemas.openxmlformats.org/officeDocument/2006/relationships/slide" Target="slides/slide94.xml"/><Relationship Id="rId140" Type="http://schemas.openxmlformats.org/officeDocument/2006/relationships/slide" Target="slides/slide138.xml"/><Relationship Id="rId161" Type="http://schemas.openxmlformats.org/officeDocument/2006/relationships/slide" Target="slides/slide159.xml"/><Relationship Id="rId182" Type="http://schemas.openxmlformats.org/officeDocument/2006/relationships/slide" Target="slides/slide180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119" Type="http://schemas.openxmlformats.org/officeDocument/2006/relationships/slide" Target="slides/slide117.xml"/><Relationship Id="rId44" Type="http://schemas.openxmlformats.org/officeDocument/2006/relationships/slide" Target="slides/slide42.xml"/><Relationship Id="rId65" Type="http://schemas.openxmlformats.org/officeDocument/2006/relationships/slide" Target="slides/slide63.xml"/><Relationship Id="rId86" Type="http://schemas.openxmlformats.org/officeDocument/2006/relationships/slide" Target="slides/slide84.xml"/><Relationship Id="rId130" Type="http://schemas.openxmlformats.org/officeDocument/2006/relationships/slide" Target="slides/slide128.xml"/><Relationship Id="rId151" Type="http://schemas.openxmlformats.org/officeDocument/2006/relationships/slide" Target="slides/slide149.xml"/><Relationship Id="rId172" Type="http://schemas.openxmlformats.org/officeDocument/2006/relationships/slide" Target="slides/slide170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120" Type="http://schemas.openxmlformats.org/officeDocument/2006/relationships/slide" Target="slides/slide118.xml"/><Relationship Id="rId125" Type="http://schemas.openxmlformats.org/officeDocument/2006/relationships/slide" Target="slides/slide123.xml"/><Relationship Id="rId141" Type="http://schemas.openxmlformats.org/officeDocument/2006/relationships/slide" Target="slides/slide139.xml"/><Relationship Id="rId146" Type="http://schemas.openxmlformats.org/officeDocument/2006/relationships/slide" Target="slides/slide144.xml"/><Relationship Id="rId167" Type="http://schemas.openxmlformats.org/officeDocument/2006/relationships/slide" Target="slides/slide165.xml"/><Relationship Id="rId188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162" Type="http://schemas.openxmlformats.org/officeDocument/2006/relationships/slide" Target="slides/slide160.xml"/><Relationship Id="rId183" Type="http://schemas.openxmlformats.org/officeDocument/2006/relationships/slide" Target="slides/slide18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slide" Target="slides/slide113.xml"/><Relationship Id="rId131" Type="http://schemas.openxmlformats.org/officeDocument/2006/relationships/slide" Target="slides/slide129.xml"/><Relationship Id="rId136" Type="http://schemas.openxmlformats.org/officeDocument/2006/relationships/slide" Target="slides/slide134.xml"/><Relationship Id="rId157" Type="http://schemas.openxmlformats.org/officeDocument/2006/relationships/slide" Target="slides/slide155.xml"/><Relationship Id="rId178" Type="http://schemas.openxmlformats.org/officeDocument/2006/relationships/slide" Target="slides/slide176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52" Type="http://schemas.openxmlformats.org/officeDocument/2006/relationships/slide" Target="slides/slide150.xml"/><Relationship Id="rId173" Type="http://schemas.openxmlformats.org/officeDocument/2006/relationships/slide" Target="slides/slide17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126" Type="http://schemas.openxmlformats.org/officeDocument/2006/relationships/slide" Target="slides/slide124.xml"/><Relationship Id="rId147" Type="http://schemas.openxmlformats.org/officeDocument/2006/relationships/slide" Target="slides/slide145.xml"/><Relationship Id="rId168" Type="http://schemas.openxmlformats.org/officeDocument/2006/relationships/slide" Target="slides/slide166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121" Type="http://schemas.openxmlformats.org/officeDocument/2006/relationships/slide" Target="slides/slide119.xml"/><Relationship Id="rId142" Type="http://schemas.openxmlformats.org/officeDocument/2006/relationships/slide" Target="slides/slide140.xml"/><Relationship Id="rId163" Type="http://schemas.openxmlformats.org/officeDocument/2006/relationships/slide" Target="slides/slide161.xml"/><Relationship Id="rId184" Type="http://schemas.openxmlformats.org/officeDocument/2006/relationships/slide" Target="slides/slide182.xml"/><Relationship Id="rId189" Type="http://schemas.openxmlformats.org/officeDocument/2006/relationships/viewProps" Target="viewProps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slide" Target="slides/slide114.xml"/><Relationship Id="rId137" Type="http://schemas.openxmlformats.org/officeDocument/2006/relationships/slide" Target="slides/slide135.xml"/><Relationship Id="rId158" Type="http://schemas.openxmlformats.org/officeDocument/2006/relationships/slide" Target="slides/slide156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32" Type="http://schemas.openxmlformats.org/officeDocument/2006/relationships/slide" Target="slides/slide130.xml"/><Relationship Id="rId153" Type="http://schemas.openxmlformats.org/officeDocument/2006/relationships/slide" Target="slides/slide151.xml"/><Relationship Id="rId174" Type="http://schemas.openxmlformats.org/officeDocument/2006/relationships/slide" Target="slides/slide172.xml"/><Relationship Id="rId179" Type="http://schemas.openxmlformats.org/officeDocument/2006/relationships/slide" Target="slides/slide177.xml"/><Relationship Id="rId190" Type="http://schemas.openxmlformats.org/officeDocument/2006/relationships/theme" Target="theme/theme1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27" Type="http://schemas.openxmlformats.org/officeDocument/2006/relationships/slide" Target="slides/slide12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52" Type="http://schemas.openxmlformats.org/officeDocument/2006/relationships/slide" Target="slides/slide50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122" Type="http://schemas.openxmlformats.org/officeDocument/2006/relationships/slide" Target="slides/slide120.xml"/><Relationship Id="rId143" Type="http://schemas.openxmlformats.org/officeDocument/2006/relationships/slide" Target="slides/slide141.xml"/><Relationship Id="rId148" Type="http://schemas.openxmlformats.org/officeDocument/2006/relationships/slide" Target="slides/slide146.xml"/><Relationship Id="rId164" Type="http://schemas.openxmlformats.org/officeDocument/2006/relationships/slide" Target="slides/slide162.xml"/><Relationship Id="rId169" Type="http://schemas.openxmlformats.org/officeDocument/2006/relationships/slide" Target="slides/slide167.xml"/><Relationship Id="rId185" Type="http://schemas.openxmlformats.org/officeDocument/2006/relationships/slide" Target="slides/slide18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80" Type="http://schemas.openxmlformats.org/officeDocument/2006/relationships/slide" Target="slides/slide178.xml"/><Relationship Id="rId26" Type="http://schemas.openxmlformats.org/officeDocument/2006/relationships/slide" Target="slides/slide24.xml"/><Relationship Id="rId47" Type="http://schemas.openxmlformats.org/officeDocument/2006/relationships/slide" Target="slides/slide45.xml"/><Relationship Id="rId68" Type="http://schemas.openxmlformats.org/officeDocument/2006/relationships/slide" Target="slides/slide66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33" Type="http://schemas.openxmlformats.org/officeDocument/2006/relationships/slide" Target="slides/slide131.xml"/><Relationship Id="rId154" Type="http://schemas.openxmlformats.org/officeDocument/2006/relationships/slide" Target="slides/slide152.xml"/><Relationship Id="rId175" Type="http://schemas.openxmlformats.org/officeDocument/2006/relationships/slide" Target="slides/slide173.xml"/><Relationship Id="rId16" Type="http://schemas.openxmlformats.org/officeDocument/2006/relationships/slide" Target="slides/slide14.xml"/><Relationship Id="rId37" Type="http://schemas.openxmlformats.org/officeDocument/2006/relationships/slide" Target="slides/slide35.xml"/><Relationship Id="rId58" Type="http://schemas.openxmlformats.org/officeDocument/2006/relationships/slide" Target="slides/slide56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123" Type="http://schemas.openxmlformats.org/officeDocument/2006/relationships/slide" Target="slides/slide121.xml"/><Relationship Id="rId144" Type="http://schemas.openxmlformats.org/officeDocument/2006/relationships/slide" Target="slides/slide142.xml"/><Relationship Id="rId90" Type="http://schemas.openxmlformats.org/officeDocument/2006/relationships/slide" Target="slides/slide88.xml"/><Relationship Id="rId165" Type="http://schemas.openxmlformats.org/officeDocument/2006/relationships/slide" Target="slides/slide163.xml"/><Relationship Id="rId186" Type="http://schemas.openxmlformats.org/officeDocument/2006/relationships/slide" Target="slides/slide184.xml"/><Relationship Id="rId27" Type="http://schemas.openxmlformats.org/officeDocument/2006/relationships/slide" Target="slides/slide25.xml"/><Relationship Id="rId48" Type="http://schemas.openxmlformats.org/officeDocument/2006/relationships/slide" Target="slides/slide46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34" Type="http://schemas.openxmlformats.org/officeDocument/2006/relationships/slide" Target="slides/slide132.xml"/><Relationship Id="rId80" Type="http://schemas.openxmlformats.org/officeDocument/2006/relationships/slide" Target="slides/slide78.xml"/><Relationship Id="rId155" Type="http://schemas.openxmlformats.org/officeDocument/2006/relationships/slide" Target="slides/slide153.xml"/><Relationship Id="rId176" Type="http://schemas.openxmlformats.org/officeDocument/2006/relationships/slide" Target="slides/slide174.xml"/><Relationship Id="rId17" Type="http://schemas.openxmlformats.org/officeDocument/2006/relationships/slide" Target="slides/slide15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24" Type="http://schemas.openxmlformats.org/officeDocument/2006/relationships/slide" Target="slides/slide122.xml"/><Relationship Id="rId70" Type="http://schemas.openxmlformats.org/officeDocument/2006/relationships/slide" Target="slides/slide68.xml"/><Relationship Id="rId91" Type="http://schemas.openxmlformats.org/officeDocument/2006/relationships/slide" Target="slides/slide89.xml"/><Relationship Id="rId145" Type="http://schemas.openxmlformats.org/officeDocument/2006/relationships/slide" Target="slides/slide143.xml"/><Relationship Id="rId166" Type="http://schemas.openxmlformats.org/officeDocument/2006/relationships/slide" Target="slides/slide164.xml"/><Relationship Id="rId187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60" Type="http://schemas.openxmlformats.org/officeDocument/2006/relationships/slide" Target="slides/slide58.xml"/><Relationship Id="rId81" Type="http://schemas.openxmlformats.org/officeDocument/2006/relationships/slide" Target="slides/slide79.xml"/><Relationship Id="rId135" Type="http://schemas.openxmlformats.org/officeDocument/2006/relationships/slide" Target="slides/slide133.xml"/><Relationship Id="rId156" Type="http://schemas.openxmlformats.org/officeDocument/2006/relationships/slide" Target="slides/slide154.xml"/><Relationship Id="rId177" Type="http://schemas.openxmlformats.org/officeDocument/2006/relationships/slide" Target="slides/slide1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tAG3s6KIEI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us/app/contacts/id1069512615#?platform=iphone" TargetMode="External"/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nintendo.fandom.com/wiki/Nintendo_characters#Mario_series_(including_sub-franchises)" TargetMode="External"/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5d419bd39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15d419bd39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5d419bd39f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5d419bd39f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may seem arcane but lots of data structures in world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-Decide in advance how big array is – traditional approach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15d833f1ce6_8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15d833f1ce6_8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Sometimes data is abstract(!)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Need flexibility on memory, type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5d419bd39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15d419bd39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 waiting in line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- </a:t>
            </a:r>
            <a:r>
              <a:rPr lang="en-GB" dirty="0">
                <a:solidFill>
                  <a:schemeClr val="dk1"/>
                </a:solidFill>
              </a:rPr>
              <a:t>Draw how queues work omg!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15d419bd39f_0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15d419bd39f_0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First in first out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15d419bd39f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15d419bd39f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Put into the queue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Take out of the queue</a:t>
            </a: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5d833f1ce6_8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5d833f1ce6_8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Encapsulate data types in a  struct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 size keeps track of number of peeps in the queue</a:t>
            </a: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15d419bd39f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15d419bd39f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 stack of sweaters – like stack of tshirts last in first out! (like ed’s tshirt stack)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- Gmail inbox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- 3 volunteers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5d419bd39f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5d419bd39f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Last in First out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Draw demo of this unfair queue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>
          <a:extLst>
            <a:ext uri="{FF2B5EF4-FFF2-40B4-BE49-F238E27FC236}">
              <a16:creationId xmlns:a16="http://schemas.microsoft.com/office/drawing/2014/main" id="{3A2C69B1-D653-0A57-9705-6520239A4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15d419bd39f_0_82:notes">
            <a:extLst>
              <a:ext uri="{FF2B5EF4-FFF2-40B4-BE49-F238E27FC236}">
                <a16:creationId xmlns:a16="http://schemas.microsoft.com/office/drawing/2014/main" id="{0A651EB3-8BE8-305F-7297-3A229E6B33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15d419bd39f_0_82:notes">
            <a:extLst>
              <a:ext uri="{FF2B5EF4-FFF2-40B4-BE49-F238E27FC236}">
                <a16:creationId xmlns:a16="http://schemas.microsoft.com/office/drawing/2014/main" id="{5C4E755E-236F-73D4-28D8-C10B57C8DF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Last in First out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Draw demo of this unfair queue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38318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5d419bd39f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5d419bd39f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Push: When we add an element, we first increment top , then place the new element at array[top] . 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Pop: When we remove an element, we retrieve the element from array[top] and then decrement top</a:t>
            </a: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5d833f1ce6_8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5d833f1ce6_8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15d419bd39f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15d419bd39f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https://www.youtube.com/watch?v=ItAG3s6KIEI</a:t>
            </a:r>
            <a:r>
              <a:rPr lang="en" dirty="0"/>
              <a:t>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Prof. Shannon Duvall of Elon University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4393d7a9a9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4393d7a9a9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We will start to use these new concepts with the array</a:t>
            </a: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62f05f0593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62f05f0593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62f05f0593_0_1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62f05f0593_0_1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62f05f0593_0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62f05f0593_0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Want to place another number</a:t>
            </a: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62f05f0593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62f05f0593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Computer memory context</a:t>
            </a: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53a78cbad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53a78cbad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Lots of garbage floating arounds but adjacent block is in use with hello, world</a:t>
            </a: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62f05f0593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62f05f0593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Found a slot big enough</a:t>
            </a: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62f05f0593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62f05f0593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62f05f0593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62f05f0593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62f05f0593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62f05f0593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53a78cbad9_0_1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53a78cbad9_0_1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is kind of a faff for the computer (inefficient)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-could have “overallocated” but this wastes memory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is the </a:t>
            </a:r>
            <a:r>
              <a:rPr lang="en-GB" dirty="0" err="1"/>
              <a:t>tradeoff</a:t>
            </a: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53a78cbad9_0_1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53a78cbad9_0_1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dk1"/>
                </a:solidFill>
              </a:rPr>
              <a:t>list{0,1,2}.c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kind of a faff for the computer (inefficient)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-could have “overallocated” but this wastes memory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THIS is the tradeoff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62f5dbb06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62f5dbb06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62f5dbb06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62f5dbb067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-struct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-dot operator goes inside a structure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-* pointer</a:t>
            </a:r>
            <a:endParaRPr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62fb2649b2_8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62fb2649b2_8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This is same as using a period and a star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Have a look at the </a:t>
            </a:r>
            <a:r>
              <a:rPr lang="en-GB" dirty="0" err="1"/>
              <a:t>list.c</a:t>
            </a:r>
            <a:r>
              <a:rPr lang="en-GB" dirty="0"/>
              <a:t> code examples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Particularly note use of free() with malloc()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Also </a:t>
            </a:r>
            <a:r>
              <a:rPr lang="en-GB" dirty="0" err="1"/>
              <a:t>realloc</a:t>
            </a:r>
            <a:r>
              <a:rPr lang="en-GB" dirty="0"/>
              <a:t>()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GB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GB" dirty="0"/>
              <a:t>Heading towards LINKED LIST</a:t>
            </a:r>
            <a:endParaRPr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62f05f0593_0_58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62f05f0593_0_58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-just using pointers to link lists in memory</a:t>
            </a: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62f05f0593_0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62f05f0593_0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5d419bd39f_0_10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5d419bd39f_0_10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15d419bd39f_0_10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15d419bd39f_0_10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15d419bd39f_0_10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15d419bd39f_0_10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62f05f0593_0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62f05f0593_0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15d419bd39f_0_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15d419bd39f_0_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15d419bd39f_0_10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15d419bd39f_0_10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15d419bd39f_0_10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15d419bd39f_0_10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15d419bd39f_0_10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15d419bd39f_0_10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5d419bd39f_0_1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5d419bd39f_0_1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d419bd39f_0_10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d419bd39f_0_10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“linked list”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-more efficient use of memory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-But, fragmentation...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-also 2x the 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15d833f1ce6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15d833f1ce6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Our struct person</a:t>
            </a:r>
            <a:endParaRPr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62f05f0593_0_4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62f05f0593_0_4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list3.c (to show prepending)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</a:t>
            </a:r>
            <a:r>
              <a:rPr lang="en" dirty="0"/>
              <a:t>heck out code to see creation of a linked list struct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53a78cbad9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53a78cbad9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Story of creating a linked list</a:t>
            </a:r>
            <a:endParaRPr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15d419bd39f_0_1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15d419bd39f_0_1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15d419bd39f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15d419bd39f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15d419bd39f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15d419bd39f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53a78cbad9_0_8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53a78cbad9_0_8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15d419bd39f_0_7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15d419bd39f_0_7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15d419bd39f_0_8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0" name="Google Shape;420;g15d419bd39f_0_8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15d419bd39f_0_7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15d419bd39f_0_7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15d419bd39f_0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15d419bd39f_0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15d419bd39f_0_16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15d419bd39f_0_16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15d419bd39f_0_9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15d419bd39f_0_9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15d419bd39f_0_16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15d419bd39f_0_16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15d419bd39f_0_9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15d419bd39f_0_9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15d419bd39f_0_9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15d419bd39f_0_9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15d419bd39f_0_11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15d419bd39f_0_11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15d419bd39f_0_1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15d419bd39f_0_1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15d419bd39f_0_1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15d419bd39f_0_1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15d419bd39f_0_1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15d419bd39f_0_1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15d419bd39f_0_1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15d419bd39f_0_12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15d419bd39f_0_1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15d419bd39f_0_1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15d419bd39f_0_1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15d419bd39f_0_1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15d419bd39f_0_1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3" name="Google Shape;633;g15d419bd39f_0_1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15d419bd39f_0_1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15d419bd39f_0_1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g15d419bd39f_0_1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6" name="Google Shape;666;g15d419bd39f_0_1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15d419bd39f_0_1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15d419bd39f_0_1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g15d419bd39f_0_1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7" name="Google Shape;697;g15d419bd39f_0_1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5d419bd39f_0_14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5d419bd39f_0_14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15d419bd39f_0_13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7" name="Google Shape;727;g15d419bd39f_0_13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15d419bd39f_0_13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15d419bd39f_0_13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15d419bd39f_0_14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7" name="Google Shape;757;g15d419bd39f_0_14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15d419bd39f_0_14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15d419bd39f_0_14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15d419bd39f_0_1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15d419bd39f_0_1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15d419bd39f_0_15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3" name="Google Shape;803;g15d419bd39f_0_15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15d419bd39f_0_15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15d419bd39f_0_15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Google Shape;834;g15d419bd39f_0_1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5" name="Google Shape;835;g15d419bd39f_0_1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15d419bd39f_0_15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15d419bd39f_0_15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list4.c (to show printing with while loop)</a:t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15d419bd39f_0_15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3" name="Google Shape;863;g15d419bd39f_0_15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15d419bd39f_0_1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1" name="Google Shape;881;g15d419bd39f_0_1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15d419bd39f_0_16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9" name="Google Shape;899;g15d419bd39f_0_16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5d419bd39f_0_1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7" name="Google Shape;917;g15d419bd39f_0_1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15d419bd39f_0_17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15d419bd39f_0_17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list5.c (for loop instead)</a:t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g15d419bd39f_0_18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9" name="Google Shape;949;g15d419bd39f_0_18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g15d419bd39f_0_18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4" name="Google Shape;954;g15d419bd39f_0_18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15d419bd39f_0_18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0" name="Google Shape;960;g15d419bd39f_0_18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g15d419bd39f_0_18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9" name="Google Shape;969;g15d419bd39f_0_18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15d419bd39f_0_1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15d419bd39f_0_1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g308eb15aab3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6" name="Google Shape;996;g308eb15aab3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g308eb15aab3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" name="Google Shape;1001;g308eb15aab3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list6.c (freeing, after showing valgrind on list5)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g308eb15aab3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6" name="Google Shape;1006;g308eb15aab3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Google Shape;1010;g308eb15aab3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1" name="Google Shape;1011;g308eb15aab3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Google Shape;1015;g15d419bd39f_0_16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6" name="Google Shape;1016;g15d419bd39f_0_1687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Google Shape;1021;g15d419bd39f_0_1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2" name="Google Shape;1022;g15d419bd39f_0_1701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15d419bd39f_0_17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15d419bd39f_0_1715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Google Shape;1042;g15d419bd39f_0_17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3" name="Google Shape;1043;g15d419bd39f_0_1729:notes"/>
          <p:cNvSpPr txBox="1">
            <a:spLocks noGrp="1"/>
          </p:cNvSpPr>
          <p:nvPr>
            <p:ph type="body" idx="1"/>
          </p:nvPr>
        </p:nvSpPr>
        <p:spPr>
          <a:xfrm>
            <a:off x="7620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Google Shape;1057;g308eb15aab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8" name="Google Shape;1058;g308eb15aab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list7.c (append)</a:t>
            </a: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062;g308eb15aab3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3" name="Google Shape;1063;g308eb15aab3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g15d419bd39f_0_17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8" name="Google Shape;1068;g15d419bd39f_0_17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Google Shape;1073;g15d419bd39f_0_18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4" name="Google Shape;1074;g15d419bd39f_0_18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Google Shape;1082;g15d419bd39f_0_17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3" name="Google Shape;1083;g15d419bd39f_0_17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Google Shape;1094;g15d419bd39f_0_17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5" name="Google Shape;1095;g15d419bd39f_0_17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15d419bd39f_0_17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15d419bd39f_0_17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Google Shape;1142;g62f05f0593_0_5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3" name="Google Shape;1143;g62f05f0593_0_5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structures: We have arrays, we have lists, let’s look at something called trees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Google Shape;1147;g62f05f0593_0_5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8" name="Google Shape;1148;g62f05f0593_0_5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GB" dirty="0"/>
              <a:t>2 dimensional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Allows binary search </a:t>
            </a:r>
            <a:endParaRPr dirty="0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Google Shape;1152;g62f05f0593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3" name="Google Shape;1153;g62f05f0593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Now mark middle (next slide)</a:t>
            </a:r>
            <a:endParaRPr dirty="0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Google Shape;1157;g62f05f0593_0_5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8" name="Google Shape;1158;g62f05f0593_0_5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Now mark middle of middles (next slide)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2" name="Google Shape;1162;g62f05f0593_0_5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3" name="Google Shape;1163;g62f05f0593_0_5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Google Shape;1167;g62f05f0593_0_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8" name="Google Shape;1168;g62f05f0593_0_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etc</a:t>
            </a:r>
            <a:endParaRPr dirty="0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62f05f0593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62f05f0593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Now make it a tree (pointers useful here)</a:t>
            </a:r>
            <a:endParaRPr dirty="0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g62f5dbb067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4" name="Google Shape;1184;g62f5dbb067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each square is an abstraction of a node now, no need to keep drawing rects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</a:t>
            </a:r>
            <a:r>
              <a:rPr lang="en" dirty="0"/>
              <a:t>ach box contains 2 pointers – a forward and a back!</a:t>
            </a:r>
            <a:endParaRPr dirty="0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Google Shape;1200;g62f05f0593_0_5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1" name="Google Shape;1201;g62f05f0593_0_5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Remember: Node for linked list</a:t>
            </a:r>
            <a:endParaRPr dirty="0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62f05f0593_0_5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62f05f0593_0_5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Google Shape;1210;g62f05f0593_0_5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1" name="Google Shape;1211;g62f05f0593_0_5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62f05f0593_0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62f05f0593_0_5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Struct for a tree struct for binary search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*downside is uses more memory!</a:t>
            </a:r>
            <a:endParaRPr dirty="0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g62f5dbb06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1" name="Google Shape;1221;g62f5dbb06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Google Shape;1237;g53a78cbad9_0_1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8" name="Google Shape;1238;g53a78cbad9_0_1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Using recursion to search a binary search node</a:t>
            </a:r>
            <a:endParaRPr dirty="0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g53a78cbad9_0_13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3" name="Google Shape;1243;g53a78cbad9_0_13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g53a78cbad9_0_1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8" name="Google Shape;1248;g53a78cbad9_0_1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53a78cbad9_0_1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53a78cbad9_0_1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53a78cbad9_0_13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8" name="Google Shape;1258;g53a78cbad9_0_13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2" name="Google Shape;1262;g53a78cbad9_0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3" name="Google Shape;1263;g53a78cbad9_0_13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Divide and conquer strategy</a:t>
            </a:r>
            <a:endParaRPr dirty="0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53a78cbad9_0_3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8" name="Google Shape;1268;g53a78cbad9_0_3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Perfect balance for this tree!!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But, is there a problem...?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Need this balance</a:t>
            </a:r>
            <a:endParaRPr dirty="0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g9b6bd73be5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5" name="Google Shape;1285;g9b6bd73be5_1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we build a BST from scratch, starting with 2?</a:t>
            </a:r>
            <a:endParaRPr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15d419bd39f_0_18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9" name="Google Shape;1289;g15d419bd39f_0_18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g15d419bd39f_0_1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4" name="Google Shape;1294;g15d419bd39f_0_1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then 1</a:t>
            </a:r>
            <a:endParaRPr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Google Shape;1300;g15d419bd39f_0_18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1" name="Google Shape;1301;g15d419bd39f_0_18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then 3. looks fine.</a:t>
            </a:r>
            <a:endParaRPr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9b6bd73be5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9b6bd73be5_1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if the insertion order is 1-2-3 instead?</a:t>
            </a:r>
            <a:endParaRPr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Google Shape;1313;g15d419bd39f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4" name="Google Shape;1314;g15d419bd39f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Google Shape;1318;g15d419bd39f_0_1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9" name="Google Shape;1319;g15d419bd39f_0_1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Google Shape;1325;g15d419bd39f_0_19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6" name="Google Shape;1326;g15d419bd39f_0_19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Binary search tree can devolve into linked list – not balanced, not ideal!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Involves “balanced trees” and more pointer tricks (not for us just now)</a:t>
            </a:r>
            <a:endParaRPr dirty="0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Google Shape;1339;g15d419bd39f_0_2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0" name="Google Shape;1340;g15d419bd39f_0_2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Dictionary another structure</a:t>
            </a:r>
            <a:endParaRPr dirty="0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g15d419bd39f_0_2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5" name="Google Shape;1345;g15d419bd39f_0_23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9" name="Google Shape;1349;g15d419bd39f_0_23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0" name="Google Shape;1350;g15d419bd39f_0_23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g15d419bd39f_0_23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5" name="Google Shape;1355;g15d419bd39f_0_23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Google Shape;1359;g308eb15aab3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0" name="Google Shape;1360;g308eb15aab3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https://apps.apple.com/us/app/contacts/id1069512615#?platform=iphone</a:t>
            </a:r>
            <a:r>
              <a:rPr lang="en" dirty="0"/>
              <a:t> </a:t>
            </a:r>
            <a:endParaRPr dirty="0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Google Shape;1364;g308eb15aab3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5" name="Google Shape;1365;g308eb15aab3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https://nintendo.fandom.com/wiki/Nintendo_characters#Mario_series_(including_sub-franchises)</a:t>
            </a:r>
            <a:r>
              <a:rPr lang="en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Google Shape;1369;g308eb15aab3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0" name="Google Shape;1370;g308eb15aab3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Google Shape;1374;g15d419bd39f_0_2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5" name="Google Shape;1375;g15d419bd39f_0_2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9" name="Google Shape;1379;g15d419bd39f_0_20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0" name="Google Shape;1380;g15d419bd39f_0_20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g15d419bd39f_0_2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9" name="Google Shape;1389;g15d419bd39f_0_2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Constant time searching access to data!! Can we do it...?</a:t>
            </a:r>
            <a:endParaRPr dirty="0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Google Shape;1399;g62f05f0593_0_58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0" name="Google Shape;1400;g62f05f0593_0_58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cards into buckets</a:t>
            </a:r>
            <a:endParaRPr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Google Shape;1404;g15d419bd39f_0_19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5" name="Google Shape;1405;g15d419bd39f_0_19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Decides where data goes into memory</a:t>
            </a:r>
            <a:endParaRPr dirty="0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9" name="Google Shape;1409;g15d419bd39f_0_19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0" name="Google Shape;1410;g15d419bd39f_0_19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Google Shape;1414;g28a630188d0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5" name="Google Shape;1415;g28a630188d0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Think of this like a bunch of “buckets” that reduces the scale of a sorting problem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Maybe like phone list A to Z</a:t>
            </a:r>
            <a:endParaRPr dirty="0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28a630188d0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5" name="Google Shape;1445;g28a630188d0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Google Shape;1475;g28a630188d0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6" name="Google Shape;1476;g28a630188d0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28a630188d0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28a630188d0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g28a630188d0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7" name="Google Shape;1537;g28a630188d0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Google Shape;1569;g28a630188d0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0" name="Google Shape;1570;g28a630188d0_0_2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g28a630188d0_0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6" name="Google Shape;1606;g28a630188d0_0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This allows very fast finding</a:t>
            </a:r>
            <a:endParaRPr dirty="0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" name="Google Shape;1644;g28a630188d0_0_3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5" name="Google Shape;1645;g28a630188d0_0_3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Google Shape;1715;g28a630188d0_0_3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6" name="Google Shape;1716;g28a630188d0_0_3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Collision of values – how to handle</a:t>
            </a:r>
            <a:endParaRPr dirty="0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Google Shape;1789;g28a630188d0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0" name="Google Shape;1790;g28a630188d0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Hash table of linked list!!</a:t>
            </a:r>
            <a:endParaRPr dirty="0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6" name="Google Shape;1866;g28a630188d0_0_5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7" name="Google Shape;1867;g28a630188d0_0_5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9" name="Google Shape;1979;g15e23d64255_195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0" name="Google Shape;1980;g15e23d64255_195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4" name="Google Shape;1984;g308eb15aab3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5" name="Google Shape;1985;g308eb15aab3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Google Shape;1989;g15d419bd39f_0_2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0" name="Google Shape;1990;g15d419bd39f_0_2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4" name="Google Shape;1994;g15d833f1ce6_3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5" name="Google Shape;1995;g15d833f1ce6_3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Little bit of space for *next</a:t>
            </a:r>
            <a:endParaRPr dirty="0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" name="Google Shape;1999;gf598746acf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0" name="Google Shape;2000;gf598746acf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Implement hash table in code</a:t>
            </a:r>
            <a:endParaRPr dirty="0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4" name="Google Shape;2004;g62f05f0593_0_1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5" name="Google Shape;2005;g62f05f0593_0_1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1" name="Google Shape;2011;g62f05f0593_0_1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2" name="Google Shape;2012;g62f05f0593_0_1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" name="Google Shape;2017;g28a630188d0_0_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8" name="Google Shape;2018;g28a630188d0_0_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4" name="Google Shape;2024;g28a630188d0_0_7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5" name="Google Shape;2025;g28a630188d0_0_7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1" name="Google Shape;2031;g28a630188d0_0_7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2" name="Google Shape;2032;g28a630188d0_0_7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17,576 buckets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Drive down probability of collisitions with dictionary keys</a:t>
            </a:r>
            <a:endParaRPr dirty="0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1" name="Google Shape;2071;g15d419bd39f_0_22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2" name="Google Shape;2072;g15d419bd39f_0_22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6" name="Google Shape;2076;g28b74819b0e_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7" name="Google Shape;2077;g28b74819b0e_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1" name="Google Shape;2081;g28b74819b0e_6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2" name="Google Shape;2082;g28b74819b0e_6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Check out the notes to explore the pros and cons of hash table building</a:t>
            </a:r>
            <a:endParaRPr dirty="0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6" name="Google Shape;2106;g62f05f0593_0_58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7" name="Google Shape;2107;g62f05f0593_0_58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Tries, short for retrieval (of data)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Try == tree of arrays</a:t>
            </a:r>
            <a:endParaRPr dirty="0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1" name="Google Shape;2111;g28b3ae6755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2" name="Google Shape;2112;g28b3ae6755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Beginning of a try (26 spaces)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Array of pointers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6" name="Google Shape;2116;g28b3ae6755a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7" name="Google Shape;2117;g28b3ae6755a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Introduce </a:t>
            </a:r>
            <a:r>
              <a:rPr lang="en-GB" dirty="0" err="1"/>
              <a:t>toadette</a:t>
            </a:r>
            <a:endParaRPr dirty="0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1" name="Google Shape;2121;g28b3ae6755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2" name="Google Shape;2122;g28b3ae6755a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6" name="Google Shape;2126;g28b3ae6755a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7" name="Google Shape;2127;g28b3ae6755a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Points to new array</a:t>
            </a:r>
            <a:endParaRPr dirty="0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1" name="Google Shape;2131;g28b3ae6755a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2" name="Google Shape;2132;g28b3ae6755a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6" name="Google Shape;2136;g28b3ae6755a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7" name="Google Shape;2137;g28b3ae6755a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Green, a name ends here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But, can extend it too!</a:t>
            </a:r>
            <a:endParaRPr dirty="0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1" name="Google Shape;2141;g28b3ae6755a_1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2" name="Google Shape;2142;g28b3ae6755a_1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6" name="Google Shape;2146;g28b3ae6755a_1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7" name="Google Shape;2147;g28b3ae6755a_1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1" name="Google Shape;2151;g28b3ae6755a_1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2" name="Google Shape;2152;g28b3ae6755a_1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6" name="Google Shape;2156;g28b3ae6755a_1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7" name="Google Shape;2157;g28b3ae6755a_1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Second end for </a:t>
            </a:r>
            <a:r>
              <a:rPr lang="en-GB" dirty="0" err="1"/>
              <a:t>toadette</a:t>
            </a:r>
            <a:endParaRPr dirty="0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1" name="Google Shape;2161;g28b3c9fbe2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2" name="Google Shape;2162;g28b3c9fbe2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Search time only depends on length of name </a:t>
            </a:r>
            <a:r>
              <a:rPr lang="en-GB" dirty="0" err="1"/>
              <a:t>itsel;f</a:t>
            </a:r>
            <a:endParaRPr dirty="0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6" name="Google Shape;2166;gf598746acf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7" name="Google Shape;2167;gf598746acf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don't need to bother storing name, since implicit in trie</a:t>
            </a:r>
            <a:endParaRPr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1" name="Google Shape;2171;gf598746acf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2" name="Google Shape;2172;gf598746acf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6" name="Google Shape;2176;g62f5dbb067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7" name="Google Shape;2177;g62f5dbb067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Tries are constant time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Tradeoff</a:t>
            </a:r>
            <a:r>
              <a:rPr lang="en-GB" dirty="0"/>
              <a:t> is memory required for all those arrays</a:t>
            </a:r>
            <a:endParaRPr dirty="0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6" name="Google Shape;2186;g15d419bd39f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7" name="Google Shape;2187;g15d419bd39f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8" name="Google Shape;68;p17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lt2"/>
                </a:solidFill>
              </a:defRPr>
            </a:lvl1pPr>
            <a:lvl2pPr lvl="1" algn="r" rtl="0">
              <a:buNone/>
              <a:defRPr sz="1000">
                <a:solidFill>
                  <a:schemeClr val="lt2"/>
                </a:solidFill>
              </a:defRPr>
            </a:lvl2pPr>
            <a:lvl3pPr lvl="2" algn="r" rtl="0">
              <a:buNone/>
              <a:defRPr sz="1000">
                <a:solidFill>
                  <a:schemeClr val="lt2"/>
                </a:solidFill>
              </a:defRPr>
            </a:lvl3pPr>
            <a:lvl4pPr lvl="3" algn="r" rtl="0">
              <a:buNone/>
              <a:defRPr sz="1000">
                <a:solidFill>
                  <a:schemeClr val="lt2"/>
                </a:solidFill>
              </a:defRPr>
            </a:lvl4pPr>
            <a:lvl5pPr lvl="4" algn="r" rtl="0">
              <a:buNone/>
              <a:defRPr sz="1000">
                <a:solidFill>
                  <a:schemeClr val="lt2"/>
                </a:solidFill>
              </a:defRPr>
            </a:lvl5pPr>
            <a:lvl6pPr lvl="5" algn="r" rtl="0">
              <a:buNone/>
              <a:defRPr sz="1000">
                <a:solidFill>
                  <a:schemeClr val="lt2"/>
                </a:solidFill>
              </a:defRPr>
            </a:lvl6pPr>
            <a:lvl7pPr lvl="6" algn="r" rtl="0">
              <a:buNone/>
              <a:defRPr sz="1000">
                <a:solidFill>
                  <a:schemeClr val="lt2"/>
                </a:solidFill>
              </a:defRPr>
            </a:lvl7pPr>
            <a:lvl8pPr lvl="7" algn="r" rtl="0">
              <a:buNone/>
              <a:defRPr sz="1000">
                <a:solidFill>
                  <a:schemeClr val="lt2"/>
                </a:solidFill>
              </a:defRPr>
            </a:lvl8pPr>
            <a:lvl9pPr lvl="8" algn="r" rtl="0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1.xml"/><Relationship Id="rId1" Type="http://schemas.openxmlformats.org/officeDocument/2006/relationships/video" Target="https://www.youtube.com/embed/ItAG3s6KIEI?feature=oembed" TargetMode="Externa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1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1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1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1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1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3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3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3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3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3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3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3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3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13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13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13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13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14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3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11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11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11.xml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11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11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11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11.xml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11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11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11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11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3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3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abstract data types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queues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3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FIFO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enqueue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dequeue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const int CAPACITY = 50;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person people[CAPACITY];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size;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queue;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stacks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LIFO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>
          <a:extLst>
            <a:ext uri="{FF2B5EF4-FFF2-40B4-BE49-F238E27FC236}">
              <a16:creationId xmlns:a16="http://schemas.microsoft.com/office/drawing/2014/main" id="{FF31F1DE-EBB6-5670-E1F2-D785EA931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5">
            <a:extLst>
              <a:ext uri="{FF2B5EF4-FFF2-40B4-BE49-F238E27FC236}">
                <a16:creationId xmlns:a16="http://schemas.microsoft.com/office/drawing/2014/main" id="{AD4EA1AB-4401-946F-3893-7ECA503D9D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LIFO</a:t>
            </a: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131ECF-BC47-CE83-4BC1-98D5A699912C}"/>
              </a:ext>
            </a:extLst>
          </p:cNvPr>
          <p:cNvSpPr txBox="1"/>
          <p:nvPr/>
        </p:nvSpPr>
        <p:spPr>
          <a:xfrm>
            <a:off x="1048215" y="2150850"/>
            <a:ext cx="171874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tx1"/>
                </a:solidFill>
              </a:rPr>
              <a:t>Millwall Club chant:</a:t>
            </a:r>
          </a:p>
          <a:p>
            <a:endParaRPr lang="en-GB" dirty="0">
              <a:solidFill>
                <a:schemeClr val="tx1"/>
              </a:solidFill>
            </a:endParaRPr>
          </a:p>
          <a:p>
            <a:r>
              <a:rPr lang="en-GB" dirty="0">
                <a:solidFill>
                  <a:schemeClr val="tx1"/>
                </a:solidFill>
              </a:rPr>
              <a:t>No one likes us,</a:t>
            </a:r>
          </a:p>
          <a:p>
            <a:r>
              <a:rPr lang="en-GB" dirty="0">
                <a:solidFill>
                  <a:schemeClr val="tx1"/>
                </a:solidFill>
              </a:rPr>
              <a:t>No one likes us,</a:t>
            </a:r>
          </a:p>
          <a:p>
            <a:r>
              <a:rPr lang="en-GB" dirty="0">
                <a:solidFill>
                  <a:schemeClr val="tx1"/>
                </a:solidFill>
              </a:rPr>
              <a:t>No one likes us,</a:t>
            </a:r>
          </a:p>
          <a:p>
            <a:r>
              <a:rPr lang="en-GB" dirty="0">
                <a:solidFill>
                  <a:schemeClr val="tx1"/>
                </a:solidFill>
              </a:rPr>
              <a:t>We don’t care.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83477D5-00DD-1B13-5DC9-52DD70B701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000" y="853185"/>
            <a:ext cx="1297665" cy="1297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015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push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pop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const int CAPACITY = 50;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person people[CAPACITY];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size;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stack;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nline Media 1" title="Jack Learns the Facts About Queues and Stacks">
            <a:hlinkClick r:id="" action="ppaction://media"/>
            <a:extLst>
              <a:ext uri="{FF2B5EF4-FFF2-40B4-BE49-F238E27FC236}">
                <a16:creationId xmlns:a16="http://schemas.microsoft.com/office/drawing/2014/main" id="{2AE4B016-F35C-2DDD-A3C5-4C7FD9570B8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760639" y="418514"/>
            <a:ext cx="7622721" cy="43064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arrays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5" name="Google Shape;175;p40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0" name="Google Shape;180;p41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5" name="Google Shape;185;p42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0" name="Google Shape;190;p43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5" name="Google Shape;195;p44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h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e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,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w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o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r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l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d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rgbClr val="434343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\0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96" name="Google Shape;19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0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94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399" y="129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099" y="1272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94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3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0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775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294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81399" y="4701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45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25" name="Google Shape;225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99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3" name="Google Shape;233;p46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34" name="Google Shape;234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18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1" name="Google Shape;241;p47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42" name="Google Shape;24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737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8" name="Google Shape;248;p48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249" name="Google Shape;24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5699" y="3558927"/>
            <a:ext cx="460051" cy="990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49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9" name="Google Shape;259;p50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structures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5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struct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*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struct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-&gt;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5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linked lists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4" name="Google Shape;284;p55"/>
          <p:cNvGraphicFramePr/>
          <p:nvPr>
            <p:extLst>
              <p:ext uri="{D42A27DB-BD31-4B8C-83A1-F6EECF244321}">
                <p14:modId xmlns:p14="http://schemas.microsoft.com/office/powerpoint/2010/main" val="2354050070"/>
              </p:ext>
            </p:extLst>
          </p:nvPr>
        </p:nvGraphicFramePr>
        <p:xfrm>
          <a:off x="0" y="-50"/>
          <a:ext cx="9144000" cy="5112518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99619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208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619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619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619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9" name="Google Shape;289;p56"/>
          <p:cNvGraphicFramePr/>
          <p:nvPr>
            <p:extLst>
              <p:ext uri="{D42A27DB-BD31-4B8C-83A1-F6EECF244321}">
                <p14:modId xmlns:p14="http://schemas.microsoft.com/office/powerpoint/2010/main" val="2767580372"/>
              </p:ext>
            </p:extLst>
          </p:nvPr>
        </p:nvGraphicFramePr>
        <p:xfrm>
          <a:off x="0" y="-50"/>
          <a:ext cx="9144000" cy="5163156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1792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1792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3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3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3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4" name="Google Shape;294;p57"/>
          <p:cNvGraphicFramePr/>
          <p:nvPr>
            <p:extLst>
              <p:ext uri="{D42A27DB-BD31-4B8C-83A1-F6EECF244321}">
                <p14:modId xmlns:p14="http://schemas.microsoft.com/office/powerpoint/2010/main" val="1211822641"/>
              </p:ext>
            </p:extLst>
          </p:nvPr>
        </p:nvGraphicFramePr>
        <p:xfrm>
          <a:off x="0" y="-50"/>
          <a:ext cx="9144000" cy="5141724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9530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530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20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20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20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9" name="Google Shape;299;p58"/>
          <p:cNvGraphicFramePr/>
          <p:nvPr>
            <p:extLst>
              <p:ext uri="{D42A27DB-BD31-4B8C-83A1-F6EECF244321}">
                <p14:modId xmlns:p14="http://schemas.microsoft.com/office/powerpoint/2010/main" val="1339649175"/>
              </p:ext>
            </p:extLst>
          </p:nvPr>
        </p:nvGraphicFramePr>
        <p:xfrm>
          <a:off x="0" y="-50"/>
          <a:ext cx="9144000" cy="5176104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756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56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7560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645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9645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Google Shape;304;p59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60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4" name="Google Shape;314;p61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9" name="Google Shape;319;p62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0x0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4" name="Google Shape;324;p63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NULL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9" name="Google Shape;329;p64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0x456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0x123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0x789</a:t>
                      </a: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rgbClr val="FFFFFF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NULL</a:t>
                      </a:r>
                      <a:endParaRPr sz="2400"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rgbClr val="FFFFFF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4" name="Google Shape;334;p65"/>
          <p:cNvGraphicFramePr/>
          <p:nvPr/>
        </p:nvGraphicFramePr>
        <p:xfrm>
          <a:off x="0" y="-50"/>
          <a:ext cx="9144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1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2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4800">
                          <a:solidFill>
                            <a:schemeClr val="dk1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3</a:t>
                      </a:r>
                      <a:endParaRPr sz="4800"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 anchor="b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35" name="Google Shape;335;p65"/>
          <p:cNvCxnSpPr/>
          <p:nvPr/>
        </p:nvCxnSpPr>
        <p:spPr>
          <a:xfrm rot="10800000" flipH="1">
            <a:off x="2933700" y="1181025"/>
            <a:ext cx="1562100" cy="504900"/>
          </a:xfrm>
          <a:prstGeom prst="curvedConnector3">
            <a:avLst>
              <a:gd name="adj1" fmla="val 50000"/>
            </a:avLst>
          </a:prstGeom>
          <a:noFill/>
          <a:ln w="38100" cap="flat" cmpd="sng">
            <a:solidFill>
              <a:srgbClr val="FFFF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6" name="Google Shape;336;p65"/>
          <p:cNvCxnSpPr/>
          <p:nvPr/>
        </p:nvCxnSpPr>
        <p:spPr>
          <a:xfrm rot="10800000" flipH="1">
            <a:off x="5229225" y="2319300"/>
            <a:ext cx="1562100" cy="504900"/>
          </a:xfrm>
          <a:prstGeom prst="curvedConnector3">
            <a:avLst>
              <a:gd name="adj1" fmla="val 50000"/>
            </a:avLst>
          </a:prstGeom>
          <a:noFill/>
          <a:ln w="38100" cap="flat" cmpd="sng">
            <a:solidFill>
              <a:srgbClr val="FFFF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7" name="Google Shape;337;p65"/>
          <p:cNvCxnSpPr/>
          <p:nvPr/>
        </p:nvCxnSpPr>
        <p:spPr>
          <a:xfrm rot="-5400000">
            <a:off x="-20600" y="661350"/>
            <a:ext cx="2790000" cy="1659900"/>
          </a:xfrm>
          <a:prstGeom prst="curvedConnector3">
            <a:avLst>
              <a:gd name="adj1" fmla="val 88341"/>
            </a:avLst>
          </a:prstGeom>
          <a:noFill/>
          <a:ln w="38100" cap="flat" cmpd="sng">
            <a:solidFill>
              <a:srgbClr val="FFFF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6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7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7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7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7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7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394" name="Google Shape;394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2241741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7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7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7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02" name="Google Shape;402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2241741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7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7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7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0" name="Google Shape;410;p7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*list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7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7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79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8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8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4" name="Google Shape;424;p80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5" name="Google Shape;425;p80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80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27" name="Google Shape;42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4227265"/>
            <a:ext cx="337825" cy="72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8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8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4" name="Google Shape;434;p8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5" name="Google Shape;435;p8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8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37" name="Google Shape;437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12" y="3193790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81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81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41" name="Google Shape;441;p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25" y="4227265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81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81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8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8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8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8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82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53" name="Google Shape;453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12" y="3193790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55" name="Google Shape;455;p82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82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82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8" name="Google Shape;458;p82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9" name="Google Shape;459;p82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8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8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6" name="Google Shape;466;p8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7" name="Google Shape;467;p8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83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(*n).number = 1;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69" name="Google Shape;469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12" y="3193790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83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83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3" name="Google Shape;473;p83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74" name="Google Shape;474;p83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75" name="Google Shape;475;p83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8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2" name="Google Shape;482;p8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3" name="Google Shape;483;p8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(*n).number = 1;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85" name="Google Shape;485;p8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4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84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84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84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0" name="Google Shape;490;p84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8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85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8" name="Google Shape;498;p85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8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n-&gt;number = 1;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00" name="Google Shape;500;p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p85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85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3" name="Google Shape;503;p85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4" name="Google Shape;504;p85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05" name="Google Shape;505;p85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1" name="Google Shape;511;p8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2" name="Google Shape;512;p86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3" name="Google Shape;513;p86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8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15" name="Google Shape;515;p8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625" y="3997177"/>
            <a:ext cx="337825" cy="727376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86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86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8" name="Google Shape;518;p86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9" name="Google Shape;519;p86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20" name="Google Shape;520;p86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8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8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7" name="Google Shape;527;p8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8" name="Google Shape;528;p8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8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87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87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87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87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34" name="Google Shape;534;p87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8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8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1" name="Google Shape;541;p8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2" name="Google Shape;542;p8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8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4" name="Google Shape;544;p88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88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88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7" name="Google Shape;547;p88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8" name="Google Shape;548;p88"/>
          <p:cNvCxnSpPr/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8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8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5" name="Google Shape;555;p8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6" name="Google Shape;556;p8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89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58" name="Google Shape;558;p89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89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0" name="Google Shape;560;p89"/>
          <p:cNvSpPr txBox="1"/>
          <p:nvPr/>
        </p:nvSpPr>
        <p:spPr>
          <a:xfrm>
            <a:off x="5629175" y="3349275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number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1" name="Google Shape;561;p89"/>
          <p:cNvSpPr txBox="1"/>
          <p:nvPr/>
        </p:nvSpPr>
        <p:spPr>
          <a:xfrm>
            <a:off x="5629175" y="4166050"/>
            <a:ext cx="106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next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62" name="Google Shape;562;p89"/>
          <p:cNvCxnSpPr>
            <a:endCxn id="555" idx="1"/>
          </p:cNvCxnSpPr>
          <p:nvPr/>
        </p:nvCxnSpPr>
        <p:spPr>
          <a:xfrm rot="10800000" flipH="1">
            <a:off x="1350863" y="3557475"/>
            <a:ext cx="3051000" cy="995400"/>
          </a:xfrm>
          <a:prstGeom prst="curvedConnector3">
            <a:avLst>
              <a:gd name="adj1" fmla="val 7842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3" name="Google Shape;563;p89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9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9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90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90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90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573" name="Google Shape;573;p90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9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9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9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1" name="Google Shape;581;p9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91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583" name="Google Shape;583;p9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9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9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0" name="Google Shape;590;p9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1" name="Google Shape;591;p9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2" name="Google Shape;592;p92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593" name="Google Shape;593;p92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94" name="Google Shape;594;p92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92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96" name="Google Shape;596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12" y="4189265"/>
            <a:ext cx="337825" cy="72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9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9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3" name="Google Shape;603;p9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4" name="Google Shape;604;p9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93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06" name="Google Shape;606;p93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9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9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93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93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11" name="Google Shape;611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50" y="18063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13" name="Google Shape;613;p9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312" y="4189265"/>
            <a:ext cx="337825" cy="727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9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9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0" name="Google Shape;620;p9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1" name="Google Shape;621;p9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94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23" name="Google Shape;623;p9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node *n = malloc(sizeof(node));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4" name="Google Shape;624;p9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5" name="Google Shape;625;p9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94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94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28" name="Google Shape;628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50" y="18063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9" name="Google Shape;629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30" name="Google Shape;630;p94"/>
          <p:cNvCxnSpPr>
            <a:stCxn id="626" idx="3"/>
            <a:endCxn id="624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9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9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37" name="Google Shape;637;p95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38" name="Google Shape;638;p95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95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40" name="Google Shape;640;p9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n-&gt;number = 2;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1" name="Google Shape;641;p95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2" name="Google Shape;642;p95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3" name="Google Shape;643;p95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4" name="Google Shape;644;p95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45" name="Google Shape;645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50" y="1806352"/>
            <a:ext cx="337825" cy="72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46" name="Google Shape;646;p9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47" name="Google Shape;647;p95"/>
          <p:cNvCxnSpPr>
            <a:stCxn id="643" idx="3"/>
            <a:endCxn id="641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9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9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96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5" name="Google Shape;655;p96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6" name="Google Shape;656;p96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57" name="Google Shape;657;p9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n-&gt;number = 2;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8" name="Google Shape;658;p96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9" name="Google Shape;659;p96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0" name="Google Shape;660;p96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1" name="Google Shape;661;p96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62" name="Google Shape;662;p9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3" name="Google Shape;663;p96"/>
          <p:cNvCxnSpPr>
            <a:stCxn id="660" idx="3"/>
            <a:endCxn id="658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9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9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0" name="Google Shape;670;p9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1" name="Google Shape;671;p9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97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73" name="Google Shape;673;p9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4" name="Google Shape;674;p97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75" name="Google Shape;675;p97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97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7" name="Google Shape;677;p97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78" name="Google Shape;678;p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8862" y="2609752"/>
            <a:ext cx="337825" cy="7273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9" name="Google Shape;679;p97"/>
          <p:cNvCxnSpPr>
            <a:stCxn id="676" idx="3"/>
            <a:endCxn id="674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9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5" name="Google Shape;685;p9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p9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p9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8" name="Google Shape;688;p98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689" name="Google Shape;689;p9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NULL;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p98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p98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98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98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4" name="Google Shape;694;p98"/>
          <p:cNvCxnSpPr>
            <a:stCxn id="692" idx="3"/>
            <a:endCxn id="690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9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0" name="Google Shape;700;p9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1" name="Google Shape;701;p9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2" name="Google Shape;702;p9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99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04" name="Google Shape;704;p99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5" name="Google Shape;705;p99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6" name="Google Shape;706;p99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99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99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09" name="Google Shape;709;p99"/>
          <p:cNvCxnSpPr>
            <a:stCxn id="707" idx="3"/>
            <a:endCxn id="705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10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10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6" name="Google Shape;716;p100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7" name="Google Shape;717;p100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8" name="Google Shape;718;p100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19" name="Google Shape;719;p100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0" name="Google Shape;720;p100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1" name="Google Shape;721;p100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100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p100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24" name="Google Shape;724;p100"/>
          <p:cNvCxnSpPr>
            <a:stCxn id="722" idx="3"/>
            <a:endCxn id="720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10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0" name="Google Shape;730;p10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p10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p10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10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p101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p101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6" name="Google Shape;736;p101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101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8" name="Google Shape;738;p101"/>
          <p:cNvCxnSpPr>
            <a:stCxn id="736" idx="3"/>
            <a:endCxn id="734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9" name="Google Shape;739;p101"/>
          <p:cNvCxnSpPr>
            <a:stCxn id="729" idx="3"/>
            <a:endCxn id="734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0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p10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6" name="Google Shape;746;p10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7" name="Google Shape;747;p10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102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FF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9" name="Google Shape;749;p102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0" name="Google Shape;750;p102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102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102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53" name="Google Shape;753;p102"/>
          <p:cNvCxnSpPr>
            <a:stCxn id="751" idx="3"/>
            <a:endCxn id="749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4" name="Google Shape;754;p102"/>
          <p:cNvCxnSpPr>
            <a:stCxn id="744" idx="3"/>
            <a:endCxn id="749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10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10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1" name="Google Shape;761;p10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2" name="Google Shape;762;p10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103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64" name="Google Shape;764;p103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5" name="Google Shape;765;p10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6" name="Google Shape;766;p10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103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103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69" name="Google Shape;769;p103"/>
          <p:cNvCxnSpPr>
            <a:stCxn id="767" idx="3"/>
            <a:endCxn id="765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0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10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p10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p10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8" name="Google Shape;778;p104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79" name="Google Shape;779;p104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0" name="Google Shape;780;p10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1" name="Google Shape;781;p10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104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104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84" name="Google Shape;784;p104"/>
          <p:cNvCxnSpPr>
            <a:stCxn id="782" idx="3"/>
            <a:endCxn id="780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10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1" name="Google Shape;791;p105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2" name="Google Shape;792;p105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3" name="Google Shape;793;p105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794" name="Google Shape;794;p105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n-&gt;next = list;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5" name="Google Shape;795;p105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6" name="Google Shape;796;p105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7" name="Google Shape;797;p105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8" name="Google Shape;798;p105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99" name="Google Shape;799;p105"/>
          <p:cNvCxnSpPr>
            <a:stCxn id="797" idx="3"/>
            <a:endCxn id="795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00" name="Google Shape;800;p105"/>
          <p:cNvCxnSpPr>
            <a:stCxn id="796" idx="3"/>
            <a:endCxn id="791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10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10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7" name="Google Shape;807;p106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08" name="Google Shape;808;p106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9" name="Google Shape;809;p106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  <p:sp>
        <p:nvSpPr>
          <p:cNvPr id="810" name="Google Shape;810;p106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p106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p106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3" name="Google Shape;813;p106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4" name="Google Shape;814;p106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15" name="Google Shape;815;p106"/>
          <p:cNvCxnSpPr>
            <a:stCxn id="813" idx="3"/>
            <a:endCxn id="811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16" name="Google Shape;816;p106"/>
          <p:cNvCxnSpPr>
            <a:stCxn id="812" idx="3"/>
            <a:endCxn id="807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10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10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3" name="Google Shape;823;p10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4" name="Google Shape;824;p10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10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list = n;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6" name="Google Shape;826;p107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7" name="Google Shape;827;p107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107"/>
          <p:cNvSpPr/>
          <p:nvPr/>
        </p:nvSpPr>
        <p:spPr>
          <a:xfrm>
            <a:off x="123575" y="41512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107"/>
          <p:cNvSpPr txBox="1"/>
          <p:nvPr/>
        </p:nvSpPr>
        <p:spPr>
          <a:xfrm>
            <a:off x="307625" y="36149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30" name="Google Shape;830;p107"/>
          <p:cNvCxnSpPr>
            <a:stCxn id="828" idx="3"/>
            <a:endCxn id="826" idx="1"/>
          </p:cNvCxnSpPr>
          <p:nvPr/>
        </p:nvCxnSpPr>
        <p:spPr>
          <a:xfrm rot="10800000" flipH="1">
            <a:off x="1350875" y="2170050"/>
            <a:ext cx="1423200" cy="23829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1" name="Google Shape;831;p107"/>
          <p:cNvCxnSpPr>
            <a:stCxn id="827" idx="3"/>
            <a:endCxn id="823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32" name="Google Shape;832;p107"/>
          <p:cNvCxnSpPr>
            <a:stCxn id="821" idx="3"/>
            <a:endCxn id="826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10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10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9" name="Google Shape;839;p10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0" name="Google Shape;840;p10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108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9144000" cy="6156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2" name="Google Shape;842;p108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43" name="Google Shape;843;p108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44" name="Google Shape;844;p108"/>
          <p:cNvCxnSpPr>
            <a:stCxn id="843" idx="3"/>
            <a:endCxn id="839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45" name="Google Shape;845;p108"/>
          <p:cNvCxnSpPr>
            <a:stCxn id="837" idx="3"/>
            <a:endCxn id="842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109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1" name="Google Shape;851;p109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2" name="Google Shape;852;p10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3" name="Google Shape;853;p10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54" name="Google Shape;854;p109"/>
          <p:cNvCxnSpPr>
            <a:stCxn id="852" idx="3"/>
            <a:endCxn id="855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5" name="Google Shape;855;p109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p109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57" name="Google Shape;857;p109"/>
          <p:cNvCxnSpPr>
            <a:stCxn id="856" idx="3"/>
            <a:endCxn id="850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58" name="Google Shape;858;p10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p10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60" name="Google Shape;860;p109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110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6" name="Google Shape;866;p110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11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8" name="Google Shape;868;p11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9" name="Google Shape;869;p110"/>
          <p:cNvCxnSpPr>
            <a:stCxn id="867" idx="3"/>
            <a:endCxn id="870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0" name="Google Shape;870;p110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1" name="Google Shape;871;p110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72" name="Google Shape;872;p110"/>
          <p:cNvCxnSpPr>
            <a:stCxn id="871" idx="3"/>
            <a:endCxn id="865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3" name="Google Shape;873;p110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4" name="Google Shape;874;p110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75" name="Google Shape;875;p110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6" name="Google Shape;876;p110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110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78" name="Google Shape;878;p110"/>
          <p:cNvCxnSpPr>
            <a:stCxn id="876" idx="1"/>
            <a:endCxn id="870" idx="0"/>
          </p:cNvCxnSpPr>
          <p:nvPr/>
        </p:nvCxnSpPr>
        <p:spPr>
          <a:xfrm flipH="1">
            <a:off x="1632300" y="1038375"/>
            <a:ext cx="1141800" cy="22605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11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4" name="Google Shape;884;p111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5" name="Google Shape;885;p11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6" name="Google Shape;886;p11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87" name="Google Shape;887;p111"/>
          <p:cNvCxnSpPr>
            <a:stCxn id="885" idx="3"/>
            <a:endCxn id="888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8" name="Google Shape;888;p111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9" name="Google Shape;889;p111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90" name="Google Shape;890;p111"/>
          <p:cNvCxnSpPr>
            <a:stCxn id="889" idx="3"/>
            <a:endCxn id="883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1" name="Google Shape;891;p111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2" name="Google Shape;892;p111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93" name="Google Shape;893;p111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94" name="Google Shape;894;p111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111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96" name="Google Shape;896;p111"/>
          <p:cNvCxnSpPr>
            <a:stCxn id="894" idx="2"/>
            <a:endCxn id="883" idx="0"/>
          </p:cNvCxnSpPr>
          <p:nvPr/>
        </p:nvCxnSpPr>
        <p:spPr>
          <a:xfrm rot="-5400000" flipH="1">
            <a:off x="3223950" y="1603875"/>
            <a:ext cx="328200" cy="600"/>
          </a:xfrm>
          <a:prstGeom prst="curvedConnector3">
            <a:avLst>
              <a:gd name="adj1" fmla="val 5001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12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p112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3" name="Google Shape;903;p11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4" name="Google Shape;904;p11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5" name="Google Shape;905;p112"/>
          <p:cNvCxnSpPr>
            <a:stCxn id="903" idx="3"/>
            <a:endCxn id="906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6" name="Google Shape;906;p112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p112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08" name="Google Shape;908;p112"/>
          <p:cNvCxnSpPr>
            <a:stCxn id="907" idx="3"/>
            <a:endCxn id="901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09" name="Google Shape;909;p112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0" name="Google Shape;910;p112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11" name="Google Shape;911;p112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12" name="Google Shape;912;p112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3" name="Google Shape;913;p112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4" name="Google Shape;914;p112"/>
          <p:cNvCxnSpPr>
            <a:stCxn id="912" idx="3"/>
            <a:endCxn id="909" idx="0"/>
          </p:cNvCxnSpPr>
          <p:nvPr/>
        </p:nvCxnSpPr>
        <p:spPr>
          <a:xfrm>
            <a:off x="4001400" y="1038375"/>
            <a:ext cx="1014000" cy="2117400"/>
          </a:xfrm>
          <a:prstGeom prst="curvedConnector2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1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0" name="Google Shape;920;p11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1" name="Google Shape;921;p11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2" name="Google Shape;922;p11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23" name="Google Shape;923;p113"/>
          <p:cNvCxnSpPr>
            <a:stCxn id="921" idx="3"/>
            <a:endCxn id="924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4" name="Google Shape;924;p113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5" name="Google Shape;925;p113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26" name="Google Shape;926;p113"/>
          <p:cNvCxnSpPr>
            <a:stCxn id="925" idx="3"/>
            <a:endCxn id="919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27" name="Google Shape;927;p113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28" name="Google Shape;928;p113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29" name="Google Shape;929;p113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0" name="Google Shape;930;p113"/>
          <p:cNvSpPr/>
          <p:nvPr/>
        </p:nvSpPr>
        <p:spPr>
          <a:xfrm>
            <a:off x="2774100" y="6366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1" name="Google Shape;931;p113"/>
          <p:cNvSpPr txBox="1"/>
          <p:nvPr/>
        </p:nvSpPr>
        <p:spPr>
          <a:xfrm>
            <a:off x="2958150" y="100375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ptr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1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7" name="Google Shape;937;p11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11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9" name="Google Shape;939;p11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40" name="Google Shape;940;p114"/>
          <p:cNvCxnSpPr>
            <a:stCxn id="938" idx="3"/>
            <a:endCxn id="941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1" name="Google Shape;941;p114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p114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3" name="Google Shape;943;p114"/>
          <p:cNvCxnSpPr>
            <a:stCxn id="942" idx="3"/>
            <a:endCxn id="936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4" name="Google Shape;944;p11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p11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6" name="Google Shape;946;p114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Google Shape;951;p1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Google Shape;956;p11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7" name="Google Shape;957;p11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p11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3" name="Google Shape;963;p11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4" name="Google Shape;964;p117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65" name="Google Shape;965;p117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6" name="Google Shape;966;p117"/>
          <p:cNvSpPr/>
          <p:nvPr/>
        </p:nvSpPr>
        <p:spPr>
          <a:xfrm>
            <a:off x="1350750" y="2571750"/>
            <a:ext cx="3050955" cy="1146821"/>
          </a:xfrm>
          <a:custGeom>
            <a:avLst/>
            <a:gdLst/>
            <a:ahLst/>
            <a:cxnLst/>
            <a:rect l="l" t="t" r="r" b="b"/>
            <a:pathLst>
              <a:path w="119493" h="45631" extrusionOk="0">
                <a:moveTo>
                  <a:pt x="0" y="0"/>
                </a:moveTo>
                <a:cubicBezTo>
                  <a:pt x="7468" y="7227"/>
                  <a:pt x="24895" y="36779"/>
                  <a:pt x="44810" y="43364"/>
                </a:cubicBezTo>
                <a:cubicBezTo>
                  <a:pt x="64726" y="49949"/>
                  <a:pt x="107046" y="40152"/>
                  <a:pt x="119493" y="39510"/>
                </a:cubicBezTo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Google Shape;971;p118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2" name="Google Shape;972;p118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3" name="Google Shape;973;p118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4" name="Google Shape;974;p118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p118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6" name="Google Shape;976;p118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77" name="Google Shape;977;p118"/>
          <p:cNvCxnSpPr>
            <a:stCxn id="976" idx="3"/>
            <a:endCxn id="973" idx="1"/>
          </p:cNvCxnSpPr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8" name="Google Shape;978;p118"/>
          <p:cNvCxnSpPr>
            <a:stCxn id="971" idx="3"/>
            <a:endCxn id="975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119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p119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119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6" name="Google Shape;986;p119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87" name="Google Shape;987;p119"/>
          <p:cNvCxnSpPr>
            <a:stCxn id="985" idx="3"/>
            <a:endCxn id="988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88" name="Google Shape;988;p119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p119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90" name="Google Shape;990;p119"/>
          <p:cNvCxnSpPr>
            <a:stCxn id="989" idx="3"/>
            <a:endCxn id="983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91" name="Google Shape;991;p119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2" name="Google Shape;992;p119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93" name="Google Shape;993;p119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1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(1)</a:t>
            </a:r>
            <a:endParaRPr>
              <a:solidFill>
                <a:srgbClr val="000000"/>
              </a:solidFill>
              <a:highlight>
                <a:schemeClr val="dk1"/>
              </a:highlight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r>
              <a:rPr lang="en">
                <a:solidFill>
                  <a:srgbClr val="666666"/>
                </a:solidFill>
              </a:rPr>
              <a:t>insertion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Google Shape;1013;p1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search, deletion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r>
              <a:rPr lang="en">
                <a:solidFill>
                  <a:srgbClr val="666666"/>
                </a:solidFill>
              </a:rPr>
              <a:t>insertion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Google Shape;1018;p12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9" name="Google Shape;1019;p12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1024;p125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p125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6" name="Google Shape;1026;p125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125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28" name="Google Shape;1028;p125"/>
          <p:cNvCxnSpPr>
            <a:stCxn id="1026" idx="3"/>
            <a:endCxn id="1024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Google Shape;1033;p126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4" name="Google Shape;1034;p126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5" name="Google Shape;1035;p126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6" name="Google Shape;1036;p126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7" name="Google Shape;1037;p126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8" name="Google Shape;1038;p126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39" name="Google Shape;1039;p126"/>
          <p:cNvCxnSpPr>
            <a:stCxn id="1035" idx="3"/>
            <a:endCxn id="1033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0" name="Google Shape;1040;p126"/>
          <p:cNvCxnSpPr>
            <a:stCxn id="1034" idx="3"/>
            <a:endCxn id="1037" idx="1"/>
          </p:cNvCxnSpPr>
          <p:nvPr/>
        </p:nvCxnSpPr>
        <p:spPr>
          <a:xfrm rot="10800000" flipH="1">
            <a:off x="4001400" y="1135050"/>
            <a:ext cx="2106600" cy="1838400"/>
          </a:xfrm>
          <a:prstGeom prst="curvedConnector3">
            <a:avLst>
              <a:gd name="adj1" fmla="val 49999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Google Shape;1045;p127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6" name="Google Shape;1046;p127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127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127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9" name="Google Shape;1049;p127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50" name="Google Shape;1050;p127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51" name="Google Shape;1051;p127"/>
          <p:cNvCxnSpPr>
            <a:stCxn id="1047" idx="3"/>
            <a:endCxn id="1045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2" name="Google Shape;1052;p127"/>
          <p:cNvCxnSpPr>
            <a:stCxn id="1046" idx="3"/>
            <a:endCxn id="1049" idx="1"/>
          </p:cNvCxnSpPr>
          <p:nvPr/>
        </p:nvCxnSpPr>
        <p:spPr>
          <a:xfrm rot="10800000" flipH="1">
            <a:off x="4001400" y="1135050"/>
            <a:ext cx="2106600" cy="1838400"/>
          </a:xfrm>
          <a:prstGeom prst="curvedConnector3">
            <a:avLst>
              <a:gd name="adj1" fmla="val 49999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53" name="Google Shape;1053;p127"/>
          <p:cNvSpPr/>
          <p:nvPr/>
        </p:nvSpPr>
        <p:spPr>
          <a:xfrm>
            <a:off x="7718425" y="229002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54" name="Google Shape;1054;p127"/>
          <p:cNvSpPr/>
          <p:nvPr/>
        </p:nvSpPr>
        <p:spPr>
          <a:xfrm>
            <a:off x="7718425" y="309342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55" name="Google Shape;1055;p127"/>
          <p:cNvCxnSpPr>
            <a:stCxn id="1050" idx="3"/>
            <a:endCxn id="1053" idx="1"/>
          </p:cNvCxnSpPr>
          <p:nvPr/>
        </p:nvCxnSpPr>
        <p:spPr>
          <a:xfrm>
            <a:off x="7335275" y="1938550"/>
            <a:ext cx="383100" cy="753300"/>
          </a:xfrm>
          <a:prstGeom prst="curvedConnector3">
            <a:avLst>
              <a:gd name="adj1" fmla="val 50007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1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</a:t>
            </a:r>
            <a:r>
              <a:rPr lang="en">
                <a:solidFill>
                  <a:schemeClr val="dk1"/>
                </a:solidFill>
              </a:rPr>
              <a:t>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p1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</a:t>
            </a:r>
            <a:r>
              <a:rPr lang="en">
                <a:solidFill>
                  <a:schemeClr val="dk1"/>
                </a:solidFill>
              </a:rPr>
              <a:t>             </a:t>
            </a:r>
            <a:r>
              <a:rPr lang="en">
                <a:solidFill>
                  <a:srgbClr val="666666"/>
                </a:solidFill>
              </a:rPr>
              <a:t>search, deletion, insertion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r>
              <a:rPr lang="en">
                <a:solidFill>
                  <a:schemeClr val="dk1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30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1" name="Google Shape;1071;p130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6" name="Google Shape;1076;p131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p131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131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9" name="Google Shape;1079;p131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0" name="Google Shape;1080;p131"/>
          <p:cNvCxnSpPr>
            <a:stCxn id="1078" idx="3"/>
            <a:endCxn id="1076" idx="1"/>
          </p:cNvCxnSpPr>
          <p:nvPr/>
        </p:nvCxnSpPr>
        <p:spPr>
          <a:xfrm rot="10800000" flipH="1">
            <a:off x="1350875" y="2170050"/>
            <a:ext cx="1423200" cy="4017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Google Shape;1085;p132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6" name="Google Shape;1086;p132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7" name="Google Shape;1087;p132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8" name="Google Shape;1088;p132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9" name="Google Shape;1089;p132"/>
          <p:cNvCxnSpPr>
            <a:stCxn id="1087" idx="3"/>
            <a:endCxn id="1090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90" name="Google Shape;1090;p132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p132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92" name="Google Shape;1092;p132"/>
          <p:cNvCxnSpPr>
            <a:stCxn id="1091" idx="3"/>
            <a:endCxn id="1085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p133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8" name="Google Shape;1098;p133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9" name="Google Shape;1099;p133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0" name="Google Shape;1100;p133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01" name="Google Shape;1101;p133"/>
          <p:cNvCxnSpPr>
            <a:stCxn id="1099" idx="3"/>
            <a:endCxn id="1102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2" name="Google Shape;1102;p133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3" name="Google Shape;1103;p133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04" name="Google Shape;1104;p133"/>
          <p:cNvCxnSpPr>
            <a:stCxn id="1103" idx="3"/>
            <a:endCxn id="1097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5" name="Google Shape;1105;p133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6" name="Google Shape;1106;p133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07" name="Google Shape;1107;p133"/>
          <p:cNvCxnSpPr/>
          <p:nvPr/>
        </p:nvCxnSpPr>
        <p:spPr>
          <a:xfrm rot="10800000" flipH="1">
            <a:off x="4001400" y="1135050"/>
            <a:ext cx="2106600" cy="1838400"/>
          </a:xfrm>
          <a:prstGeom prst="curvedConnector3">
            <a:avLst>
              <a:gd name="adj1" fmla="val 49999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34"/>
          <p:cNvSpPr/>
          <p:nvPr/>
        </p:nvSpPr>
        <p:spPr>
          <a:xfrm>
            <a:off x="2774100" y="1768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p134"/>
          <p:cNvSpPr/>
          <p:nvPr/>
        </p:nvSpPr>
        <p:spPr>
          <a:xfrm>
            <a:off x="2774100" y="25717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34"/>
          <p:cNvSpPr/>
          <p:nvPr/>
        </p:nvSpPr>
        <p:spPr>
          <a:xfrm>
            <a:off x="123575" y="21700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5" name="Google Shape;1115;p134"/>
          <p:cNvSpPr txBox="1"/>
          <p:nvPr/>
        </p:nvSpPr>
        <p:spPr>
          <a:xfrm>
            <a:off x="307625" y="1633750"/>
            <a:ext cx="859200" cy="4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endParaRPr sz="22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6" name="Google Shape;1116;p134"/>
          <p:cNvCxnSpPr>
            <a:stCxn id="1114" idx="3"/>
            <a:endCxn id="1117" idx="1"/>
          </p:cNvCxnSpPr>
          <p:nvPr/>
        </p:nvCxnSpPr>
        <p:spPr>
          <a:xfrm flipH="1">
            <a:off x="1018475" y="2571750"/>
            <a:ext cx="332400" cy="1128900"/>
          </a:xfrm>
          <a:prstGeom prst="curvedConnector5">
            <a:avLst>
              <a:gd name="adj1" fmla="val -71638"/>
              <a:gd name="adj2" fmla="val 50000"/>
              <a:gd name="adj3" fmla="val 171600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17" name="Google Shape;1117;p134"/>
          <p:cNvSpPr/>
          <p:nvPr/>
        </p:nvSpPr>
        <p:spPr>
          <a:xfrm>
            <a:off x="1018600" y="32989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p134"/>
          <p:cNvSpPr/>
          <p:nvPr/>
        </p:nvSpPr>
        <p:spPr>
          <a:xfrm>
            <a:off x="1018600" y="41023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19" name="Google Shape;1119;p134"/>
          <p:cNvCxnSpPr>
            <a:stCxn id="1118" idx="3"/>
            <a:endCxn id="1112" idx="1"/>
          </p:cNvCxnSpPr>
          <p:nvPr/>
        </p:nvCxnSpPr>
        <p:spPr>
          <a:xfrm rot="10800000" flipH="1">
            <a:off x="2245900" y="2170050"/>
            <a:ext cx="528300" cy="2334000"/>
          </a:xfrm>
          <a:prstGeom prst="curvedConnector3">
            <a:avLst>
              <a:gd name="adj1" fmla="val 4999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20" name="Google Shape;1120;p134"/>
          <p:cNvSpPr/>
          <p:nvPr/>
        </p:nvSpPr>
        <p:spPr>
          <a:xfrm>
            <a:off x="6107975" y="7334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1" name="Google Shape;1121;p134"/>
          <p:cNvSpPr/>
          <p:nvPr/>
        </p:nvSpPr>
        <p:spPr>
          <a:xfrm>
            <a:off x="6107975" y="1536850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134"/>
          <p:cNvSpPr/>
          <p:nvPr/>
        </p:nvSpPr>
        <p:spPr>
          <a:xfrm>
            <a:off x="4401863" y="31557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3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3" name="Google Shape;1123;p134"/>
          <p:cNvSpPr/>
          <p:nvPr/>
        </p:nvSpPr>
        <p:spPr>
          <a:xfrm>
            <a:off x="4401863" y="3959175"/>
            <a:ext cx="1227300" cy="8034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24" name="Google Shape;1124;p134"/>
          <p:cNvCxnSpPr/>
          <p:nvPr/>
        </p:nvCxnSpPr>
        <p:spPr>
          <a:xfrm rot="10800000" flipH="1">
            <a:off x="5629163" y="1135275"/>
            <a:ext cx="478800" cy="32256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5" name="Google Shape;1125;p134"/>
          <p:cNvCxnSpPr/>
          <p:nvPr/>
        </p:nvCxnSpPr>
        <p:spPr>
          <a:xfrm>
            <a:off x="4001400" y="2973450"/>
            <a:ext cx="400500" cy="584100"/>
          </a:xfrm>
          <a:prstGeom prst="curvedConnector3">
            <a:avLst>
              <a:gd name="adj1" fmla="val 49995"/>
            </a:avLst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p1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trees</a:t>
            </a:r>
            <a:endParaRPr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Google Shape;1150;p1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binary search trees</a:t>
            </a:r>
            <a:endParaRPr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55" name="Google Shape;1155;p140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0" name="Google Shape;1160;p141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65" name="Google Shape;1165;p142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0" name="Google Shape;1170;p143"/>
          <p:cNvGraphicFramePr/>
          <p:nvPr/>
        </p:nvGraphicFramePr>
        <p:xfrm>
          <a:off x="-571500" y="-304800"/>
          <a:ext cx="10287000" cy="5715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 sz="3600"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00FF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5" name="Google Shape;1175;p144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6" name="Google Shape;1176;p144"/>
          <p:cNvGraphicFramePr/>
          <p:nvPr/>
        </p:nvGraphicFramePr>
        <p:xfrm>
          <a:off x="1695708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7" name="Google Shape;1177;p144"/>
          <p:cNvGraphicFramePr/>
          <p:nvPr/>
        </p:nvGraphicFramePr>
        <p:xfrm>
          <a:off x="6292767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8" name="Google Shape;1178;p144"/>
          <p:cNvGraphicFramePr/>
          <p:nvPr/>
        </p:nvGraphicFramePr>
        <p:xfrm>
          <a:off x="552708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79" name="Google Shape;1179;p144"/>
          <p:cNvGraphicFramePr/>
          <p:nvPr/>
        </p:nvGraphicFramePr>
        <p:xfrm>
          <a:off x="2851233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0" name="Google Shape;1180;p144"/>
          <p:cNvGraphicFramePr/>
          <p:nvPr/>
        </p:nvGraphicFramePr>
        <p:xfrm>
          <a:off x="5149758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1" name="Google Shape;1181;p144"/>
          <p:cNvGraphicFramePr/>
          <p:nvPr/>
        </p:nvGraphicFramePr>
        <p:xfrm>
          <a:off x="7448283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6" name="Google Shape;1186;p145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7" name="Google Shape;1187;p145"/>
          <p:cNvGraphicFramePr/>
          <p:nvPr/>
        </p:nvGraphicFramePr>
        <p:xfrm>
          <a:off x="1695708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8" name="Google Shape;1188;p145"/>
          <p:cNvGraphicFramePr/>
          <p:nvPr/>
        </p:nvGraphicFramePr>
        <p:xfrm>
          <a:off x="6292767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89" name="Google Shape;1189;p145"/>
          <p:cNvGraphicFramePr/>
          <p:nvPr/>
        </p:nvGraphicFramePr>
        <p:xfrm>
          <a:off x="552708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0" name="Google Shape;1190;p145"/>
          <p:cNvGraphicFramePr/>
          <p:nvPr/>
        </p:nvGraphicFramePr>
        <p:xfrm>
          <a:off x="2851233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1" name="Google Shape;1191;p145"/>
          <p:cNvGraphicFramePr/>
          <p:nvPr/>
        </p:nvGraphicFramePr>
        <p:xfrm>
          <a:off x="5149758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92" name="Google Shape;1192;p145"/>
          <p:cNvGraphicFramePr/>
          <p:nvPr/>
        </p:nvGraphicFramePr>
        <p:xfrm>
          <a:off x="7448283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93" name="Google Shape;1193;p145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4" name="Google Shape;1194;p145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5" name="Google Shape;1195;p145"/>
          <p:cNvSpPr/>
          <p:nvPr/>
        </p:nvSpPr>
        <p:spPr>
          <a:xfrm rot="-3128501" flipH="1">
            <a:off x="147999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6" name="Google Shape;1196;p145"/>
          <p:cNvSpPr/>
          <p:nvPr/>
        </p:nvSpPr>
        <p:spPr>
          <a:xfrm rot="-3128501" flipH="1">
            <a:off x="6079043" y="313191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7" name="Google Shape;1197;p145"/>
          <p:cNvSpPr/>
          <p:nvPr/>
        </p:nvSpPr>
        <p:spPr>
          <a:xfrm rot="3128501">
            <a:off x="264424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8" name="Google Shape;1198;p145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p1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1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Google Shape;1213;p1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p1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int 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*left;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*right;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23" name="Google Shape;1223;p150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4" name="Google Shape;1224;p150"/>
          <p:cNvGraphicFramePr/>
          <p:nvPr/>
        </p:nvGraphicFramePr>
        <p:xfrm>
          <a:off x="1695708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5" name="Google Shape;1225;p150"/>
          <p:cNvGraphicFramePr/>
          <p:nvPr/>
        </p:nvGraphicFramePr>
        <p:xfrm>
          <a:off x="6292767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6" name="Google Shape;1226;p150"/>
          <p:cNvGraphicFramePr/>
          <p:nvPr/>
        </p:nvGraphicFramePr>
        <p:xfrm>
          <a:off x="552708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7" name="Google Shape;1227;p150"/>
          <p:cNvGraphicFramePr/>
          <p:nvPr/>
        </p:nvGraphicFramePr>
        <p:xfrm>
          <a:off x="2851233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8" name="Google Shape;1228;p150"/>
          <p:cNvGraphicFramePr/>
          <p:nvPr/>
        </p:nvGraphicFramePr>
        <p:xfrm>
          <a:off x="5149758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29" name="Google Shape;1229;p150"/>
          <p:cNvGraphicFramePr/>
          <p:nvPr/>
        </p:nvGraphicFramePr>
        <p:xfrm>
          <a:off x="7448283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30" name="Google Shape;1230;p150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150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150"/>
          <p:cNvSpPr/>
          <p:nvPr/>
        </p:nvSpPr>
        <p:spPr>
          <a:xfrm rot="-3128501" flipH="1">
            <a:off x="147999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3" name="Google Shape;1233;p150"/>
          <p:cNvSpPr/>
          <p:nvPr/>
        </p:nvSpPr>
        <p:spPr>
          <a:xfrm rot="-3128501" flipH="1">
            <a:off x="6079043" y="313191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4" name="Google Shape;1234;p150"/>
          <p:cNvSpPr/>
          <p:nvPr/>
        </p:nvSpPr>
        <p:spPr>
          <a:xfrm rot="3128501">
            <a:off x="264424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5" name="Google Shape;1235;p150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p151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if (tree == NULL)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p152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0" name="Google Shape;1250;p153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else if (number &gt;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search(tree-&gt;right, number);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154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else 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155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==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Google Shape;1265;p156"/>
          <p:cNvSpPr txBox="1">
            <a:spLocks noGrp="1"/>
          </p:cNvSpPr>
          <p:nvPr>
            <p:ph type="body" idx="1"/>
          </p:nvPr>
        </p:nvSpPr>
        <p:spPr>
          <a:xfrm>
            <a:off x="311700" y="547800"/>
            <a:ext cx="8520600" cy="4047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bool search(node *tree, int 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if (tree == NULL)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false;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&lt;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search(tree-&gt;left, number);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if (number &gt; tree-&gt;number)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search(tree-&gt;right</a:t>
            </a:r>
            <a:r>
              <a:rPr lang="en" sz="14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, number</a:t>
            </a: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else </a:t>
            </a:r>
            <a:r>
              <a:rPr lang="en" sz="140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if (number == tree-&gt;number)</a:t>
            </a:r>
            <a:endParaRPr sz="140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return true;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4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70" name="Google Shape;1270;p157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4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1" name="Google Shape;1271;p157"/>
          <p:cNvGraphicFramePr/>
          <p:nvPr/>
        </p:nvGraphicFramePr>
        <p:xfrm>
          <a:off x="1695708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2" name="Google Shape;1272;p157"/>
          <p:cNvGraphicFramePr/>
          <p:nvPr/>
        </p:nvGraphicFramePr>
        <p:xfrm>
          <a:off x="6292767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6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3" name="Google Shape;1273;p157"/>
          <p:cNvGraphicFramePr/>
          <p:nvPr/>
        </p:nvGraphicFramePr>
        <p:xfrm>
          <a:off x="552708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4" name="Google Shape;1274;p157"/>
          <p:cNvGraphicFramePr/>
          <p:nvPr/>
        </p:nvGraphicFramePr>
        <p:xfrm>
          <a:off x="2851233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5" name="Google Shape;1275;p157"/>
          <p:cNvGraphicFramePr/>
          <p:nvPr/>
        </p:nvGraphicFramePr>
        <p:xfrm>
          <a:off x="5149758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5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76" name="Google Shape;1276;p157"/>
          <p:cNvGraphicFramePr/>
          <p:nvPr/>
        </p:nvGraphicFramePr>
        <p:xfrm>
          <a:off x="7448283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7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77" name="Google Shape;1277;p157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8" name="Google Shape;1278;p157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9" name="Google Shape;1279;p157"/>
          <p:cNvSpPr/>
          <p:nvPr/>
        </p:nvSpPr>
        <p:spPr>
          <a:xfrm rot="-3128501" flipH="1">
            <a:off x="147999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0" name="Google Shape;1280;p157"/>
          <p:cNvSpPr/>
          <p:nvPr/>
        </p:nvSpPr>
        <p:spPr>
          <a:xfrm rot="-3128501" flipH="1">
            <a:off x="6079043" y="313191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1" name="Google Shape;1281;p157"/>
          <p:cNvSpPr/>
          <p:nvPr/>
        </p:nvSpPr>
        <p:spPr>
          <a:xfrm rot="3128501">
            <a:off x="2644243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2" name="Google Shape;1282;p157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1" name="Google Shape;1291;p159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96" name="Google Shape;1296;p160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97" name="Google Shape;1297;p160"/>
          <p:cNvGraphicFramePr/>
          <p:nvPr/>
        </p:nvGraphicFramePr>
        <p:xfrm>
          <a:off x="1695708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98" name="Google Shape;1298;p160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03" name="Google Shape;1303;p161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4" name="Google Shape;1304;p161"/>
          <p:cNvGraphicFramePr/>
          <p:nvPr/>
        </p:nvGraphicFramePr>
        <p:xfrm>
          <a:off x="1695708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05" name="Google Shape;1305;p161"/>
          <p:cNvGraphicFramePr/>
          <p:nvPr/>
        </p:nvGraphicFramePr>
        <p:xfrm>
          <a:off x="6292767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06" name="Google Shape;1306;p161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7" name="Google Shape;1307;p161"/>
          <p:cNvSpPr/>
          <p:nvPr/>
        </p:nvSpPr>
        <p:spPr>
          <a:xfrm rot="-952824" flipH="1">
            <a:off x="2871590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16" name="Google Shape;1316;p163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1" name="Google Shape;1321;p164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2" name="Google Shape;1322;p164"/>
          <p:cNvGraphicFramePr/>
          <p:nvPr/>
        </p:nvGraphicFramePr>
        <p:xfrm>
          <a:off x="6292767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23" name="Google Shape;1323;p164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28" name="Google Shape;1328;p165"/>
          <p:cNvGraphicFramePr/>
          <p:nvPr/>
        </p:nvGraphicFramePr>
        <p:xfrm>
          <a:off x="3994238" y="361825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1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29" name="Google Shape;1329;p165"/>
          <p:cNvGraphicFramePr/>
          <p:nvPr/>
        </p:nvGraphicFramePr>
        <p:xfrm>
          <a:off x="6292767" y="1810178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2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330" name="Google Shape;1330;p165"/>
          <p:cNvGraphicFramePr/>
          <p:nvPr/>
        </p:nvGraphicFramePr>
        <p:xfrm>
          <a:off x="7448283" y="3461021"/>
          <a:ext cx="1143000" cy="114300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43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3600"/>
                        <a:t>3</a:t>
                      </a:r>
                      <a:endParaRPr/>
                    </a:p>
                  </a:txBody>
                  <a:tcPr marL="91425" marR="91425" marT="91425" marB="91425" anchor="ctr">
                    <a:lnL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31" name="Google Shape;1331;p165"/>
          <p:cNvSpPr/>
          <p:nvPr/>
        </p:nvSpPr>
        <p:spPr>
          <a:xfrm rot="952824">
            <a:off x="5170115" y="1595305"/>
            <a:ext cx="1089792" cy="186962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2" name="Google Shape;1332;p165"/>
          <p:cNvSpPr/>
          <p:nvPr/>
        </p:nvSpPr>
        <p:spPr>
          <a:xfrm rot="3128501">
            <a:off x="7187668" y="3095365"/>
            <a:ext cx="452167" cy="186920"/>
          </a:xfrm>
          <a:prstGeom prst="rightArrow">
            <a:avLst>
              <a:gd name="adj1" fmla="val 24998"/>
              <a:gd name="adj2" fmla="val 5000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Google Shape;1342;p16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dictionaries</a:t>
            </a:r>
            <a:endParaRPr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47" name="Google Shape;1347;p168"/>
          <p:cNvGraphicFramePr/>
          <p:nvPr/>
        </p:nvGraphicFramePr>
        <p:xfrm>
          <a:off x="952500" y="895375"/>
          <a:ext cx="7239000" cy="350514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2" name="Google Shape;1352;p169"/>
          <p:cNvGraphicFramePr/>
          <p:nvPr/>
        </p:nvGraphicFramePr>
        <p:xfrm>
          <a:off x="952500" y="895375"/>
          <a:ext cx="7239000" cy="350514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word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7" name="Google Shape;1357;p170"/>
          <p:cNvGraphicFramePr/>
          <p:nvPr/>
        </p:nvGraphicFramePr>
        <p:xfrm>
          <a:off x="952500" y="895375"/>
          <a:ext cx="7239000" cy="350514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key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value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2" name="Google Shape;1362;p1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7650" y="1297400"/>
            <a:ext cx="2548700" cy="254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7" name="Google Shape;1367;p172"/>
          <p:cNvPicPr preferRelativeResize="0"/>
          <p:nvPr/>
        </p:nvPicPr>
        <p:blipFill rotWithShape="1">
          <a:blip r:embed="rId3">
            <a:alphaModFix/>
          </a:blip>
          <a:srcRect t="6516" b="14965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2" name="Google Shape;1372;p173"/>
          <p:cNvPicPr preferRelativeResize="0"/>
          <p:nvPr/>
        </p:nvPicPr>
        <p:blipFill rotWithShape="1">
          <a:blip r:embed="rId3">
            <a:alphaModFix/>
          </a:blip>
          <a:srcRect t="10741" b="10741"/>
          <a:stretch/>
        </p:blipFill>
        <p:spPr>
          <a:xfrm>
            <a:off x="3211800" y="257112"/>
            <a:ext cx="2720400" cy="46292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7" name="Google Shape;1377;p174"/>
          <p:cNvGraphicFramePr/>
          <p:nvPr/>
        </p:nvGraphicFramePr>
        <p:xfrm>
          <a:off x="952500" y="895375"/>
          <a:ext cx="7239000" cy="3505140"/>
        </p:xfrm>
        <a:graphic>
          <a:graphicData uri="http://schemas.openxmlformats.org/drawingml/2006/table">
            <a:tbl>
              <a:tblPr>
                <a:noFill/>
                <a:tableStyleId>{FCEDFBB0-13A7-47BE-B947-3DDBA9F1D619}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name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>
                          <a:solidFill>
                            <a:schemeClr val="dk1"/>
                          </a:solidFill>
                        </a:rPr>
                        <a:t>number</a:t>
                      </a:r>
                      <a:endParaRPr sz="24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91425" marR="91425" marT="91425" marB="91425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175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83" name="Google Shape;1383;p175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84" name="Google Shape;1384;p175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1385" name="Google Shape;1385;p175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1386" name="Google Shape;1386;p1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Google Shape;1391;p176"/>
          <p:cNvSpPr txBox="1"/>
          <p:nvPr/>
        </p:nvSpPr>
        <p:spPr>
          <a:xfrm>
            <a:off x="1371600" y="4371975"/>
            <a:ext cx="6400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size of problem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92" name="Google Shape;1392;p176"/>
          <p:cNvSpPr txBox="1"/>
          <p:nvPr/>
        </p:nvSpPr>
        <p:spPr>
          <a:xfrm rot="-5400000">
            <a:off x="-733350" y="2400300"/>
            <a:ext cx="35622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</a:rPr>
              <a:t>time to solve</a:t>
            </a:r>
            <a:endParaRPr sz="1800">
              <a:solidFill>
                <a:srgbClr val="FFFFFF"/>
              </a:solidFill>
            </a:endParaRPr>
          </a:p>
        </p:txBody>
      </p:sp>
      <p:sp>
        <p:nvSpPr>
          <p:cNvPr id="1393" name="Google Shape;1393;p176"/>
          <p:cNvSpPr txBox="1"/>
          <p:nvPr/>
        </p:nvSpPr>
        <p:spPr>
          <a:xfrm>
            <a:off x="1499714" y="1239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sp>
        <p:nvSpPr>
          <p:cNvPr id="1394" name="Google Shape;1394;p176"/>
          <p:cNvSpPr txBox="1"/>
          <p:nvPr/>
        </p:nvSpPr>
        <p:spPr>
          <a:xfrm>
            <a:off x="7772400" y="260040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(log</a:t>
            </a:r>
            <a:r>
              <a:rPr lang="en" sz="2400" baseline="-25000">
                <a:solidFill>
                  <a:srgbClr val="FFFFFF"/>
                </a:solidFill>
              </a:rPr>
              <a:t> </a:t>
            </a:r>
            <a:r>
              <a:rPr lang="en" sz="2400" i="1">
                <a:solidFill>
                  <a:srgbClr val="FFFFFF"/>
                </a:solidFill>
              </a:rPr>
              <a:t>n</a:t>
            </a:r>
            <a:r>
              <a:rPr lang="en" sz="2400">
                <a:solidFill>
                  <a:srgbClr val="FFFFFF"/>
                </a:solidFill>
              </a:rPr>
              <a:t>)</a:t>
            </a:r>
            <a:endParaRPr sz="2400">
              <a:solidFill>
                <a:srgbClr val="FFFFFF"/>
              </a:solidFill>
            </a:endParaRPr>
          </a:p>
        </p:txBody>
      </p:sp>
      <p:pic>
        <p:nvPicPr>
          <p:cNvPr id="1395" name="Google Shape;1395;p1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772425"/>
            <a:ext cx="6400801" cy="35986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96" name="Google Shape;1396;p176"/>
          <p:cNvCxnSpPr/>
          <p:nvPr/>
        </p:nvCxnSpPr>
        <p:spPr>
          <a:xfrm>
            <a:off x="1371600" y="4147225"/>
            <a:ext cx="6393000" cy="0"/>
          </a:xfrm>
          <a:prstGeom prst="straightConnector1">
            <a:avLst/>
          </a:prstGeom>
          <a:noFill/>
          <a:ln w="38100" cap="flat" cmpd="sng">
            <a:solidFill>
              <a:srgbClr val="00FF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97" name="Google Shape;1397;p176"/>
          <p:cNvSpPr txBox="1"/>
          <p:nvPr/>
        </p:nvSpPr>
        <p:spPr>
          <a:xfrm>
            <a:off x="7772400" y="3838650"/>
            <a:ext cx="1314600" cy="5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i="1">
                <a:solidFill>
                  <a:srgbClr val="FFFFFF"/>
                </a:solidFill>
              </a:rPr>
              <a:t>O</a:t>
            </a:r>
            <a:r>
              <a:rPr lang="en" sz="2400">
                <a:solidFill>
                  <a:srgbClr val="FFFFFF"/>
                </a:solidFill>
              </a:rPr>
              <a:t>(1)</a:t>
            </a:r>
            <a:endParaRPr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Google Shape;1402;p17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hashing</a:t>
            </a:r>
            <a:endParaRPr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Google Shape;1407;p17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 function</a:t>
            </a:r>
            <a:endParaRPr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p17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hash tables</a:t>
            </a:r>
            <a:endParaRPr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Google Shape;1417;p180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18" name="Google Shape;1418;p180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19" name="Google Shape;1419;p180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0" name="Google Shape;1420;p180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1" name="Google Shape;1421;p180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2" name="Google Shape;1422;p180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3" name="Google Shape;1423;p180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4" name="Google Shape;1424;p180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5" name="Google Shape;1425;p180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6" name="Google Shape;1426;p180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7" name="Google Shape;1427;p180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8" name="Google Shape;1428;p180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29" name="Google Shape;1429;p180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0" name="Google Shape;1430;p180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1" name="Google Shape;1431;p180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2" name="Google Shape;1432;p180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3" name="Google Shape;1433;p180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4" name="Google Shape;1434;p180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5" name="Google Shape;1435;p180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6" name="Google Shape;1436;p180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7" name="Google Shape;1437;p180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8" name="Google Shape;1438;p180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39" name="Google Shape;1439;p180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40" name="Google Shape;1440;p180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41" name="Google Shape;1441;p180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442" name="Google Shape;1442;p180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181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48" name="Google Shape;1448;p181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49" name="Google Shape;1449;p181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0" name="Google Shape;1450;p181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1" name="Google Shape;1451;p181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2" name="Google Shape;1452;p181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3" name="Google Shape;1453;p181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4" name="Google Shape;1454;p181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5" name="Google Shape;1455;p181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6" name="Google Shape;1456;p181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7" name="Google Shape;1457;p181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8" name="Google Shape;1458;p181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59" name="Google Shape;1459;p181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0" name="Google Shape;1460;p181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1" name="Google Shape;1461;p181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2" name="Google Shape;1462;p181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3" name="Google Shape;1463;p181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4" name="Google Shape;1464;p181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5" name="Google Shape;1465;p181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6" name="Google Shape;1466;p181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7" name="Google Shape;1467;p181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8" name="Google Shape;1468;p181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69" name="Google Shape;1469;p181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0" name="Google Shape;1470;p181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1" name="Google Shape;1471;p181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2" name="Google Shape;1472;p181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3" name="Google Shape;1473;p181"/>
          <p:cNvSpPr txBox="1"/>
          <p:nvPr/>
        </p:nvSpPr>
        <p:spPr>
          <a:xfrm>
            <a:off x="47625" y="166650"/>
            <a:ext cx="4092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6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7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8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9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12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13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14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16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17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18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19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20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21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22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23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24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25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8" name="Google Shape;1478;p182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79" name="Google Shape;1479;p182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0" name="Google Shape;1480;p182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1" name="Google Shape;1481;p182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2" name="Google Shape;1482;p182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3" name="Google Shape;1483;p182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4" name="Google Shape;1484;p182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5" name="Google Shape;1485;p182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6" name="Google Shape;1486;p182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7" name="Google Shape;1487;p182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8" name="Google Shape;1488;p182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89" name="Google Shape;1489;p182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0" name="Google Shape;1490;p182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1" name="Google Shape;1491;p182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2" name="Google Shape;1492;p182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3" name="Google Shape;1493;p182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4" name="Google Shape;1494;p182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5" name="Google Shape;1495;p182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6" name="Google Shape;1496;p182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7" name="Google Shape;1497;p182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8" name="Google Shape;1498;p182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499" name="Google Shape;1499;p182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0" name="Google Shape;1500;p182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1" name="Google Shape;1501;p182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2" name="Google Shape;1502;p182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3" name="Google Shape;1503;p182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04" name="Google Shape;1504;p182"/>
          <p:cNvSpPr txBox="1"/>
          <p:nvPr/>
        </p:nvSpPr>
        <p:spPr>
          <a:xfrm>
            <a:off x="199850" y="166650"/>
            <a:ext cx="2571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A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B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D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E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F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G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H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I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J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K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M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O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Q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U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V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W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X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Y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Z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Google Shape;1509;p183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0" name="Google Shape;1510;p183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1" name="Google Shape;1511;p183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2" name="Google Shape;1512;p183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3" name="Google Shape;1513;p183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4" name="Google Shape;1514;p183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5" name="Google Shape;1515;p183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6" name="Google Shape;1516;p183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7" name="Google Shape;1517;p183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8" name="Google Shape;1518;p183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19" name="Google Shape;1519;p183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0" name="Google Shape;1520;p183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1" name="Google Shape;1521;p183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2" name="Google Shape;1522;p183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3" name="Google Shape;1523;p183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4" name="Google Shape;1524;p183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5" name="Google Shape;1525;p183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6" name="Google Shape;1526;p183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7" name="Google Shape;1527;p183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8" name="Google Shape;1528;p183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29" name="Google Shape;1529;p183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0" name="Google Shape;1530;p183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1" name="Google Shape;1531;p183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2" name="Google Shape;1532;p183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3" name="Google Shape;1533;p183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34" name="Google Shape;1534;p183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p184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0" name="Google Shape;1540;p184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1" name="Google Shape;1541;p184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2" name="Google Shape;1542;p184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3" name="Google Shape;1543;p184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4" name="Google Shape;1544;p184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5" name="Google Shape;1545;p184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6" name="Google Shape;1546;p184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7" name="Google Shape;1547;p184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8" name="Google Shape;1548;p184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49" name="Google Shape;1549;p184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0" name="Google Shape;1550;p184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1" name="Google Shape;1551;p184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2" name="Google Shape;1552;p184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3" name="Google Shape;1553;p184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4" name="Google Shape;1554;p184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5" name="Google Shape;1555;p184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6" name="Google Shape;1556;p184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7" name="Google Shape;1557;p184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8" name="Google Shape;1558;p184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59" name="Google Shape;1559;p184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0" name="Google Shape;1560;p184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1" name="Google Shape;1561;p184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2" name="Google Shape;1562;p184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3" name="Google Shape;1563;p184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4" name="Google Shape;1564;p184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5" name="Google Shape;1565;p184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566" name="Google Shape;1566;p184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67" name="Google Shape;1567;p184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Google Shape;1572;p185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3" name="Google Shape;1573;p185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4" name="Google Shape;1574;p185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5" name="Google Shape;1575;p185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6" name="Google Shape;1576;p185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7" name="Google Shape;1577;p185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8" name="Google Shape;1578;p185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79" name="Google Shape;1579;p185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0" name="Google Shape;1580;p185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1" name="Google Shape;1581;p185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2" name="Google Shape;1582;p185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3" name="Google Shape;1583;p185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4" name="Google Shape;1584;p185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5" name="Google Shape;1585;p185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6" name="Google Shape;1586;p185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7" name="Google Shape;1587;p185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8" name="Google Shape;1588;p185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89" name="Google Shape;1589;p185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0" name="Google Shape;1590;p185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1" name="Google Shape;1591;p185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2" name="Google Shape;1592;p185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3" name="Google Shape;1593;p185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4" name="Google Shape;1594;p185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5" name="Google Shape;1595;p185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6" name="Google Shape;1596;p185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7" name="Google Shape;1597;p185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598" name="Google Shape;1598;p185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599" name="Google Shape;1599;p185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0" name="Google Shape;1600;p185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1" name="Google Shape;1601;p185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02" name="Google Shape;1602;p185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3" name="Google Shape;1603;p185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Google Shape;1608;p186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09" name="Google Shape;1609;p186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0" name="Google Shape;1610;p186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1" name="Google Shape;1611;p186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2" name="Google Shape;1612;p186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3" name="Google Shape;1613;p186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4" name="Google Shape;1614;p186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5" name="Google Shape;1615;p186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6" name="Google Shape;1616;p186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7" name="Google Shape;1617;p186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8" name="Google Shape;1618;p186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19" name="Google Shape;1619;p186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0" name="Google Shape;1620;p186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1" name="Google Shape;1621;p186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2" name="Google Shape;1622;p186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3" name="Google Shape;1623;p186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4" name="Google Shape;1624;p186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5" name="Google Shape;1625;p186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6" name="Google Shape;1626;p186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7" name="Google Shape;1627;p186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8" name="Google Shape;1628;p186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29" name="Google Shape;1629;p186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0" name="Google Shape;1630;p186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1" name="Google Shape;1631;p186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2" name="Google Shape;1632;p186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3" name="Google Shape;1633;p186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4" name="Google Shape;1634;p186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35" name="Google Shape;1635;p186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6" name="Google Shape;1636;p186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7" name="Google Shape;1637;p186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38" name="Google Shape;1638;p186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39" name="Google Shape;1639;p186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0" name="Google Shape;1640;p186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41" name="Google Shape;1641;p186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2" name="Google Shape;1642;p186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Google Shape;1647;p187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8" name="Google Shape;1648;p187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49" name="Google Shape;1649;p187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0" name="Google Shape;1650;p187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1" name="Google Shape;1651;p187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2" name="Google Shape;1652;p187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3" name="Google Shape;1653;p187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4" name="Google Shape;1654;p187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5" name="Google Shape;1655;p187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6" name="Google Shape;1656;p187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7" name="Google Shape;1657;p187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8" name="Google Shape;1658;p187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59" name="Google Shape;1659;p187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0" name="Google Shape;1660;p187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1" name="Google Shape;1661;p187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2" name="Google Shape;1662;p187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3" name="Google Shape;1663;p187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4" name="Google Shape;1664;p187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5" name="Google Shape;1665;p187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6" name="Google Shape;1666;p187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7" name="Google Shape;1667;p187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8" name="Google Shape;1668;p187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69" name="Google Shape;1669;p187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0" name="Google Shape;1670;p187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1" name="Google Shape;1671;p187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2" name="Google Shape;1672;p187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3" name="Google Shape;1673;p187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74" name="Google Shape;1674;p187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5" name="Google Shape;1675;p187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6" name="Google Shape;1676;p187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77" name="Google Shape;1677;p187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8" name="Google Shape;1678;p187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79" name="Google Shape;1679;p187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0" name="Google Shape;1680;p187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1" name="Google Shape;1681;p187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2" name="Google Shape;1682;p187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3" name="Google Shape;1683;p187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4" name="Google Shape;1684;p187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5" name="Google Shape;1685;p187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6" name="Google Shape;1686;p187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7" name="Google Shape;1687;p187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88" name="Google Shape;1688;p187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89" name="Google Shape;1689;p187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0" name="Google Shape;1690;p187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1" name="Google Shape;1691;p187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2" name="Google Shape;1692;p187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3" name="Google Shape;1693;p187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4" name="Google Shape;1694;p187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5" name="Google Shape;1695;p187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6" name="Google Shape;1696;p187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7" name="Google Shape;1697;p187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8" name="Google Shape;1698;p187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699" name="Google Shape;1699;p187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0" name="Google Shape;1700;p187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1" name="Google Shape;1701;p187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2" name="Google Shape;1702;p187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3" name="Google Shape;1703;p187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4" name="Google Shape;1704;p187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5" name="Google Shape;1705;p187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6" name="Google Shape;1706;p187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7" name="Google Shape;1707;p187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8" name="Google Shape;1708;p187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09" name="Google Shape;1709;p187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10" name="Google Shape;1710;p187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11" name="Google Shape;1711;p187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12" name="Google Shape;1712;p187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13" name="Google Shape;1713;p187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Google Shape;1718;p188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19" name="Google Shape;1719;p188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0" name="Google Shape;1720;p188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1" name="Google Shape;1721;p188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2" name="Google Shape;1722;p188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3" name="Google Shape;1723;p188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4" name="Google Shape;1724;p188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5" name="Google Shape;1725;p188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6" name="Google Shape;1726;p188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7" name="Google Shape;1727;p188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8" name="Google Shape;1728;p188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29" name="Google Shape;1729;p188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0" name="Google Shape;1730;p188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1" name="Google Shape;1731;p188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2" name="Google Shape;1732;p188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3" name="Google Shape;1733;p188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4" name="Google Shape;1734;p188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5" name="Google Shape;1735;p188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6" name="Google Shape;1736;p188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7" name="Google Shape;1737;p188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8" name="Google Shape;1738;p188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39" name="Google Shape;1739;p188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0" name="Google Shape;1740;p188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1" name="Google Shape;1741;p188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2" name="Google Shape;1742;p188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3" name="Google Shape;1743;p188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4" name="Google Shape;1744;p188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45" name="Google Shape;1745;p188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6" name="Google Shape;1746;p188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7" name="Google Shape;1747;p188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48" name="Google Shape;1748;p188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49" name="Google Shape;1749;p188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0" name="Google Shape;1750;p188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51" name="Google Shape;1751;p188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2" name="Google Shape;1752;p188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3" name="Google Shape;1753;p188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54" name="Google Shape;1754;p188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5" name="Google Shape;1755;p188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6" name="Google Shape;1756;p188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57" name="Google Shape;1757;p188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8" name="Google Shape;1758;p188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59" name="Google Shape;1759;p188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0" name="Google Shape;1760;p188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1" name="Google Shape;1761;p188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2" name="Google Shape;1762;p188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3" name="Google Shape;1763;p188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4" name="Google Shape;1764;p188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5" name="Google Shape;1765;p188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6" name="Google Shape;1766;p188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7" name="Google Shape;1767;p188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68" name="Google Shape;1768;p188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69" name="Google Shape;1769;p188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0" name="Google Shape;1770;p188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1" name="Google Shape;1771;p188"/>
          <p:cNvSpPr/>
          <p:nvPr/>
        </p:nvSpPr>
        <p:spPr>
          <a:xfrm>
            <a:off x="221850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2" name="Google Shape;1772;p188"/>
          <p:cNvSpPr/>
          <p:nvPr/>
        </p:nvSpPr>
        <p:spPr>
          <a:xfrm>
            <a:off x="303450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3" name="Google Shape;1773;p188"/>
          <p:cNvSpPr/>
          <p:nvPr/>
        </p:nvSpPr>
        <p:spPr>
          <a:xfrm rot="10800000" flipH="1">
            <a:off x="184620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4" name="Google Shape;1774;p188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5" name="Google Shape;1775;p188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6" name="Google Shape;1776;p188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7" name="Google Shape;1777;p188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8" name="Google Shape;1778;p188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79" name="Google Shape;1779;p188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0" name="Google Shape;1780;p188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1" name="Google Shape;1781;p188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2" name="Google Shape;1782;p188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3" name="Google Shape;1783;p188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4" name="Google Shape;1784;p188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5" name="Google Shape;1785;p188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86" name="Google Shape;1786;p188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7" name="Google Shape;1787;p188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Google Shape;1792;p189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3" name="Google Shape;1793;p189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4" name="Google Shape;1794;p189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5" name="Google Shape;1795;p189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6" name="Google Shape;1796;p189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7" name="Google Shape;1797;p189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8" name="Google Shape;1798;p189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799" name="Google Shape;1799;p189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0" name="Google Shape;1800;p189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1" name="Google Shape;1801;p189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2" name="Google Shape;1802;p189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3" name="Google Shape;1803;p189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4" name="Google Shape;1804;p189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5" name="Google Shape;1805;p189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6" name="Google Shape;1806;p189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7" name="Google Shape;1807;p189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8" name="Google Shape;1808;p189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09" name="Google Shape;1809;p189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0" name="Google Shape;1810;p189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1" name="Google Shape;1811;p189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2" name="Google Shape;1812;p189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3" name="Google Shape;1813;p189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4" name="Google Shape;1814;p189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5" name="Google Shape;1815;p189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6" name="Google Shape;1816;p189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7" name="Google Shape;1817;p189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18" name="Google Shape;1818;p189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19" name="Google Shape;1819;p189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0" name="Google Shape;1820;p189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1" name="Google Shape;1821;p189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22" name="Google Shape;1822;p189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3" name="Google Shape;1823;p189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4" name="Google Shape;1824;p189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25" name="Google Shape;1825;p189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6" name="Google Shape;1826;p189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7" name="Google Shape;1827;p189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28" name="Google Shape;1828;p189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29" name="Google Shape;1829;p189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0" name="Google Shape;1830;p189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31" name="Google Shape;1831;p189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2" name="Google Shape;1832;p189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3" name="Google Shape;1833;p189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34" name="Google Shape;1834;p189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5" name="Google Shape;1835;p189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6" name="Google Shape;1836;p189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37" name="Google Shape;1837;p189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8" name="Google Shape;1838;p189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39" name="Google Shape;1839;p189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0" name="Google Shape;1840;p189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1" name="Google Shape;1841;p189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2" name="Google Shape;1842;p189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3" name="Google Shape;1843;p189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4" name="Google Shape;1844;p189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5" name="Google Shape;1845;p189"/>
          <p:cNvSpPr/>
          <p:nvPr/>
        </p:nvSpPr>
        <p:spPr>
          <a:xfrm>
            <a:off x="221850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6" name="Google Shape;1846;p189"/>
          <p:cNvSpPr/>
          <p:nvPr/>
        </p:nvSpPr>
        <p:spPr>
          <a:xfrm>
            <a:off x="303450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7" name="Google Shape;1847;p189"/>
          <p:cNvSpPr/>
          <p:nvPr/>
        </p:nvSpPr>
        <p:spPr>
          <a:xfrm rot="10800000" flipH="1">
            <a:off x="184620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48" name="Google Shape;1848;p189"/>
          <p:cNvSpPr/>
          <p:nvPr/>
        </p:nvSpPr>
        <p:spPr>
          <a:xfrm>
            <a:off x="349885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Link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49" name="Google Shape;1849;p189"/>
          <p:cNvSpPr/>
          <p:nvPr/>
        </p:nvSpPr>
        <p:spPr>
          <a:xfrm>
            <a:off x="431485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0" name="Google Shape;1850;p189"/>
          <p:cNvSpPr/>
          <p:nvPr/>
        </p:nvSpPr>
        <p:spPr>
          <a:xfrm rot="10800000" flipH="1">
            <a:off x="312655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1" name="Google Shape;1851;p189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2" name="Google Shape;1852;p189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3" name="Google Shape;1853;p189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4" name="Google Shape;1854;p189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5" name="Google Shape;1855;p189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6" name="Google Shape;1856;p189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7" name="Google Shape;1857;p189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8" name="Google Shape;1858;p189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59" name="Google Shape;1859;p189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60" name="Google Shape;1860;p189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61" name="Google Shape;1861;p189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62" name="Google Shape;1862;p189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63" name="Google Shape;1863;p189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64" name="Google Shape;1864;p189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9" name="Google Shape;1869;p190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0" name="Google Shape;1870;p190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1" name="Google Shape;1871;p190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2" name="Google Shape;1872;p190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3" name="Google Shape;1873;p190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4" name="Google Shape;1874;p190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5" name="Google Shape;1875;p190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6" name="Google Shape;1876;p190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7" name="Google Shape;1877;p190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8" name="Google Shape;1878;p190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79" name="Google Shape;1879;p190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0" name="Google Shape;1880;p190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1" name="Google Shape;1881;p190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2" name="Google Shape;1882;p190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3" name="Google Shape;1883;p190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4" name="Google Shape;1884;p190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5" name="Google Shape;1885;p190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6" name="Google Shape;1886;p190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7" name="Google Shape;1887;p190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8" name="Google Shape;1888;p190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89" name="Google Shape;1889;p190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0" name="Google Shape;1890;p190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1" name="Google Shape;1891;p190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2" name="Google Shape;1892;p190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3" name="Google Shape;1893;p190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4" name="Google Shape;1894;p190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5" name="Google Shape;1895;p190"/>
          <p:cNvSpPr/>
          <p:nvPr/>
        </p:nvSpPr>
        <p:spPr>
          <a:xfrm>
            <a:off x="93815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Goomba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96" name="Google Shape;1896;p190"/>
          <p:cNvSpPr/>
          <p:nvPr/>
        </p:nvSpPr>
        <p:spPr>
          <a:xfrm>
            <a:off x="175415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7" name="Google Shape;1897;p190"/>
          <p:cNvSpPr/>
          <p:nvPr/>
        </p:nvSpPr>
        <p:spPr>
          <a:xfrm rot="10800000" flipH="1">
            <a:off x="56585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898" name="Google Shape;1898;p190"/>
          <p:cNvSpPr/>
          <p:nvPr/>
        </p:nvSpPr>
        <p:spPr>
          <a:xfrm>
            <a:off x="938150" y="332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Rosalina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99" name="Google Shape;1899;p190"/>
          <p:cNvSpPr/>
          <p:nvPr/>
        </p:nvSpPr>
        <p:spPr>
          <a:xfrm>
            <a:off x="1754150" y="332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0" name="Google Shape;1900;p190"/>
          <p:cNvSpPr/>
          <p:nvPr/>
        </p:nvSpPr>
        <p:spPr>
          <a:xfrm rot="10800000" flipH="1">
            <a:off x="565850" y="332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1" name="Google Shape;1901;p190"/>
          <p:cNvSpPr/>
          <p:nvPr/>
        </p:nvSpPr>
        <p:spPr>
          <a:xfrm>
            <a:off x="938150" y="47917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Zelda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2" name="Google Shape;1902;p190"/>
          <p:cNvSpPr/>
          <p:nvPr/>
        </p:nvSpPr>
        <p:spPr>
          <a:xfrm>
            <a:off x="1754150" y="47916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3" name="Google Shape;1903;p190"/>
          <p:cNvSpPr/>
          <p:nvPr/>
        </p:nvSpPr>
        <p:spPr>
          <a:xfrm rot="10800000" flipH="1">
            <a:off x="565850" y="47917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4" name="Google Shape;1904;p190"/>
          <p:cNvSpPr/>
          <p:nvPr/>
        </p:nvSpPr>
        <p:spPr>
          <a:xfrm>
            <a:off x="93815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Shy Guy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5" name="Google Shape;1905;p190"/>
          <p:cNvSpPr/>
          <p:nvPr/>
        </p:nvSpPr>
        <p:spPr>
          <a:xfrm>
            <a:off x="175415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6" name="Google Shape;1906;p190"/>
          <p:cNvSpPr/>
          <p:nvPr/>
        </p:nvSpPr>
        <p:spPr>
          <a:xfrm rot="10800000" flipH="1">
            <a:off x="56585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7" name="Google Shape;1907;p190"/>
          <p:cNvSpPr/>
          <p:nvPr/>
        </p:nvSpPr>
        <p:spPr>
          <a:xfrm>
            <a:off x="938150" y="29618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Peach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8" name="Google Shape;1908;p190"/>
          <p:cNvSpPr/>
          <p:nvPr/>
        </p:nvSpPr>
        <p:spPr>
          <a:xfrm>
            <a:off x="1754150" y="29618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09" name="Google Shape;1909;p190"/>
          <p:cNvSpPr/>
          <p:nvPr/>
        </p:nvSpPr>
        <p:spPr>
          <a:xfrm rot="10800000" flipH="1">
            <a:off x="565850" y="29618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0" name="Google Shape;1910;p190"/>
          <p:cNvSpPr/>
          <p:nvPr/>
        </p:nvSpPr>
        <p:spPr>
          <a:xfrm>
            <a:off x="938150" y="741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Daisy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1" name="Google Shape;1911;p190"/>
          <p:cNvSpPr/>
          <p:nvPr/>
        </p:nvSpPr>
        <p:spPr>
          <a:xfrm>
            <a:off x="1754150" y="741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2" name="Google Shape;1912;p190"/>
          <p:cNvSpPr/>
          <p:nvPr/>
        </p:nvSpPr>
        <p:spPr>
          <a:xfrm rot="10800000" flipH="1">
            <a:off x="565850" y="741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3" name="Google Shape;1913;p190"/>
          <p:cNvSpPr/>
          <p:nvPr/>
        </p:nvSpPr>
        <p:spPr>
          <a:xfrm>
            <a:off x="938150" y="222173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4" name="Google Shape;1914;p190"/>
          <p:cNvSpPr/>
          <p:nvPr/>
        </p:nvSpPr>
        <p:spPr>
          <a:xfrm>
            <a:off x="1754150" y="222173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5" name="Google Shape;1915;p190"/>
          <p:cNvSpPr/>
          <p:nvPr/>
        </p:nvSpPr>
        <p:spPr>
          <a:xfrm rot="10800000" flipH="1">
            <a:off x="565850" y="222173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6" name="Google Shape;1916;p190"/>
          <p:cNvSpPr/>
          <p:nvPr/>
        </p:nvSpPr>
        <p:spPr>
          <a:xfrm>
            <a:off x="938150" y="20367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King Boo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7" name="Google Shape;1917;p190"/>
          <p:cNvSpPr/>
          <p:nvPr/>
        </p:nvSpPr>
        <p:spPr>
          <a:xfrm>
            <a:off x="1754150" y="20367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8" name="Google Shape;1918;p190"/>
          <p:cNvSpPr/>
          <p:nvPr/>
        </p:nvSpPr>
        <p:spPr>
          <a:xfrm rot="10800000" flipH="1">
            <a:off x="565850" y="2036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19" name="Google Shape;1919;p190"/>
          <p:cNvSpPr/>
          <p:nvPr/>
        </p:nvSpPr>
        <p:spPr>
          <a:xfrm>
            <a:off x="938150" y="2406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Mario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0" name="Google Shape;1920;p190"/>
          <p:cNvSpPr/>
          <p:nvPr/>
        </p:nvSpPr>
        <p:spPr>
          <a:xfrm>
            <a:off x="1754150" y="2406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1" name="Google Shape;1921;p190"/>
          <p:cNvSpPr/>
          <p:nvPr/>
        </p:nvSpPr>
        <p:spPr>
          <a:xfrm rot="10800000" flipH="1">
            <a:off x="565850" y="2406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2" name="Google Shape;1922;p190"/>
          <p:cNvSpPr/>
          <p:nvPr/>
        </p:nvSpPr>
        <p:spPr>
          <a:xfrm>
            <a:off x="2218500" y="3516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Spike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3" name="Google Shape;1923;p190"/>
          <p:cNvSpPr/>
          <p:nvPr/>
        </p:nvSpPr>
        <p:spPr>
          <a:xfrm>
            <a:off x="3034500" y="3516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4" name="Google Shape;1924;p190"/>
          <p:cNvSpPr/>
          <p:nvPr/>
        </p:nvSpPr>
        <p:spPr>
          <a:xfrm rot="10800000" flipH="1">
            <a:off x="1846200" y="3516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5" name="Google Shape;1925;p190"/>
          <p:cNvSpPr/>
          <p:nvPr/>
        </p:nvSpPr>
        <p:spPr>
          <a:xfrm>
            <a:off x="2218500" y="1296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Ganon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6" name="Google Shape;1926;p190"/>
          <p:cNvSpPr/>
          <p:nvPr/>
        </p:nvSpPr>
        <p:spPr>
          <a:xfrm>
            <a:off x="3034500" y="1296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7" name="Google Shape;1927;p190"/>
          <p:cNvSpPr/>
          <p:nvPr/>
        </p:nvSpPr>
        <p:spPr>
          <a:xfrm rot="10800000" flipH="1">
            <a:off x="1846200" y="1296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28" name="Google Shape;1928;p190"/>
          <p:cNvSpPr/>
          <p:nvPr/>
        </p:nvSpPr>
        <p:spPr>
          <a:xfrm>
            <a:off x="221850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29" name="Google Shape;1929;p190"/>
          <p:cNvSpPr/>
          <p:nvPr/>
        </p:nvSpPr>
        <p:spPr>
          <a:xfrm>
            <a:off x="303450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0" name="Google Shape;1930;p190"/>
          <p:cNvSpPr/>
          <p:nvPr/>
        </p:nvSpPr>
        <p:spPr>
          <a:xfrm rot="10800000" flipH="1">
            <a:off x="184620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1" name="Google Shape;1931;p190"/>
          <p:cNvSpPr/>
          <p:nvPr/>
        </p:nvSpPr>
        <p:spPr>
          <a:xfrm>
            <a:off x="3498850" y="22217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Link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2" name="Google Shape;1932;p190"/>
          <p:cNvSpPr/>
          <p:nvPr/>
        </p:nvSpPr>
        <p:spPr>
          <a:xfrm>
            <a:off x="4314850" y="22217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3" name="Google Shape;1933;p190"/>
          <p:cNvSpPr/>
          <p:nvPr/>
        </p:nvSpPr>
        <p:spPr>
          <a:xfrm rot="10800000" flipH="1">
            <a:off x="3126550" y="222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4" name="Google Shape;1934;p190"/>
          <p:cNvSpPr/>
          <p:nvPr/>
        </p:nvSpPr>
        <p:spPr>
          <a:xfrm>
            <a:off x="938150" y="37018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5" name="Google Shape;1935;p190"/>
          <p:cNvSpPr/>
          <p:nvPr/>
        </p:nvSpPr>
        <p:spPr>
          <a:xfrm>
            <a:off x="1754150" y="37018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6" name="Google Shape;1936;p190"/>
          <p:cNvSpPr/>
          <p:nvPr/>
        </p:nvSpPr>
        <p:spPr>
          <a:xfrm rot="10800000" flipH="1">
            <a:off x="565850" y="37018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7" name="Google Shape;1937;p190"/>
          <p:cNvSpPr/>
          <p:nvPr/>
        </p:nvSpPr>
        <p:spPr>
          <a:xfrm>
            <a:off x="2218500" y="36962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Toadette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38" name="Google Shape;1938;p190"/>
          <p:cNvSpPr/>
          <p:nvPr/>
        </p:nvSpPr>
        <p:spPr>
          <a:xfrm>
            <a:off x="3034500" y="36962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39" name="Google Shape;1939;p190"/>
          <p:cNvSpPr/>
          <p:nvPr/>
        </p:nvSpPr>
        <p:spPr>
          <a:xfrm rot="10800000" flipH="1">
            <a:off x="1846200" y="36962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0" name="Google Shape;1940;p190"/>
          <p:cNvSpPr/>
          <p:nvPr/>
        </p:nvSpPr>
        <p:spPr>
          <a:xfrm>
            <a:off x="938150" y="4626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Yoshi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1" name="Google Shape;1941;p190"/>
          <p:cNvSpPr/>
          <p:nvPr/>
        </p:nvSpPr>
        <p:spPr>
          <a:xfrm>
            <a:off x="1754150" y="4626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2" name="Google Shape;1942;p190"/>
          <p:cNvSpPr/>
          <p:nvPr/>
        </p:nvSpPr>
        <p:spPr>
          <a:xfrm rot="10800000" flipH="1">
            <a:off x="565850" y="4626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3" name="Google Shape;1943;p190"/>
          <p:cNvSpPr/>
          <p:nvPr/>
        </p:nvSpPr>
        <p:spPr>
          <a:xfrm>
            <a:off x="938150" y="37181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Birdo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4" name="Google Shape;1944;p190"/>
          <p:cNvSpPr/>
          <p:nvPr/>
        </p:nvSpPr>
        <p:spPr>
          <a:xfrm>
            <a:off x="1754150" y="371809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5" name="Google Shape;1945;p190"/>
          <p:cNvSpPr/>
          <p:nvPr/>
        </p:nvSpPr>
        <p:spPr>
          <a:xfrm rot="10800000" flipH="1">
            <a:off x="565850" y="37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6" name="Google Shape;1946;p190"/>
          <p:cNvSpPr/>
          <p:nvPr/>
        </p:nvSpPr>
        <p:spPr>
          <a:xfrm>
            <a:off x="2218500" y="741778"/>
            <a:ext cx="1043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Donkey Kong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7" name="Google Shape;1947;p190"/>
          <p:cNvSpPr/>
          <p:nvPr/>
        </p:nvSpPr>
        <p:spPr>
          <a:xfrm>
            <a:off x="3262123" y="741775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8" name="Google Shape;1948;p190"/>
          <p:cNvSpPr/>
          <p:nvPr/>
        </p:nvSpPr>
        <p:spPr>
          <a:xfrm rot="10800000" flipH="1">
            <a:off x="1846200" y="74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49" name="Google Shape;1949;p190"/>
          <p:cNvSpPr/>
          <p:nvPr/>
        </p:nvSpPr>
        <p:spPr>
          <a:xfrm>
            <a:off x="3733425" y="741753"/>
            <a:ext cx="1043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Diddy Kong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0" name="Google Shape;1950;p190"/>
          <p:cNvSpPr/>
          <p:nvPr/>
        </p:nvSpPr>
        <p:spPr>
          <a:xfrm>
            <a:off x="4777048" y="741750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1" name="Google Shape;1951;p190"/>
          <p:cNvSpPr/>
          <p:nvPr/>
        </p:nvSpPr>
        <p:spPr>
          <a:xfrm rot="10800000" flipH="1">
            <a:off x="3361125" y="741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2" name="Google Shape;1952;p190"/>
          <p:cNvSpPr/>
          <p:nvPr/>
        </p:nvSpPr>
        <p:spPr>
          <a:xfrm>
            <a:off x="2218500" y="37242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Bowser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3" name="Google Shape;1953;p190"/>
          <p:cNvSpPr/>
          <p:nvPr/>
        </p:nvSpPr>
        <p:spPr>
          <a:xfrm>
            <a:off x="3034500" y="37242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4" name="Google Shape;1954;p190"/>
          <p:cNvSpPr/>
          <p:nvPr/>
        </p:nvSpPr>
        <p:spPr>
          <a:xfrm rot="10800000" flipH="1">
            <a:off x="1846200" y="37242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5" name="Google Shape;1955;p190"/>
          <p:cNvSpPr/>
          <p:nvPr/>
        </p:nvSpPr>
        <p:spPr>
          <a:xfrm>
            <a:off x="3498850" y="371778"/>
            <a:ext cx="924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Bowser Jr.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6" name="Google Shape;1956;p190"/>
          <p:cNvSpPr/>
          <p:nvPr/>
        </p:nvSpPr>
        <p:spPr>
          <a:xfrm>
            <a:off x="4422701" y="371775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7" name="Google Shape;1957;p190"/>
          <p:cNvSpPr/>
          <p:nvPr/>
        </p:nvSpPr>
        <p:spPr>
          <a:xfrm rot="10800000" flipH="1">
            <a:off x="3126550" y="3717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58" name="Google Shape;1958;p190"/>
          <p:cNvSpPr/>
          <p:nvPr/>
        </p:nvSpPr>
        <p:spPr>
          <a:xfrm>
            <a:off x="938150" y="42568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Wario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9" name="Google Shape;1959;p190"/>
          <p:cNvSpPr/>
          <p:nvPr/>
        </p:nvSpPr>
        <p:spPr>
          <a:xfrm>
            <a:off x="1754150" y="42567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0" name="Google Shape;1960;p190"/>
          <p:cNvSpPr/>
          <p:nvPr/>
        </p:nvSpPr>
        <p:spPr>
          <a:xfrm rot="10800000" flipH="1">
            <a:off x="565850" y="42568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1" name="Google Shape;1961;p190"/>
          <p:cNvSpPr/>
          <p:nvPr/>
        </p:nvSpPr>
        <p:spPr>
          <a:xfrm>
            <a:off x="2218500" y="4255575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Waluigi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62" name="Google Shape;1962;p190"/>
          <p:cNvSpPr/>
          <p:nvPr/>
        </p:nvSpPr>
        <p:spPr>
          <a:xfrm>
            <a:off x="3034500" y="4255572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3" name="Google Shape;1963;p190"/>
          <p:cNvSpPr/>
          <p:nvPr/>
        </p:nvSpPr>
        <p:spPr>
          <a:xfrm rot="10800000" flipH="1">
            <a:off x="1846200" y="4255575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4" name="Google Shape;1964;p190"/>
          <p:cNvSpPr/>
          <p:nvPr/>
        </p:nvSpPr>
        <p:spPr>
          <a:xfrm>
            <a:off x="2218500" y="2961803"/>
            <a:ext cx="1142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Petey Piranha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65" name="Google Shape;1965;p190"/>
          <p:cNvSpPr/>
          <p:nvPr/>
        </p:nvSpPr>
        <p:spPr>
          <a:xfrm>
            <a:off x="3361125" y="2961800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6" name="Google Shape;1966;p190"/>
          <p:cNvSpPr/>
          <p:nvPr/>
        </p:nvSpPr>
        <p:spPr>
          <a:xfrm rot="10800000" flipH="1">
            <a:off x="1846200" y="296181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7" name="Google Shape;1967;p190"/>
          <p:cNvSpPr/>
          <p:nvPr/>
        </p:nvSpPr>
        <p:spPr>
          <a:xfrm>
            <a:off x="5248350" y="741741"/>
            <a:ext cx="10437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Dry Bones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68" name="Google Shape;1968;p190"/>
          <p:cNvSpPr/>
          <p:nvPr/>
        </p:nvSpPr>
        <p:spPr>
          <a:xfrm>
            <a:off x="6291973" y="741738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69" name="Google Shape;1969;p190"/>
          <p:cNvSpPr/>
          <p:nvPr/>
        </p:nvSpPr>
        <p:spPr>
          <a:xfrm rot="10800000" flipH="1">
            <a:off x="4876050" y="7417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0" name="Google Shape;1970;p190"/>
          <p:cNvSpPr/>
          <p:nvPr/>
        </p:nvSpPr>
        <p:spPr>
          <a:xfrm>
            <a:off x="3498850" y="3700329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Tom Nook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71" name="Google Shape;1971;p190"/>
          <p:cNvSpPr/>
          <p:nvPr/>
        </p:nvSpPr>
        <p:spPr>
          <a:xfrm>
            <a:off x="4314850" y="3701808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2" name="Google Shape;1972;p190"/>
          <p:cNvSpPr/>
          <p:nvPr/>
        </p:nvSpPr>
        <p:spPr>
          <a:xfrm rot="10800000" flipH="1">
            <a:off x="3126550" y="3700329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3" name="Google Shape;1973;p190"/>
          <p:cNvSpPr/>
          <p:nvPr/>
        </p:nvSpPr>
        <p:spPr>
          <a:xfrm>
            <a:off x="2218500" y="2031788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K.K. Slider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1974" name="Google Shape;1974;p190"/>
          <p:cNvSpPr/>
          <p:nvPr/>
        </p:nvSpPr>
        <p:spPr>
          <a:xfrm>
            <a:off x="3034500" y="2031784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5" name="Google Shape;1975;p190"/>
          <p:cNvSpPr/>
          <p:nvPr/>
        </p:nvSpPr>
        <p:spPr>
          <a:xfrm rot="10800000" flipH="1">
            <a:off x="1846200" y="2031788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1976" name="Google Shape;1976;p190"/>
          <p:cNvSpPr/>
          <p:nvPr/>
        </p:nvSpPr>
        <p:spPr>
          <a:xfrm>
            <a:off x="938150" y="1666763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Isabelle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77" name="Google Shape;1977;p190"/>
          <p:cNvSpPr/>
          <p:nvPr/>
        </p:nvSpPr>
        <p:spPr>
          <a:xfrm rot="10800000" flipH="1">
            <a:off x="565850" y="1666763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2" name="Google Shape;1982;p19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</a:t>
            </a: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n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(1)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7" name="Google Shape;1987;p19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(1)</a:t>
            </a:r>
            <a:endParaRPr>
              <a:solidFill>
                <a:srgbClr val="000000"/>
              </a:solidFill>
              <a:highlight>
                <a:schemeClr val="dk1"/>
              </a:highlight>
            </a:endParaRP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19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*name;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person;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7" name="Google Shape;1997;p19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*name;</a:t>
            </a:r>
            <a:b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*next;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2" name="Google Shape;2002;p19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node *table[26];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7" name="Google Shape;2007;p196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8" name="Google Shape;2008;p196"/>
          <p:cNvSpPr txBox="1"/>
          <p:nvPr/>
        </p:nvSpPr>
        <p:spPr>
          <a:xfrm>
            <a:off x="1283157" y="2195550"/>
            <a:ext cx="1926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input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009" name="Google Shape;2009;p196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output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p197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5" name="Google Shape;2015;p197"/>
          <p:cNvSpPr txBox="1"/>
          <p:nvPr/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rgbClr val="FFFFFF"/>
                </a:solidFill>
              </a:rPr>
              <a:t>hash function</a:t>
            </a:r>
            <a:endParaRPr sz="2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0" name="Google Shape;2020;p198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1" name="Google Shape;2021;p198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Mario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022" name="Google Shape;2022;p198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12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" name="Google Shape;2027;p199"/>
          <p:cNvSpPr/>
          <p:nvPr/>
        </p:nvSpPr>
        <p:spPr>
          <a:xfrm>
            <a:off x="3209457" y="1232100"/>
            <a:ext cx="2676600" cy="2679300"/>
          </a:xfrm>
          <a:prstGeom prst="rect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8" name="Google Shape;2028;p199"/>
          <p:cNvSpPr txBox="1"/>
          <p:nvPr/>
        </p:nvSpPr>
        <p:spPr>
          <a:xfrm>
            <a:off x="532847" y="2195550"/>
            <a:ext cx="26766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Luigi →  </a:t>
            </a:r>
            <a:endParaRPr sz="3600">
              <a:solidFill>
                <a:srgbClr val="FFFFFF"/>
              </a:solidFill>
            </a:endParaRPr>
          </a:p>
        </p:txBody>
      </p:sp>
      <p:sp>
        <p:nvSpPr>
          <p:cNvPr id="2029" name="Google Shape;2029;p199"/>
          <p:cNvSpPr txBox="1"/>
          <p:nvPr/>
        </p:nvSpPr>
        <p:spPr>
          <a:xfrm>
            <a:off x="5886057" y="2195550"/>
            <a:ext cx="2220300" cy="7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FFFFFF"/>
                </a:solidFill>
              </a:rPr>
              <a:t> → 11</a:t>
            </a:r>
            <a:endParaRPr sz="36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4" name="Google Shape;2034;p200"/>
          <p:cNvSpPr/>
          <p:nvPr/>
        </p:nvSpPr>
        <p:spPr>
          <a:xfrm>
            <a:off x="456950" y="16672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5" name="Google Shape;2035;p200"/>
          <p:cNvSpPr/>
          <p:nvPr/>
        </p:nvSpPr>
        <p:spPr>
          <a:xfrm>
            <a:off x="456950" y="35171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6" name="Google Shape;2036;p200"/>
          <p:cNvSpPr/>
          <p:nvPr/>
        </p:nvSpPr>
        <p:spPr>
          <a:xfrm>
            <a:off x="456950" y="536710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7" name="Google Shape;2037;p200"/>
          <p:cNvSpPr/>
          <p:nvPr/>
        </p:nvSpPr>
        <p:spPr>
          <a:xfrm>
            <a:off x="456950" y="72170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8" name="Google Shape;2038;p200"/>
          <p:cNvSpPr/>
          <p:nvPr/>
        </p:nvSpPr>
        <p:spPr>
          <a:xfrm>
            <a:off x="456950" y="906695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39" name="Google Shape;2039;p200"/>
          <p:cNvSpPr/>
          <p:nvPr/>
        </p:nvSpPr>
        <p:spPr>
          <a:xfrm>
            <a:off x="456950" y="109168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0" name="Google Shape;2040;p200"/>
          <p:cNvSpPr/>
          <p:nvPr/>
        </p:nvSpPr>
        <p:spPr>
          <a:xfrm>
            <a:off x="456950" y="127667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1" name="Google Shape;2041;p200"/>
          <p:cNvSpPr/>
          <p:nvPr/>
        </p:nvSpPr>
        <p:spPr>
          <a:xfrm>
            <a:off x="456950" y="146167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2" name="Google Shape;2042;p200"/>
          <p:cNvSpPr/>
          <p:nvPr/>
        </p:nvSpPr>
        <p:spPr>
          <a:xfrm>
            <a:off x="456950" y="164666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3" name="Google Shape;2043;p200"/>
          <p:cNvSpPr/>
          <p:nvPr/>
        </p:nvSpPr>
        <p:spPr>
          <a:xfrm>
            <a:off x="456950" y="183165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4" name="Google Shape;2044;p200"/>
          <p:cNvSpPr/>
          <p:nvPr/>
        </p:nvSpPr>
        <p:spPr>
          <a:xfrm>
            <a:off x="456950" y="201664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5" name="Google Shape;2045;p200"/>
          <p:cNvSpPr/>
          <p:nvPr/>
        </p:nvSpPr>
        <p:spPr>
          <a:xfrm>
            <a:off x="456950" y="220164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6" name="Google Shape;2046;p200"/>
          <p:cNvSpPr/>
          <p:nvPr/>
        </p:nvSpPr>
        <p:spPr>
          <a:xfrm>
            <a:off x="456950" y="238663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7" name="Google Shape;2047;p200"/>
          <p:cNvSpPr/>
          <p:nvPr/>
        </p:nvSpPr>
        <p:spPr>
          <a:xfrm>
            <a:off x="456950" y="257176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8" name="Google Shape;2048;p200"/>
          <p:cNvSpPr/>
          <p:nvPr/>
        </p:nvSpPr>
        <p:spPr>
          <a:xfrm>
            <a:off x="456950" y="275675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49" name="Google Shape;2049;p200"/>
          <p:cNvSpPr/>
          <p:nvPr/>
        </p:nvSpPr>
        <p:spPr>
          <a:xfrm>
            <a:off x="456950" y="2941752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0" name="Google Shape;2050;p200"/>
          <p:cNvSpPr/>
          <p:nvPr/>
        </p:nvSpPr>
        <p:spPr>
          <a:xfrm>
            <a:off x="456950" y="312674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1" name="Google Shape;2051;p200"/>
          <p:cNvSpPr/>
          <p:nvPr/>
        </p:nvSpPr>
        <p:spPr>
          <a:xfrm>
            <a:off x="456950" y="3311737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2" name="Google Shape;2052;p200"/>
          <p:cNvSpPr/>
          <p:nvPr/>
        </p:nvSpPr>
        <p:spPr>
          <a:xfrm>
            <a:off x="456950" y="349672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3" name="Google Shape;2053;p200"/>
          <p:cNvSpPr/>
          <p:nvPr/>
        </p:nvSpPr>
        <p:spPr>
          <a:xfrm>
            <a:off x="456950" y="368172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4" name="Google Shape;2054;p200"/>
          <p:cNvSpPr/>
          <p:nvPr/>
        </p:nvSpPr>
        <p:spPr>
          <a:xfrm>
            <a:off x="456950" y="3866714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5" name="Google Shape;2055;p200"/>
          <p:cNvSpPr/>
          <p:nvPr/>
        </p:nvSpPr>
        <p:spPr>
          <a:xfrm>
            <a:off x="456950" y="405170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6" name="Google Shape;2056;p200"/>
          <p:cNvSpPr/>
          <p:nvPr/>
        </p:nvSpPr>
        <p:spPr>
          <a:xfrm>
            <a:off x="456950" y="4236699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7" name="Google Shape;2057;p200"/>
          <p:cNvSpPr/>
          <p:nvPr/>
        </p:nvSpPr>
        <p:spPr>
          <a:xfrm>
            <a:off x="456950" y="4421691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8" name="Google Shape;2058;p200"/>
          <p:cNvSpPr/>
          <p:nvPr/>
        </p:nvSpPr>
        <p:spPr>
          <a:xfrm>
            <a:off x="456950" y="4606683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59" name="Google Shape;2059;p200"/>
          <p:cNvSpPr/>
          <p:nvPr/>
        </p:nvSpPr>
        <p:spPr>
          <a:xfrm>
            <a:off x="456950" y="4791676"/>
            <a:ext cx="185100" cy="1851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0" name="Google Shape;2060;p200"/>
          <p:cNvSpPr txBox="1"/>
          <p:nvPr/>
        </p:nvSpPr>
        <p:spPr>
          <a:xfrm>
            <a:off x="0" y="166650"/>
            <a:ext cx="456900" cy="4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ct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Laa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Lab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Lac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Lad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Lae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Laf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Lag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Lah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Lai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Laj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Lak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Lim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Lin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Lio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Luh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Lui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Luj</a:t>
            </a: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r" rtl="0">
              <a:lnSpc>
                <a:spcPct val="121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61" name="Google Shape;2061;p200"/>
          <p:cNvSpPr/>
          <p:nvPr/>
        </p:nvSpPr>
        <p:spPr>
          <a:xfrm>
            <a:off x="938150" y="38916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Luigi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2" name="Google Shape;2062;p200"/>
          <p:cNvSpPr/>
          <p:nvPr/>
        </p:nvSpPr>
        <p:spPr>
          <a:xfrm>
            <a:off x="1754150" y="38915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3" name="Google Shape;2063;p200"/>
          <p:cNvSpPr/>
          <p:nvPr/>
        </p:nvSpPr>
        <p:spPr>
          <a:xfrm rot="10800000" flipH="1">
            <a:off x="565850" y="38916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4" name="Google Shape;2064;p200"/>
          <p:cNvSpPr/>
          <p:nvPr/>
        </p:nvSpPr>
        <p:spPr>
          <a:xfrm>
            <a:off x="938150" y="314865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Link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5" name="Google Shape;2065;p200"/>
          <p:cNvSpPr/>
          <p:nvPr/>
        </p:nvSpPr>
        <p:spPr>
          <a:xfrm>
            <a:off x="1754150" y="314864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6" name="Google Shape;2066;p200"/>
          <p:cNvSpPr/>
          <p:nvPr/>
        </p:nvSpPr>
        <p:spPr>
          <a:xfrm rot="10800000" flipH="1">
            <a:off x="565850" y="314865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7" name="Google Shape;2067;p200"/>
          <p:cNvSpPr/>
          <p:nvPr/>
        </p:nvSpPr>
        <p:spPr>
          <a:xfrm>
            <a:off x="938150" y="2596200"/>
            <a:ext cx="8160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Lakitu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8" name="Google Shape;2068;p200"/>
          <p:cNvSpPr/>
          <p:nvPr/>
        </p:nvSpPr>
        <p:spPr>
          <a:xfrm>
            <a:off x="1754150" y="2596197"/>
            <a:ext cx="185100" cy="144900"/>
          </a:xfrm>
          <a:prstGeom prst="rect">
            <a:avLst/>
          </a:prstGeom>
          <a:solidFill>
            <a:srgbClr val="000000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2069" name="Google Shape;2069;p200"/>
          <p:cNvSpPr/>
          <p:nvPr/>
        </p:nvSpPr>
        <p:spPr>
          <a:xfrm rot="10800000" flipH="1">
            <a:off x="565850" y="2596200"/>
            <a:ext cx="372300" cy="144900"/>
          </a:xfrm>
          <a:prstGeom prst="rightArrow">
            <a:avLst>
              <a:gd name="adj1" fmla="val 16036"/>
              <a:gd name="adj2" fmla="val 85731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4" name="Google Shape;2074;p2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&lt;ctype.h&gt;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hash(char *word)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toupper(word[0]) - 'A';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9" name="Google Shape;2079;p2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&lt;ctype.h&gt;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int hash(const char *word)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toupper(word[0]) - 'A';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4" name="Google Shape;2084;p20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#include &lt;ctype.h&gt;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unsigned int hash(const char *word)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return toupper(word[0]) - 'A';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9" name="Google Shape;2109;p2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tries</a:t>
            </a:r>
            <a:endParaRPr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4" name="Google Shape;2114;p209"/>
          <p:cNvPicPr preferRelativeResize="0"/>
          <p:nvPr/>
        </p:nvPicPr>
        <p:blipFill rotWithShape="1">
          <a:blip r:embed="rId3">
            <a:alphaModFix/>
          </a:blip>
          <a:srcRect t="4111" b="4111"/>
          <a:stretch/>
        </p:blipFill>
        <p:spPr>
          <a:xfrm>
            <a:off x="152400" y="290200"/>
            <a:ext cx="8839200" cy="4563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" name="Google Shape;2119;p210"/>
          <p:cNvPicPr preferRelativeResize="0"/>
          <p:nvPr/>
        </p:nvPicPr>
        <p:blipFill rotWithShape="1">
          <a:blip r:embed="rId3">
            <a:alphaModFix/>
          </a:blip>
          <a:srcRect t="4111" b="4111"/>
          <a:stretch/>
        </p:blipFill>
        <p:spPr>
          <a:xfrm>
            <a:off x="152400" y="290200"/>
            <a:ext cx="8839200" cy="45630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4" name="Google Shape;2124;p2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9" name="Google Shape;2129;p2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6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4" name="Google Shape;2134;p2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9" name="Google Shape;2139;p2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4" name="Google Shape;2144;p2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9" name="Google Shape;2149;p2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4" name="Google Shape;2154;p2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9" name="Google Shape;2159;p2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4" name="Google Shape;2164;p2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400" y="85775"/>
            <a:ext cx="8839200" cy="49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9" name="Google Shape;2169;p2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typedef struct node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struct node *children[26];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char *number;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 node;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4" name="Google Shape;2174;p2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node *trie;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9" name="Google Shape;2179;p2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dk1"/>
                </a:solidFill>
              </a:rPr>
              <a:t>O</a:t>
            </a:r>
            <a:r>
              <a:rPr lang="en">
                <a:solidFill>
                  <a:schemeClr val="dk1"/>
                </a:solidFill>
              </a:rPr>
              <a:t>(</a:t>
            </a:r>
            <a:r>
              <a:rPr lang="en" i="1">
                <a:solidFill>
                  <a:schemeClr val="dk1"/>
                </a:solidFill>
              </a:rPr>
              <a:t>n</a:t>
            </a:r>
            <a:r>
              <a:rPr lang="en" baseline="30000">
                <a:solidFill>
                  <a:schemeClr val="dk1"/>
                </a:solidFill>
              </a:rPr>
              <a:t>2</a:t>
            </a:r>
            <a:r>
              <a:rPr lang="en">
                <a:solidFill>
                  <a:schemeClr val="dk1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 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FFFFFF"/>
                </a:solidFill>
              </a:rPr>
              <a:t>O</a:t>
            </a:r>
            <a:r>
              <a:rPr lang="en">
                <a:solidFill>
                  <a:srgbClr val="FFFFFF"/>
                </a:solidFill>
              </a:rPr>
              <a:t>(log </a:t>
            </a:r>
            <a:r>
              <a:rPr lang="en" i="1">
                <a:solidFill>
                  <a:srgbClr val="FFFFFF"/>
                </a:solidFill>
              </a:rPr>
              <a:t>n</a:t>
            </a:r>
            <a:r>
              <a:rPr lang="en">
                <a:solidFill>
                  <a:srgbClr val="FFFFFF"/>
                </a:solidFill>
              </a:rPr>
              <a:t>)        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i="1">
                <a:solidFill>
                  <a:srgbClr val="000000"/>
                </a:solidFill>
                <a:highlight>
                  <a:schemeClr val="dk1"/>
                </a:highlight>
              </a:rPr>
              <a:t>O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</a:rPr>
              <a:t>(1)</a:t>
            </a:r>
            <a:r>
              <a:rPr lang="en">
                <a:solidFill>
                  <a:srgbClr val="FFFFFF"/>
                </a:solidFill>
              </a:rPr>
              <a:t>              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173A6F-4EC9-0550-300D-49127A29314F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2106</TotalTime>
  <Words>2784</Words>
  <Application>Microsoft Office PowerPoint</Application>
  <PresentationFormat>On-screen Show (16:9)</PresentationFormat>
  <Paragraphs>1026</Paragraphs>
  <Slides>184</Slides>
  <Notes>184</Notes>
  <HiddenSlides>3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184</vt:i4>
      </vt:variant>
    </vt:vector>
  </HeadingPairs>
  <TitlesOfParts>
    <vt:vector size="188" baseType="lpstr">
      <vt:lpstr>Arial</vt:lpstr>
      <vt:lpstr>Consolas</vt:lpstr>
      <vt:lpstr>Simple Dark</vt:lpstr>
      <vt:lpstr>Simple Dark</vt:lpstr>
      <vt:lpstr>PowerPoint Presentation</vt:lpstr>
      <vt:lpstr>data structures</vt:lpstr>
      <vt:lpstr>abstract data types</vt:lpstr>
      <vt:lpstr>queues</vt:lpstr>
      <vt:lpstr>FIFO</vt:lpstr>
      <vt:lpstr>PowerPoint Presentation</vt:lpstr>
      <vt:lpstr>PowerPoint Presentation</vt:lpstr>
      <vt:lpstr>stacks</vt:lpstr>
      <vt:lpstr>LIFO</vt:lpstr>
      <vt:lpstr>LIFO</vt:lpstr>
      <vt:lpstr>PowerPoint Presentation</vt:lpstr>
      <vt:lpstr>PowerPoint Presentation</vt:lpstr>
      <vt:lpstr>PowerPoint Presentation</vt:lpstr>
      <vt:lpstr>arrays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 structures</vt:lpstr>
      <vt:lpstr>PowerPoint Presentation</vt:lpstr>
      <vt:lpstr>PowerPoint Presentation</vt:lpstr>
      <vt:lpstr>linked lists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</vt:lpstr>
      <vt:lpstr>node *list;</vt:lpstr>
      <vt:lpstr>node *list;</vt:lpstr>
      <vt:lpstr>node *list = NULL;</vt:lpstr>
      <vt:lpstr>node *list = NULL;</vt:lpstr>
      <vt:lpstr>node *n = malloc(sizeof(node));</vt:lpstr>
      <vt:lpstr>node *n = malloc(sizeof(node));</vt:lpstr>
      <vt:lpstr>node *n = malloc(sizeof(node));</vt:lpstr>
      <vt:lpstr>node *n = malloc(sizeof(node));</vt:lpstr>
      <vt:lpstr>(*n).number = 1;</vt:lpstr>
      <vt:lpstr>(*n).number = 1;</vt:lpstr>
      <vt:lpstr>n-&gt;number = 1;</vt:lpstr>
      <vt:lpstr>n-&gt;next = NULL;</vt:lpstr>
      <vt:lpstr>n-&gt;next = NULL;</vt:lpstr>
      <vt:lpstr>list = n;</vt:lpstr>
      <vt:lpstr>list = n;</vt:lpstr>
      <vt:lpstr> </vt:lpstr>
      <vt:lpstr>node *n = malloc(sizeof(node)); </vt:lpstr>
      <vt:lpstr>node *n = malloc(sizeof(node)); </vt:lpstr>
      <vt:lpstr>node *n = malloc(sizeof(node)); </vt:lpstr>
      <vt:lpstr>node *n = malloc(sizeof(node)); </vt:lpstr>
      <vt:lpstr>n-&gt;number = 2;</vt:lpstr>
      <vt:lpstr>n-&gt;number = 2;</vt:lpstr>
      <vt:lpstr>n-&gt;next = NULL;</vt:lpstr>
      <vt:lpstr>n-&gt;next = NULL;</vt:lpstr>
      <vt:lpstr> </vt:lpstr>
      <vt:lpstr>list = n;</vt:lpstr>
      <vt:lpstr>list = n;</vt:lpstr>
      <vt:lpstr>list = n;</vt:lpstr>
      <vt:lpstr> </vt:lpstr>
      <vt:lpstr>n-&gt;next = list;</vt:lpstr>
      <vt:lpstr>n-&gt;next = list;</vt:lpstr>
      <vt:lpstr>list = n;</vt:lpstr>
      <vt:lpstr>list = n;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trees</vt:lpstr>
      <vt:lpstr>binary search trees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dictionaries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hashing</vt:lpstr>
      <vt:lpstr>hash function</vt:lpstr>
      <vt:lpstr>hash tables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8</cp:revision>
  <dcterms:modified xsi:type="dcterms:W3CDTF">2025-11-03T17:01:21Z</dcterms:modified>
</cp:coreProperties>
</file>